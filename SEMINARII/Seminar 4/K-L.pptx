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53D6-07D4-4CA9-870F-5AA32F6C7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7B023-28EB-422B-9771-86CE5E274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2509-14F5-4F57-B324-D592531E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D5309-4E80-4D1A-AC88-8171D779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A6F47-5C54-48DC-89CE-1D530527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4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1695-8676-4023-B4D7-84551856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00BB-8277-4670-A27A-8F7DC5A53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BE502-84FF-4DBB-81BA-5115F73A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E895A-87F4-41F2-88D8-6418EB07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F2600-E609-4AFC-8208-ECFEAEF0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19A9-988F-4F66-B7B7-A72D0EE5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5A574-0BF0-4A4B-8000-75CB46EE3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F2011-3AB6-4316-9630-3D33B7DB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F705D-B27E-4E34-A6B3-8181626F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9D359-779F-4AEA-A41C-D060222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351E-2A11-4DA8-A89D-73CA47569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6A1C-471C-4666-8D06-6A9456F2A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29378-289C-4E48-9ABD-0DEE73A2A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3CDDC-DE7E-4D84-9AAD-1D24CF7E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4FEAA-7BA3-48D6-BDDE-DC7EE8F9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BA9A8-7265-4429-8D0D-487D0A89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7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27520-A7E4-4C53-8B37-2D552323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19547-8816-44CE-B614-A1C722FA4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4E2B8-DE86-454C-802E-7D5FEC248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CAB8B-AAC4-448B-9976-B96FFAACF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D0FA7-5BD5-4CFE-BB17-565357400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D4659-111D-40A5-B2CA-E8F7D6E5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26E182-1CD9-467E-B280-F4707BA0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4EBEF-93B1-4B98-9C66-AD001E88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7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F0EB-EE53-4E7F-808D-F331CAF3C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C19B3-0224-41B8-8F4B-A53940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E980E-E1A4-4282-A0C6-781847BA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A4A8F-048E-4B4B-AE00-71A48087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3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E1EB7-6115-4656-9BB1-1F9AC101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0C179-A759-4EBD-ADAF-2DF16101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FE5F2-82A9-4F6A-9355-B8227C2E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6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AA39-1426-4B44-89C7-4A427F4E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50953-33F2-4B5D-B051-B834F427A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86ED3-5F9B-47B0-924B-8BB588A71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1A9C2-F6D4-4A64-964D-5AF33D3F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54F5B-8C12-4D70-8939-6D2A7E06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E8E24-D412-426C-992D-A4802F6B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8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DA34-203F-44D6-924A-269C5C7E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1F477-36A6-4E43-A312-C016B0996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2E331-6955-4B0B-84B1-2D7562694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44B6-3A09-453F-871A-3CA4D2DC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108D2-6791-4634-B360-3AB264FF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6475B-A923-44BB-ADFE-5A45E96A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0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7999-D4C5-448D-A7CE-21354163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1D04B-B960-4C37-B41F-0AAC110DB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6D55-5EA5-4FB8-8CB7-7FBE475D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F5205-9D87-44C9-A38C-4A27FDBF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26E80-8C89-40D7-B148-A5724FED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7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C4AC4-DE9A-490B-B13C-1103549DD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16FD5-DA6B-4934-9617-89872A6DB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2201B-919D-4191-9E5D-2AAE254E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C3349-66DD-4E71-912A-327C56DB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26CDA-19CC-47CD-AA29-28EEE3A3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7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2319A-CC2E-46B3-9526-3B78A587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9C692-F20F-47C0-9695-2EA5026A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6A8E3-C50E-42C5-90D8-F9B610F58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3EB65-5C86-48EF-AA3A-1309133C814B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801D5-0173-4EEC-AD6B-178479F27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08B2-D4FF-4D0D-B5CE-C9BD7C337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8CD38-C6B5-452B-BF4D-3AB3B95B6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4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948B25-CD2D-4447-AA71-794B8AFB7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67"/>
            <a:ext cx="2157413" cy="2050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9A114-EEC8-47EB-BD0F-257842C6B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59" y="926354"/>
            <a:ext cx="878681" cy="421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EB68F5-41A9-4274-BA59-C8815C866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586" y="111966"/>
            <a:ext cx="1343025" cy="2050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7B8CB6-816A-47EC-94FA-E4E010AD9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681" y="926353"/>
            <a:ext cx="442913" cy="421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64CFB9-0B89-4A98-B320-F1F7208B55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731" y="333422"/>
            <a:ext cx="850106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9904A3-BCAE-4AB1-86F7-EF0E290246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733" y="111966"/>
            <a:ext cx="1343025" cy="2028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51286D-488F-42C8-9395-BCA12F0DF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032" y="911918"/>
            <a:ext cx="442913" cy="421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FB81D1-831D-4B9E-A5EE-1F7702F3D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197" y="911917"/>
            <a:ext cx="442913" cy="4214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84185F-4A3D-489E-9B01-CB2995C552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4549" y="111966"/>
            <a:ext cx="1614488" cy="20931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6EFC94-34B4-45FB-817C-A066AA0D4D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9470" y="911917"/>
            <a:ext cx="800100" cy="4214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1E3945-0DE9-44B8-B174-3315B2BE05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6274" y="2436018"/>
            <a:ext cx="1600200" cy="19859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0D0D4-7124-4A9E-AE0C-0992E9235B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7619" y="2436018"/>
            <a:ext cx="1600200" cy="1985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B3CDC0-7754-4F30-9258-1AE3B92D37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29" y="3218258"/>
            <a:ext cx="800100" cy="4214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0E3D2B-B4CE-4C61-8F99-2163AA810D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4146" y="2490688"/>
            <a:ext cx="1935956" cy="19359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E7D8F3-1A11-42D9-84E1-B182FBC527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771" y="5331571"/>
            <a:ext cx="2471738" cy="600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2C02CE-9E5D-4976-8994-DCB682583F1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89658" y="5088684"/>
            <a:ext cx="1614488" cy="11787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669FC2-E24F-45B9-836B-FD5CFDB78A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2523" y="4750447"/>
            <a:ext cx="1564481" cy="19502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5EA52D-5B0C-49E6-9725-91A03886E2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2068" y="5088684"/>
            <a:ext cx="1793081" cy="11787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4253E8D-93F8-4174-8BAF-4756B74B2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115" y="3345465"/>
            <a:ext cx="850106" cy="1828800"/>
          </a:xfrm>
          <a:prstGeom prst="rect">
            <a:avLst/>
          </a:prstGeom>
          <a:effectLst>
            <a:outerShdw blurRad="190500" dist="50800" dir="5400000" algn="tl" rotWithShape="0">
              <a:srgbClr val="00B0F0"/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148DFF-0690-4B75-8175-9616598EDE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55403" y="3147117"/>
            <a:ext cx="785813" cy="1935956"/>
          </a:xfrm>
          <a:prstGeom prst="rect">
            <a:avLst/>
          </a:prstGeom>
          <a:effectLst>
            <a:outerShdw blurRad="190500" dist="50800" dir="5400000" algn="tl" rotWithShape="0">
              <a:srgbClr val="00B0F0"/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27D2E0-2563-4906-A720-E4BDD79EA8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17558" y="3525735"/>
            <a:ext cx="1357313" cy="1178719"/>
          </a:xfrm>
          <a:prstGeom prst="rect">
            <a:avLst/>
          </a:prstGeom>
          <a:effectLst>
            <a:outerShdw blurRad="190500" dist="50800" dir="5400000" algn="tl" rotWithShape="0">
              <a:srgbClr val="00B0F0"/>
            </a:outerShdw>
          </a:effectLst>
        </p:spPr>
      </p:pic>
    </p:spTree>
    <p:extLst>
      <p:ext uri="{BB962C8B-B14F-4D97-AF65-F5344CB8AC3E}">
        <p14:creationId xmlns:p14="http://schemas.microsoft.com/office/powerpoint/2010/main" val="211306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8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3D63F-415A-4A46-8D7D-AE856242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1" y="183114"/>
            <a:ext cx="2471738" cy="600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BA6C00-F50B-4FC7-B1EC-ADD315F3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466" y="1110439"/>
            <a:ext cx="2564606" cy="2050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13B89-3FC1-47FB-A08A-9EFC0479B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4" y="1026658"/>
            <a:ext cx="785813" cy="1935956"/>
          </a:xfrm>
          <a:prstGeom prst="rect">
            <a:avLst/>
          </a:prstGeom>
          <a:effectLst>
            <a:outerShdw blurRad="190500" dist="50800" dir="5400000" algn="ctr" rotWithShape="0">
              <a:srgbClr val="00B0F0"/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7245A-FC52-4CBF-9CBC-23C69F2C6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63" y="1364893"/>
            <a:ext cx="1693069" cy="1178719"/>
          </a:xfrm>
          <a:prstGeom prst="rect">
            <a:avLst/>
          </a:prstGeom>
          <a:effectLst>
            <a:outerShdw blurRad="190500" dist="50800" dir="5400000" algn="ctr" rotWithShape="0">
              <a:srgbClr val="00B0F0"/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4FA797-0C63-477E-A2E9-F11BF3135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040" y="1026658"/>
            <a:ext cx="1793081" cy="2028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155554-2E85-4469-B0B5-5C343A75F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0629" y="1647458"/>
            <a:ext cx="378619" cy="4857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7F662A-ADDE-4C86-8CA7-A716A6D2F7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035" y="1239027"/>
            <a:ext cx="850106" cy="1793081"/>
          </a:xfrm>
          <a:prstGeom prst="rect">
            <a:avLst/>
          </a:prstGeom>
          <a:effectLst>
            <a:outerShdw blurRad="190500" dist="50800" dir="5400000" algn="ctr" rotWithShape="0">
              <a:srgbClr val="00B0F0"/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742DBD-B161-47FE-9DDD-12547276D0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208" y="1012370"/>
            <a:ext cx="1793081" cy="195024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5080E3-35A5-49BF-BF44-544904EE1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353963"/>
              </p:ext>
            </p:extLst>
          </p:nvPr>
        </p:nvGraphicFramePr>
        <p:xfrm>
          <a:off x="6392129" y="4417919"/>
          <a:ext cx="5130797" cy="1143000"/>
        </p:xfrm>
        <a:graphic>
          <a:graphicData uri="http://schemas.openxmlformats.org/drawingml/2006/table">
            <a:tbl>
              <a:tblPr/>
              <a:tblGrid>
                <a:gridCol w="858312">
                  <a:extLst>
                    <a:ext uri="{9D8B030D-6E8A-4147-A177-3AD203B41FA5}">
                      <a16:colId xmlns:a16="http://schemas.microsoft.com/office/drawing/2014/main" val="4239349583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3721829161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2315960238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823204495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3350444454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2045940329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3720289100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428483779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 inițial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Reprezentare redusă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7724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5894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p=m*n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6965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imagini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p*nrc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0320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nrc*nrp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58508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valori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m*n*nrp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Valori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62500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5.00%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59029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A0D4AA3-934C-4F24-80FE-EA31F0380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603013"/>
              </p:ext>
            </p:extLst>
          </p:nvPr>
        </p:nvGraphicFramePr>
        <p:xfrm>
          <a:off x="251410" y="5432081"/>
          <a:ext cx="5130797" cy="1143000"/>
        </p:xfrm>
        <a:graphic>
          <a:graphicData uri="http://schemas.openxmlformats.org/drawingml/2006/table">
            <a:tbl>
              <a:tblPr/>
              <a:tblGrid>
                <a:gridCol w="858312">
                  <a:extLst>
                    <a:ext uri="{9D8B030D-6E8A-4147-A177-3AD203B41FA5}">
                      <a16:colId xmlns:a16="http://schemas.microsoft.com/office/drawing/2014/main" val="1892584110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519746425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4115401385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3614040026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4048248754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2803419987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3007396964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1631614705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 inițial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Reprezentare redusă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3648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5652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p=m*n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0433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p*nrc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2183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nrc*nrp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9754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valori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m*n*nrp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Valori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53500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42.80%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70260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2248F88-C1BB-464F-B88A-D5C8C38AF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9796"/>
              </p:ext>
            </p:extLst>
          </p:nvPr>
        </p:nvGraphicFramePr>
        <p:xfrm>
          <a:off x="251410" y="3496907"/>
          <a:ext cx="5130797" cy="1143000"/>
        </p:xfrm>
        <a:graphic>
          <a:graphicData uri="http://schemas.openxmlformats.org/drawingml/2006/table">
            <a:tbl>
              <a:tblPr/>
              <a:tblGrid>
                <a:gridCol w="858312">
                  <a:extLst>
                    <a:ext uri="{9D8B030D-6E8A-4147-A177-3AD203B41FA5}">
                      <a16:colId xmlns:a16="http://schemas.microsoft.com/office/drawing/2014/main" val="1786648125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1458209395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1038371507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2068110931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446536585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1410756799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1338515104"/>
                    </a:ext>
                  </a:extLst>
                </a:gridCol>
                <a:gridCol w="610355">
                  <a:extLst>
                    <a:ext uri="{9D8B030D-6E8A-4147-A177-3AD203B41FA5}">
                      <a16:colId xmlns:a16="http://schemas.microsoft.com/office/drawing/2014/main" val="2720461932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 inițial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Reprezentare redusă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9487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464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p=m*n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3658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 imagini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p*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252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7739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valori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m*n*nrp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Nr. Valori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52800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140.80%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09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88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87C45E2-ED8E-4019-8734-B76AFDF211B0}"/>
              </a:ext>
            </a:extLst>
          </p:cNvPr>
          <p:cNvGrpSpPr/>
          <p:nvPr/>
        </p:nvGrpSpPr>
        <p:grpSpPr>
          <a:xfrm>
            <a:off x="1207744" y="1888355"/>
            <a:ext cx="2520083" cy="2160000"/>
            <a:chOff x="361370" y="4460031"/>
            <a:chExt cx="2520083" cy="2160000"/>
          </a:xfrm>
          <a:solidFill>
            <a:schemeClr val="bg1"/>
          </a:solidFill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C41E1888-92DF-4F1C-9709-A7EB20EEB9C2}"/>
                </a:ext>
              </a:extLst>
            </p:cNvPr>
            <p:cNvSpPr/>
            <p:nvPr/>
          </p:nvSpPr>
          <p:spPr>
            <a:xfrm>
              <a:off x="361370" y="4460031"/>
              <a:ext cx="2520000" cy="21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2E4CBB7-FEDD-4124-9FCF-65F28E8BF387}"/>
                </a:ext>
              </a:extLst>
            </p:cNvPr>
            <p:cNvSpPr/>
            <p:nvPr/>
          </p:nvSpPr>
          <p:spPr>
            <a:xfrm>
              <a:off x="361370" y="4460031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8FA31F00-0076-43FA-9BE2-5C9D9303632D}"/>
                </a:ext>
              </a:extLst>
            </p:cNvPr>
            <p:cNvSpPr/>
            <p:nvPr/>
          </p:nvSpPr>
          <p:spPr>
            <a:xfrm>
              <a:off x="722063" y="4460031"/>
              <a:ext cx="360000" cy="36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DEA9D3D-02E5-486B-A017-38ED984D0C83}"/>
                </a:ext>
              </a:extLst>
            </p:cNvPr>
            <p:cNvSpPr/>
            <p:nvPr/>
          </p:nvSpPr>
          <p:spPr>
            <a:xfrm>
              <a:off x="1080943" y="4460031"/>
              <a:ext cx="360000" cy="36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53A5D26C-3997-48E5-BC9F-4A37E97594D3}"/>
                </a:ext>
              </a:extLst>
            </p:cNvPr>
            <p:cNvSpPr/>
            <p:nvPr/>
          </p:nvSpPr>
          <p:spPr>
            <a:xfrm>
              <a:off x="1441580" y="4460031"/>
              <a:ext cx="360000" cy="36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D507F580-4CD1-458A-8DAF-77D60035D7D7}"/>
                </a:ext>
              </a:extLst>
            </p:cNvPr>
            <p:cNvSpPr/>
            <p:nvPr/>
          </p:nvSpPr>
          <p:spPr>
            <a:xfrm>
              <a:off x="2521453" y="4460031"/>
              <a:ext cx="360000" cy="36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3FC1B952-2515-441C-B517-2C225A4DE31B}"/>
                </a:ext>
              </a:extLst>
            </p:cNvPr>
            <p:cNvSpPr/>
            <p:nvPr/>
          </p:nvSpPr>
          <p:spPr>
            <a:xfrm>
              <a:off x="36137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C4CDD902-FE84-446F-8E0E-ED2FA344F5EE}"/>
                </a:ext>
              </a:extLst>
            </p:cNvPr>
            <p:cNvSpPr/>
            <p:nvPr/>
          </p:nvSpPr>
          <p:spPr>
            <a:xfrm>
              <a:off x="72206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7B87FF02-7502-4C84-BED1-595E6A189A8B}"/>
                </a:ext>
              </a:extLst>
            </p:cNvPr>
            <p:cNvSpPr/>
            <p:nvPr/>
          </p:nvSpPr>
          <p:spPr>
            <a:xfrm>
              <a:off x="108094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D22EDD4-C4EA-4C8E-992C-4D99DCD19162}"/>
                </a:ext>
              </a:extLst>
            </p:cNvPr>
            <p:cNvSpPr/>
            <p:nvPr/>
          </p:nvSpPr>
          <p:spPr>
            <a:xfrm>
              <a:off x="144158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1C05CF3B-84CA-483F-B348-B7E5BB34635C}"/>
                </a:ext>
              </a:extLst>
            </p:cNvPr>
            <p:cNvSpPr/>
            <p:nvPr/>
          </p:nvSpPr>
          <p:spPr>
            <a:xfrm>
              <a:off x="252145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9DE90DF6-3BAA-49E4-B88F-A3108776891C}"/>
                </a:ext>
              </a:extLst>
            </p:cNvPr>
            <p:cNvSpPr/>
            <p:nvPr/>
          </p:nvSpPr>
          <p:spPr>
            <a:xfrm>
              <a:off x="36137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C04F3418-859F-4573-BC8D-0F7E4D4CC621}"/>
                </a:ext>
              </a:extLst>
            </p:cNvPr>
            <p:cNvSpPr/>
            <p:nvPr/>
          </p:nvSpPr>
          <p:spPr>
            <a:xfrm>
              <a:off x="72206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A43E8CBC-B39E-45BB-84EA-BD03E130C096}"/>
                </a:ext>
              </a:extLst>
            </p:cNvPr>
            <p:cNvSpPr/>
            <p:nvPr/>
          </p:nvSpPr>
          <p:spPr>
            <a:xfrm>
              <a:off x="108094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43B2FC2-3157-49D3-A980-4AAD8A20FF82}"/>
                </a:ext>
              </a:extLst>
            </p:cNvPr>
            <p:cNvSpPr/>
            <p:nvPr/>
          </p:nvSpPr>
          <p:spPr>
            <a:xfrm>
              <a:off x="144158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360568B4-711A-416E-9228-C724150BF082}"/>
                </a:ext>
              </a:extLst>
            </p:cNvPr>
            <p:cNvSpPr/>
            <p:nvPr/>
          </p:nvSpPr>
          <p:spPr>
            <a:xfrm>
              <a:off x="252145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2CB7CE9D-9C62-48AB-9E7D-F05581A61442}"/>
                </a:ext>
              </a:extLst>
            </p:cNvPr>
            <p:cNvSpPr/>
            <p:nvPr/>
          </p:nvSpPr>
          <p:spPr>
            <a:xfrm>
              <a:off x="36137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7096F173-7CD1-4A79-9E31-9A149965EB7B}"/>
                </a:ext>
              </a:extLst>
            </p:cNvPr>
            <p:cNvSpPr/>
            <p:nvPr/>
          </p:nvSpPr>
          <p:spPr>
            <a:xfrm>
              <a:off x="72206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3B3AC1F-6722-43A4-BB72-96AAE1B490EC}"/>
                </a:ext>
              </a:extLst>
            </p:cNvPr>
            <p:cNvSpPr/>
            <p:nvPr/>
          </p:nvSpPr>
          <p:spPr>
            <a:xfrm>
              <a:off x="108094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8312E589-895E-4CB3-A8BD-A73F1A1664BA}"/>
                </a:ext>
              </a:extLst>
            </p:cNvPr>
            <p:cNvSpPr/>
            <p:nvPr/>
          </p:nvSpPr>
          <p:spPr>
            <a:xfrm>
              <a:off x="144158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0DDCA613-8E34-4023-9C6A-4BB6D8616566}"/>
                </a:ext>
              </a:extLst>
            </p:cNvPr>
            <p:cNvSpPr/>
            <p:nvPr/>
          </p:nvSpPr>
          <p:spPr>
            <a:xfrm>
              <a:off x="2521453" y="6260031"/>
              <a:ext cx="360000" cy="36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017D1A9-5CA9-46DA-8AC6-AE3F24E0527F}"/>
              </a:ext>
            </a:extLst>
          </p:cNvPr>
          <p:cNvGrpSpPr/>
          <p:nvPr/>
        </p:nvGrpSpPr>
        <p:grpSpPr>
          <a:xfrm>
            <a:off x="741736" y="2327603"/>
            <a:ext cx="2520083" cy="2160000"/>
            <a:chOff x="361370" y="4460031"/>
            <a:chExt cx="2520083" cy="2160000"/>
          </a:xfrm>
          <a:solidFill>
            <a:schemeClr val="bg1"/>
          </a:solidFill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A0BCFDE-4E83-4394-998C-7A244FC4694A}"/>
                </a:ext>
              </a:extLst>
            </p:cNvPr>
            <p:cNvSpPr/>
            <p:nvPr/>
          </p:nvSpPr>
          <p:spPr>
            <a:xfrm>
              <a:off x="361370" y="4460031"/>
              <a:ext cx="2520000" cy="21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A614647-6BF1-4CAC-8B61-070DCC510E08}"/>
                </a:ext>
              </a:extLst>
            </p:cNvPr>
            <p:cNvSpPr/>
            <p:nvPr/>
          </p:nvSpPr>
          <p:spPr>
            <a:xfrm>
              <a:off x="361370" y="4460031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6C1153AA-79B6-4A4A-8F6E-853788CEE22F}"/>
                </a:ext>
              </a:extLst>
            </p:cNvPr>
            <p:cNvSpPr/>
            <p:nvPr/>
          </p:nvSpPr>
          <p:spPr>
            <a:xfrm>
              <a:off x="722063" y="4460031"/>
              <a:ext cx="360000" cy="36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9F02840-5AC1-488B-9BE0-48334FBBEC91}"/>
                </a:ext>
              </a:extLst>
            </p:cNvPr>
            <p:cNvSpPr/>
            <p:nvPr/>
          </p:nvSpPr>
          <p:spPr>
            <a:xfrm>
              <a:off x="1080943" y="4460031"/>
              <a:ext cx="360000" cy="36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75EB110-EA28-43D0-BB10-397FBDF85552}"/>
                </a:ext>
              </a:extLst>
            </p:cNvPr>
            <p:cNvSpPr/>
            <p:nvPr/>
          </p:nvSpPr>
          <p:spPr>
            <a:xfrm>
              <a:off x="1441580" y="4460031"/>
              <a:ext cx="360000" cy="36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CB7E8A0-F39A-4CD6-993A-29E62BCA1C45}"/>
                </a:ext>
              </a:extLst>
            </p:cNvPr>
            <p:cNvSpPr/>
            <p:nvPr/>
          </p:nvSpPr>
          <p:spPr>
            <a:xfrm>
              <a:off x="2521453" y="4460031"/>
              <a:ext cx="360000" cy="36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E45D452-6B49-4AA8-9C25-212C16F8FE08}"/>
                </a:ext>
              </a:extLst>
            </p:cNvPr>
            <p:cNvSpPr/>
            <p:nvPr/>
          </p:nvSpPr>
          <p:spPr>
            <a:xfrm>
              <a:off x="36137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9CE2D1E1-8B54-44E6-87FC-A0D1D8B3FAD7}"/>
                </a:ext>
              </a:extLst>
            </p:cNvPr>
            <p:cNvSpPr/>
            <p:nvPr/>
          </p:nvSpPr>
          <p:spPr>
            <a:xfrm>
              <a:off x="72206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FB86D32-994D-409C-AF15-2966A40CFB3B}"/>
                </a:ext>
              </a:extLst>
            </p:cNvPr>
            <p:cNvSpPr/>
            <p:nvPr/>
          </p:nvSpPr>
          <p:spPr>
            <a:xfrm>
              <a:off x="108094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2D1CFB2-2160-4BF0-B6EE-0C19D208EFFE}"/>
                </a:ext>
              </a:extLst>
            </p:cNvPr>
            <p:cNvSpPr/>
            <p:nvPr/>
          </p:nvSpPr>
          <p:spPr>
            <a:xfrm>
              <a:off x="144158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2C220F4-B2FB-4E76-8020-6A2AB9E42478}"/>
                </a:ext>
              </a:extLst>
            </p:cNvPr>
            <p:cNvSpPr/>
            <p:nvPr/>
          </p:nvSpPr>
          <p:spPr>
            <a:xfrm>
              <a:off x="252145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8489430-CF39-47F1-8C48-1630AE78D3E7}"/>
                </a:ext>
              </a:extLst>
            </p:cNvPr>
            <p:cNvSpPr/>
            <p:nvPr/>
          </p:nvSpPr>
          <p:spPr>
            <a:xfrm>
              <a:off x="36137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70EFDC5-6FCB-4E29-9883-76027E885E83}"/>
                </a:ext>
              </a:extLst>
            </p:cNvPr>
            <p:cNvSpPr/>
            <p:nvPr/>
          </p:nvSpPr>
          <p:spPr>
            <a:xfrm>
              <a:off x="72206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520FA0B0-31FB-42C0-8510-590ADB6D3DD7}"/>
                </a:ext>
              </a:extLst>
            </p:cNvPr>
            <p:cNvSpPr/>
            <p:nvPr/>
          </p:nvSpPr>
          <p:spPr>
            <a:xfrm>
              <a:off x="108094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B300B44-88DF-454D-8B74-C9ADC0BB976B}"/>
                </a:ext>
              </a:extLst>
            </p:cNvPr>
            <p:cNvSpPr/>
            <p:nvPr/>
          </p:nvSpPr>
          <p:spPr>
            <a:xfrm>
              <a:off x="144158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4EDC74D-A0D1-4204-86CF-6547BC348F97}"/>
                </a:ext>
              </a:extLst>
            </p:cNvPr>
            <p:cNvSpPr/>
            <p:nvPr/>
          </p:nvSpPr>
          <p:spPr>
            <a:xfrm>
              <a:off x="252145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EBF9C85-32E3-4CFE-9F99-F26541335BFB}"/>
                </a:ext>
              </a:extLst>
            </p:cNvPr>
            <p:cNvSpPr/>
            <p:nvPr/>
          </p:nvSpPr>
          <p:spPr>
            <a:xfrm>
              <a:off x="36137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7540F84-20D7-4C11-88E3-D1836DE76DF8}"/>
                </a:ext>
              </a:extLst>
            </p:cNvPr>
            <p:cNvSpPr/>
            <p:nvPr/>
          </p:nvSpPr>
          <p:spPr>
            <a:xfrm>
              <a:off x="72206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BEAA5EF-C783-401E-B95F-426252ADF4B8}"/>
                </a:ext>
              </a:extLst>
            </p:cNvPr>
            <p:cNvSpPr/>
            <p:nvPr/>
          </p:nvSpPr>
          <p:spPr>
            <a:xfrm>
              <a:off x="108094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AD0BCEBE-AD1B-44FD-BAC6-E81C1BB24AE8}"/>
                </a:ext>
              </a:extLst>
            </p:cNvPr>
            <p:cNvSpPr/>
            <p:nvPr/>
          </p:nvSpPr>
          <p:spPr>
            <a:xfrm>
              <a:off x="144158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1329E34-46A6-44A7-8757-847CDE842902}"/>
                </a:ext>
              </a:extLst>
            </p:cNvPr>
            <p:cNvSpPr/>
            <p:nvPr/>
          </p:nvSpPr>
          <p:spPr>
            <a:xfrm>
              <a:off x="2521453" y="6260031"/>
              <a:ext cx="360000" cy="36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00DE440-12DF-431D-AE11-8E2A6DF5C99B}"/>
              </a:ext>
            </a:extLst>
          </p:cNvPr>
          <p:cNvGrpSpPr/>
          <p:nvPr/>
        </p:nvGrpSpPr>
        <p:grpSpPr>
          <a:xfrm>
            <a:off x="625234" y="2437415"/>
            <a:ext cx="2520083" cy="2160000"/>
            <a:chOff x="361370" y="4460031"/>
            <a:chExt cx="2520083" cy="2160000"/>
          </a:xfrm>
          <a:solidFill>
            <a:schemeClr val="bg1"/>
          </a:solidFill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588E466-9013-4104-A569-2E74981102EA}"/>
                </a:ext>
              </a:extLst>
            </p:cNvPr>
            <p:cNvSpPr/>
            <p:nvPr/>
          </p:nvSpPr>
          <p:spPr>
            <a:xfrm>
              <a:off x="361370" y="4460031"/>
              <a:ext cx="2520000" cy="21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014C26A-41F7-4400-9371-C927454E2314}"/>
                </a:ext>
              </a:extLst>
            </p:cNvPr>
            <p:cNvSpPr/>
            <p:nvPr/>
          </p:nvSpPr>
          <p:spPr>
            <a:xfrm>
              <a:off x="361370" y="4460031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7FCEB5E-9B36-49DC-947C-EF3AF3E3ACB1}"/>
                </a:ext>
              </a:extLst>
            </p:cNvPr>
            <p:cNvSpPr/>
            <p:nvPr/>
          </p:nvSpPr>
          <p:spPr>
            <a:xfrm>
              <a:off x="722063" y="4460031"/>
              <a:ext cx="360000" cy="36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7DD5D31-51A8-4DB3-97FD-4062C9FB6020}"/>
                </a:ext>
              </a:extLst>
            </p:cNvPr>
            <p:cNvSpPr/>
            <p:nvPr/>
          </p:nvSpPr>
          <p:spPr>
            <a:xfrm>
              <a:off x="1080943" y="4460031"/>
              <a:ext cx="360000" cy="36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538CB76-188D-4D2F-BDC9-EC9B98CFF44D}"/>
                </a:ext>
              </a:extLst>
            </p:cNvPr>
            <p:cNvSpPr/>
            <p:nvPr/>
          </p:nvSpPr>
          <p:spPr>
            <a:xfrm>
              <a:off x="1441580" y="4460031"/>
              <a:ext cx="360000" cy="36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6A350D5-5AD8-4B61-8FCA-4BBB575C3FDC}"/>
                </a:ext>
              </a:extLst>
            </p:cNvPr>
            <p:cNvSpPr/>
            <p:nvPr/>
          </p:nvSpPr>
          <p:spPr>
            <a:xfrm>
              <a:off x="2521453" y="4460031"/>
              <a:ext cx="360000" cy="36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61AEF4F-A69C-4D7C-A7E9-61077A29CEC6}"/>
                </a:ext>
              </a:extLst>
            </p:cNvPr>
            <p:cNvSpPr/>
            <p:nvPr/>
          </p:nvSpPr>
          <p:spPr>
            <a:xfrm>
              <a:off x="36137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2637D3C-73F9-4C96-9B6C-C209B1FD1162}"/>
                </a:ext>
              </a:extLst>
            </p:cNvPr>
            <p:cNvSpPr/>
            <p:nvPr/>
          </p:nvSpPr>
          <p:spPr>
            <a:xfrm>
              <a:off x="72206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7041674-982B-494B-A979-AC56A54B98C5}"/>
                </a:ext>
              </a:extLst>
            </p:cNvPr>
            <p:cNvSpPr/>
            <p:nvPr/>
          </p:nvSpPr>
          <p:spPr>
            <a:xfrm>
              <a:off x="108094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97825E3-D80F-4F19-B439-8774F7608EED}"/>
                </a:ext>
              </a:extLst>
            </p:cNvPr>
            <p:cNvSpPr/>
            <p:nvPr/>
          </p:nvSpPr>
          <p:spPr>
            <a:xfrm>
              <a:off x="144158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5F87FD3-83E0-4B20-A525-B43C18F6BB28}"/>
                </a:ext>
              </a:extLst>
            </p:cNvPr>
            <p:cNvSpPr/>
            <p:nvPr/>
          </p:nvSpPr>
          <p:spPr>
            <a:xfrm>
              <a:off x="252145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26CFFE3-BFBA-4642-8FA5-4AF673629059}"/>
                </a:ext>
              </a:extLst>
            </p:cNvPr>
            <p:cNvSpPr/>
            <p:nvPr/>
          </p:nvSpPr>
          <p:spPr>
            <a:xfrm>
              <a:off x="36137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52C8C83-D162-4F1F-8B0B-9FA730CF0537}"/>
                </a:ext>
              </a:extLst>
            </p:cNvPr>
            <p:cNvSpPr/>
            <p:nvPr/>
          </p:nvSpPr>
          <p:spPr>
            <a:xfrm>
              <a:off x="72206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442B83D-ED65-4264-8A10-DFB8F4104295}"/>
                </a:ext>
              </a:extLst>
            </p:cNvPr>
            <p:cNvSpPr/>
            <p:nvPr/>
          </p:nvSpPr>
          <p:spPr>
            <a:xfrm>
              <a:off x="108094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86B53BD-0C1E-4EE4-8D37-DEA83C3CCB23}"/>
                </a:ext>
              </a:extLst>
            </p:cNvPr>
            <p:cNvSpPr/>
            <p:nvPr/>
          </p:nvSpPr>
          <p:spPr>
            <a:xfrm>
              <a:off x="144158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5DCA7A4-0E6F-457E-A3D2-536419003823}"/>
                </a:ext>
              </a:extLst>
            </p:cNvPr>
            <p:cNvSpPr/>
            <p:nvPr/>
          </p:nvSpPr>
          <p:spPr>
            <a:xfrm>
              <a:off x="252145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99D814A3-B344-495A-9FA4-FD62DA30D6A9}"/>
                </a:ext>
              </a:extLst>
            </p:cNvPr>
            <p:cNvSpPr/>
            <p:nvPr/>
          </p:nvSpPr>
          <p:spPr>
            <a:xfrm>
              <a:off x="36137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320A464-53CF-4820-98C6-905E4B2D9FB1}"/>
                </a:ext>
              </a:extLst>
            </p:cNvPr>
            <p:cNvSpPr/>
            <p:nvPr/>
          </p:nvSpPr>
          <p:spPr>
            <a:xfrm>
              <a:off x="72206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688835D1-6D91-4076-8526-2615C181CFB0}"/>
                </a:ext>
              </a:extLst>
            </p:cNvPr>
            <p:cNvSpPr/>
            <p:nvPr/>
          </p:nvSpPr>
          <p:spPr>
            <a:xfrm>
              <a:off x="108094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BB8986A-B197-49DC-BC12-AF6A6C7F5947}"/>
                </a:ext>
              </a:extLst>
            </p:cNvPr>
            <p:cNvSpPr/>
            <p:nvPr/>
          </p:nvSpPr>
          <p:spPr>
            <a:xfrm>
              <a:off x="144158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A1D964E2-61C1-4BA0-8684-560F9AEDBEF2}"/>
                </a:ext>
              </a:extLst>
            </p:cNvPr>
            <p:cNvSpPr/>
            <p:nvPr/>
          </p:nvSpPr>
          <p:spPr>
            <a:xfrm>
              <a:off x="2521453" y="6260031"/>
              <a:ext cx="360000" cy="36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22D1830-7F80-4D03-AD2D-D89213B9469F}"/>
              </a:ext>
            </a:extLst>
          </p:cNvPr>
          <p:cNvGrpSpPr/>
          <p:nvPr/>
        </p:nvGrpSpPr>
        <p:grpSpPr>
          <a:xfrm>
            <a:off x="508732" y="2547227"/>
            <a:ext cx="2520083" cy="2160000"/>
            <a:chOff x="361370" y="4460031"/>
            <a:chExt cx="2520083" cy="2160000"/>
          </a:xfrm>
          <a:solidFill>
            <a:schemeClr val="bg1"/>
          </a:solidFill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8F89F62-C87A-404D-958D-5F22FAD36E5B}"/>
                </a:ext>
              </a:extLst>
            </p:cNvPr>
            <p:cNvSpPr/>
            <p:nvPr/>
          </p:nvSpPr>
          <p:spPr>
            <a:xfrm>
              <a:off x="361370" y="4460031"/>
              <a:ext cx="2520000" cy="21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B2292E5-AA86-4BE7-AC07-BEE0962A1AF0}"/>
                </a:ext>
              </a:extLst>
            </p:cNvPr>
            <p:cNvSpPr/>
            <p:nvPr/>
          </p:nvSpPr>
          <p:spPr>
            <a:xfrm>
              <a:off x="361370" y="4460031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AF1EE84-ED08-4A15-9B9F-0125ECF46096}"/>
                </a:ext>
              </a:extLst>
            </p:cNvPr>
            <p:cNvSpPr/>
            <p:nvPr/>
          </p:nvSpPr>
          <p:spPr>
            <a:xfrm>
              <a:off x="722063" y="4460031"/>
              <a:ext cx="360000" cy="36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9FC1F7B3-E473-4E24-9362-37E62FC5DC22}"/>
                </a:ext>
              </a:extLst>
            </p:cNvPr>
            <p:cNvSpPr/>
            <p:nvPr/>
          </p:nvSpPr>
          <p:spPr>
            <a:xfrm>
              <a:off x="1080943" y="4460031"/>
              <a:ext cx="360000" cy="36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AFC6A4D-33FE-4A91-B321-DAD2743C094E}"/>
                </a:ext>
              </a:extLst>
            </p:cNvPr>
            <p:cNvSpPr/>
            <p:nvPr/>
          </p:nvSpPr>
          <p:spPr>
            <a:xfrm>
              <a:off x="1441580" y="4460031"/>
              <a:ext cx="360000" cy="36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9ECB5D4-DABD-407D-B992-C3E7D5B45D8E}"/>
                </a:ext>
              </a:extLst>
            </p:cNvPr>
            <p:cNvSpPr/>
            <p:nvPr/>
          </p:nvSpPr>
          <p:spPr>
            <a:xfrm>
              <a:off x="2521453" y="4460031"/>
              <a:ext cx="360000" cy="36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94F53C6-D878-4B94-BE92-F633B5925C6E}"/>
                </a:ext>
              </a:extLst>
            </p:cNvPr>
            <p:cNvSpPr/>
            <p:nvPr/>
          </p:nvSpPr>
          <p:spPr>
            <a:xfrm>
              <a:off x="36137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1E29798-F282-4A13-A8B4-CCA95FC794F6}"/>
                </a:ext>
              </a:extLst>
            </p:cNvPr>
            <p:cNvSpPr/>
            <p:nvPr/>
          </p:nvSpPr>
          <p:spPr>
            <a:xfrm>
              <a:off x="72206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7271BFE-7B90-4E80-BD33-A54405183FF6}"/>
                </a:ext>
              </a:extLst>
            </p:cNvPr>
            <p:cNvSpPr/>
            <p:nvPr/>
          </p:nvSpPr>
          <p:spPr>
            <a:xfrm>
              <a:off x="108094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75311F1-DAEC-47BC-84E5-46C4DBF3AEA7}"/>
                </a:ext>
              </a:extLst>
            </p:cNvPr>
            <p:cNvSpPr/>
            <p:nvPr/>
          </p:nvSpPr>
          <p:spPr>
            <a:xfrm>
              <a:off x="144158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10B9E22-1442-497D-AFE6-DF875A288651}"/>
                </a:ext>
              </a:extLst>
            </p:cNvPr>
            <p:cNvSpPr/>
            <p:nvPr/>
          </p:nvSpPr>
          <p:spPr>
            <a:xfrm>
              <a:off x="252145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91F4D78-F1F6-4F53-88D6-CD0EEF6AFCB0}"/>
                </a:ext>
              </a:extLst>
            </p:cNvPr>
            <p:cNvSpPr/>
            <p:nvPr/>
          </p:nvSpPr>
          <p:spPr>
            <a:xfrm>
              <a:off x="36137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481AB98-26DA-418B-80C4-0C4028727CA1}"/>
                </a:ext>
              </a:extLst>
            </p:cNvPr>
            <p:cNvSpPr/>
            <p:nvPr/>
          </p:nvSpPr>
          <p:spPr>
            <a:xfrm>
              <a:off x="72206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D1A6986-87C5-4EC8-94F0-E32AFD009313}"/>
                </a:ext>
              </a:extLst>
            </p:cNvPr>
            <p:cNvSpPr/>
            <p:nvPr/>
          </p:nvSpPr>
          <p:spPr>
            <a:xfrm>
              <a:off x="108094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73CCCE2-346A-4F95-A9E6-7077CB4F9532}"/>
                </a:ext>
              </a:extLst>
            </p:cNvPr>
            <p:cNvSpPr/>
            <p:nvPr/>
          </p:nvSpPr>
          <p:spPr>
            <a:xfrm>
              <a:off x="144158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D1B71D6-07B7-45A5-8757-B68D417BBDD5}"/>
                </a:ext>
              </a:extLst>
            </p:cNvPr>
            <p:cNvSpPr/>
            <p:nvPr/>
          </p:nvSpPr>
          <p:spPr>
            <a:xfrm>
              <a:off x="252145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7F20998-434C-4EF2-AEA1-2F1593E532B9}"/>
                </a:ext>
              </a:extLst>
            </p:cNvPr>
            <p:cNvSpPr/>
            <p:nvPr/>
          </p:nvSpPr>
          <p:spPr>
            <a:xfrm>
              <a:off x="36137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A845330-119D-4E31-964F-F43F8E671924}"/>
                </a:ext>
              </a:extLst>
            </p:cNvPr>
            <p:cNvSpPr/>
            <p:nvPr/>
          </p:nvSpPr>
          <p:spPr>
            <a:xfrm>
              <a:off x="72206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96483EC-D26E-4D67-A0B5-1A9C68AEA874}"/>
                </a:ext>
              </a:extLst>
            </p:cNvPr>
            <p:cNvSpPr/>
            <p:nvPr/>
          </p:nvSpPr>
          <p:spPr>
            <a:xfrm>
              <a:off x="108094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BEEB725-133E-46C4-A40E-A8C7E78A4CA3}"/>
                </a:ext>
              </a:extLst>
            </p:cNvPr>
            <p:cNvSpPr/>
            <p:nvPr/>
          </p:nvSpPr>
          <p:spPr>
            <a:xfrm>
              <a:off x="144158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53AB9B0-2339-4D93-8F33-7B9BA256C766}"/>
                </a:ext>
              </a:extLst>
            </p:cNvPr>
            <p:cNvSpPr/>
            <p:nvPr/>
          </p:nvSpPr>
          <p:spPr>
            <a:xfrm>
              <a:off x="2521453" y="6260031"/>
              <a:ext cx="360000" cy="36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616F3A3-4F63-46E9-82E2-D44DAFA4594A}"/>
              </a:ext>
            </a:extLst>
          </p:cNvPr>
          <p:cNvGrpSpPr/>
          <p:nvPr/>
        </p:nvGrpSpPr>
        <p:grpSpPr>
          <a:xfrm>
            <a:off x="392230" y="2657039"/>
            <a:ext cx="2520083" cy="2160000"/>
            <a:chOff x="361370" y="4460031"/>
            <a:chExt cx="2520083" cy="2160000"/>
          </a:xfrm>
          <a:solidFill>
            <a:schemeClr val="bg1"/>
          </a:solidFill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5187371-805E-4BBC-86A5-3363F18034B8}"/>
                </a:ext>
              </a:extLst>
            </p:cNvPr>
            <p:cNvSpPr/>
            <p:nvPr/>
          </p:nvSpPr>
          <p:spPr>
            <a:xfrm>
              <a:off x="361370" y="4460031"/>
              <a:ext cx="2520000" cy="21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CDB5B1F-B623-4B9D-A8AD-704F92AE4B9F}"/>
                </a:ext>
              </a:extLst>
            </p:cNvPr>
            <p:cNvSpPr/>
            <p:nvPr/>
          </p:nvSpPr>
          <p:spPr>
            <a:xfrm>
              <a:off x="361370" y="4460031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248BAE4-8AB1-46BD-B226-2A20B88F4684}"/>
                </a:ext>
              </a:extLst>
            </p:cNvPr>
            <p:cNvSpPr/>
            <p:nvPr/>
          </p:nvSpPr>
          <p:spPr>
            <a:xfrm>
              <a:off x="722063" y="4460031"/>
              <a:ext cx="360000" cy="360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C42E74E-B85A-4CE1-8397-C97E5E992D0C}"/>
                </a:ext>
              </a:extLst>
            </p:cNvPr>
            <p:cNvSpPr/>
            <p:nvPr/>
          </p:nvSpPr>
          <p:spPr>
            <a:xfrm>
              <a:off x="1080943" y="4460031"/>
              <a:ext cx="360000" cy="360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1F2ED4D-8CB8-418F-B8C7-3754478EF929}"/>
                </a:ext>
              </a:extLst>
            </p:cNvPr>
            <p:cNvSpPr/>
            <p:nvPr/>
          </p:nvSpPr>
          <p:spPr>
            <a:xfrm>
              <a:off x="1441580" y="4460031"/>
              <a:ext cx="360000" cy="360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86B0775-A1AB-44CB-A40C-F1AF902D1CF3}"/>
                </a:ext>
              </a:extLst>
            </p:cNvPr>
            <p:cNvSpPr/>
            <p:nvPr/>
          </p:nvSpPr>
          <p:spPr>
            <a:xfrm>
              <a:off x="2521453" y="4460031"/>
              <a:ext cx="360000" cy="36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8E5EC1A-19C0-463E-B869-973AAAA2BBC0}"/>
                </a:ext>
              </a:extLst>
            </p:cNvPr>
            <p:cNvSpPr/>
            <p:nvPr/>
          </p:nvSpPr>
          <p:spPr>
            <a:xfrm>
              <a:off x="36137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17097F8-DE2B-4F8E-8916-ADF93E0DD0C5}"/>
                </a:ext>
              </a:extLst>
            </p:cNvPr>
            <p:cNvSpPr/>
            <p:nvPr/>
          </p:nvSpPr>
          <p:spPr>
            <a:xfrm>
              <a:off x="72206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1231C89-459F-4513-953A-2AD06CF8BB46}"/>
                </a:ext>
              </a:extLst>
            </p:cNvPr>
            <p:cNvSpPr/>
            <p:nvPr/>
          </p:nvSpPr>
          <p:spPr>
            <a:xfrm>
              <a:off x="108094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2DA4579-AD93-434C-A4CB-B5DEDB1C7156}"/>
                </a:ext>
              </a:extLst>
            </p:cNvPr>
            <p:cNvSpPr/>
            <p:nvPr/>
          </p:nvSpPr>
          <p:spPr>
            <a:xfrm>
              <a:off x="1441580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D6FE303-7D92-4FDF-8291-9B5CEFFC780C}"/>
                </a:ext>
              </a:extLst>
            </p:cNvPr>
            <p:cNvSpPr/>
            <p:nvPr/>
          </p:nvSpPr>
          <p:spPr>
            <a:xfrm>
              <a:off x="2521453" y="482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9316671-1FF1-4BA3-A73D-87807CDF7187}"/>
                </a:ext>
              </a:extLst>
            </p:cNvPr>
            <p:cNvSpPr/>
            <p:nvPr/>
          </p:nvSpPr>
          <p:spPr>
            <a:xfrm>
              <a:off x="36137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C7548F05-B2F0-4B96-993F-C0E058FACE12}"/>
                </a:ext>
              </a:extLst>
            </p:cNvPr>
            <p:cNvSpPr/>
            <p:nvPr/>
          </p:nvSpPr>
          <p:spPr>
            <a:xfrm>
              <a:off x="72206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4B55B56-B228-4E2E-9C8F-ADFF755AAAC4}"/>
                </a:ext>
              </a:extLst>
            </p:cNvPr>
            <p:cNvSpPr/>
            <p:nvPr/>
          </p:nvSpPr>
          <p:spPr>
            <a:xfrm>
              <a:off x="108094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8D14133-2C9B-4093-A049-450139240CF1}"/>
                </a:ext>
              </a:extLst>
            </p:cNvPr>
            <p:cNvSpPr/>
            <p:nvPr/>
          </p:nvSpPr>
          <p:spPr>
            <a:xfrm>
              <a:off x="1441580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C542BCF-83A6-484C-8381-85BA5890A8EB}"/>
                </a:ext>
              </a:extLst>
            </p:cNvPr>
            <p:cNvSpPr/>
            <p:nvPr/>
          </p:nvSpPr>
          <p:spPr>
            <a:xfrm>
              <a:off x="2521453" y="518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1A2D74A-848F-49FB-B901-A05003FB8366}"/>
                </a:ext>
              </a:extLst>
            </p:cNvPr>
            <p:cNvSpPr/>
            <p:nvPr/>
          </p:nvSpPr>
          <p:spPr>
            <a:xfrm>
              <a:off x="36137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B41B3ED-AAC9-4189-B2E2-E0A291BEF338}"/>
                </a:ext>
              </a:extLst>
            </p:cNvPr>
            <p:cNvSpPr/>
            <p:nvPr/>
          </p:nvSpPr>
          <p:spPr>
            <a:xfrm>
              <a:off x="72206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FC0FC67-6CF1-493B-868F-42544AA7B1DE}"/>
                </a:ext>
              </a:extLst>
            </p:cNvPr>
            <p:cNvSpPr/>
            <p:nvPr/>
          </p:nvSpPr>
          <p:spPr>
            <a:xfrm>
              <a:off x="1080943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0F0D728-4D69-4918-B19F-26A011885834}"/>
                </a:ext>
              </a:extLst>
            </p:cNvPr>
            <p:cNvSpPr/>
            <p:nvPr/>
          </p:nvSpPr>
          <p:spPr>
            <a:xfrm>
              <a:off x="1441580" y="626003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DFC65F6-56D5-412C-9826-F738A3086221}"/>
                </a:ext>
              </a:extLst>
            </p:cNvPr>
            <p:cNvSpPr/>
            <p:nvPr/>
          </p:nvSpPr>
          <p:spPr>
            <a:xfrm>
              <a:off x="2521453" y="6260031"/>
              <a:ext cx="360000" cy="360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605AB03-48BC-462E-8523-BBC905CD9A16}"/>
              </a:ext>
            </a:extLst>
          </p:cNvPr>
          <p:cNvGrpSpPr/>
          <p:nvPr/>
        </p:nvGrpSpPr>
        <p:grpSpPr>
          <a:xfrm>
            <a:off x="275562" y="2802681"/>
            <a:ext cx="2520166" cy="2160000"/>
            <a:chOff x="361287" y="4460031"/>
            <a:chExt cx="2520166" cy="2160000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32D8DF2-BFD7-4BC3-A5A0-8FA2B61D41D8}"/>
                </a:ext>
              </a:extLst>
            </p:cNvPr>
            <p:cNvGrpSpPr/>
            <p:nvPr/>
          </p:nvGrpSpPr>
          <p:grpSpPr>
            <a:xfrm>
              <a:off x="361370" y="4460031"/>
              <a:ext cx="2520083" cy="2160000"/>
              <a:chOff x="361370" y="4460031"/>
              <a:chExt cx="2520083" cy="2160000"/>
            </a:xfrm>
            <a:solidFill>
              <a:schemeClr val="bg1"/>
            </a:solidFill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F980AD7-B9BA-4EF9-B14C-7E4056EAF91C}"/>
                  </a:ext>
                </a:extLst>
              </p:cNvPr>
              <p:cNvSpPr/>
              <p:nvPr/>
            </p:nvSpPr>
            <p:spPr>
              <a:xfrm>
                <a:off x="361370" y="4460031"/>
                <a:ext cx="2520000" cy="21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3421D0F-A9E6-4A68-ADD5-FEDBE3F3912E}"/>
                  </a:ext>
                </a:extLst>
              </p:cNvPr>
              <p:cNvSpPr/>
              <p:nvPr/>
            </p:nvSpPr>
            <p:spPr>
              <a:xfrm>
                <a:off x="361370" y="4460031"/>
                <a:ext cx="360000" cy="360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45BD232-E70D-49EA-8797-C10B05A4433D}"/>
                  </a:ext>
                </a:extLst>
              </p:cNvPr>
              <p:cNvSpPr/>
              <p:nvPr/>
            </p:nvSpPr>
            <p:spPr>
              <a:xfrm>
                <a:off x="722063" y="4460031"/>
                <a:ext cx="360000" cy="360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DC498B8-03FB-4F02-B948-F4D8E3D36B52}"/>
                  </a:ext>
                </a:extLst>
              </p:cNvPr>
              <p:cNvSpPr/>
              <p:nvPr/>
            </p:nvSpPr>
            <p:spPr>
              <a:xfrm>
                <a:off x="1080943" y="4460031"/>
                <a:ext cx="360000" cy="3600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E04D3D0-5DAA-4272-8B1F-B83057FBB6EE}"/>
                  </a:ext>
                </a:extLst>
              </p:cNvPr>
              <p:cNvSpPr/>
              <p:nvPr/>
            </p:nvSpPr>
            <p:spPr>
              <a:xfrm>
                <a:off x="1441580" y="4460031"/>
                <a:ext cx="360000" cy="3600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0E7C499-8D34-4D1A-9CCE-3676337D57EE}"/>
                  </a:ext>
                </a:extLst>
              </p:cNvPr>
              <p:cNvSpPr/>
              <p:nvPr/>
            </p:nvSpPr>
            <p:spPr>
              <a:xfrm>
                <a:off x="2521453" y="4460031"/>
                <a:ext cx="360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AD82386-95DA-4A2C-A103-63A53AE26902}"/>
                  </a:ext>
                </a:extLst>
              </p:cNvPr>
              <p:cNvSpPr/>
              <p:nvPr/>
            </p:nvSpPr>
            <p:spPr>
              <a:xfrm>
                <a:off x="361370" y="482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22904A8-7F79-4F2C-B2BD-B9ABD8405EC6}"/>
                  </a:ext>
                </a:extLst>
              </p:cNvPr>
              <p:cNvSpPr/>
              <p:nvPr/>
            </p:nvSpPr>
            <p:spPr>
              <a:xfrm>
                <a:off x="722063" y="482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2076098-0ED8-4C79-8B0D-9D8E023436C4}"/>
                  </a:ext>
                </a:extLst>
              </p:cNvPr>
              <p:cNvSpPr/>
              <p:nvPr/>
            </p:nvSpPr>
            <p:spPr>
              <a:xfrm>
                <a:off x="1080943" y="482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FBDECC4-0BA7-4622-9737-05BF1FB21E86}"/>
                  </a:ext>
                </a:extLst>
              </p:cNvPr>
              <p:cNvSpPr/>
              <p:nvPr/>
            </p:nvSpPr>
            <p:spPr>
              <a:xfrm>
                <a:off x="1441580" y="482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F7DC3C6-B7E7-40D2-8177-CA1AC006E710}"/>
                  </a:ext>
                </a:extLst>
              </p:cNvPr>
              <p:cNvSpPr/>
              <p:nvPr/>
            </p:nvSpPr>
            <p:spPr>
              <a:xfrm>
                <a:off x="2521453" y="482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F66059C-F53E-4181-A5AF-C45B9A19DCBA}"/>
                  </a:ext>
                </a:extLst>
              </p:cNvPr>
              <p:cNvSpPr/>
              <p:nvPr/>
            </p:nvSpPr>
            <p:spPr>
              <a:xfrm>
                <a:off x="361370" y="518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279A4FE-1694-403C-A4B9-1333CFC3270C}"/>
                  </a:ext>
                </a:extLst>
              </p:cNvPr>
              <p:cNvSpPr/>
              <p:nvPr/>
            </p:nvSpPr>
            <p:spPr>
              <a:xfrm>
                <a:off x="722063" y="518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CBB5B51-F3FC-4CAC-99D4-752B1AD90A53}"/>
                  </a:ext>
                </a:extLst>
              </p:cNvPr>
              <p:cNvSpPr/>
              <p:nvPr/>
            </p:nvSpPr>
            <p:spPr>
              <a:xfrm>
                <a:off x="1080943" y="518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3234D84-4DDC-4AB2-AEB6-39E7554E3CDA}"/>
                  </a:ext>
                </a:extLst>
              </p:cNvPr>
              <p:cNvSpPr/>
              <p:nvPr/>
            </p:nvSpPr>
            <p:spPr>
              <a:xfrm>
                <a:off x="1441580" y="518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AF1F685-BDB6-49D3-8B96-A463A9823A4C}"/>
                  </a:ext>
                </a:extLst>
              </p:cNvPr>
              <p:cNvSpPr/>
              <p:nvPr/>
            </p:nvSpPr>
            <p:spPr>
              <a:xfrm>
                <a:off x="2521453" y="518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F62567E-0C51-4161-8CEA-1D07275418CA}"/>
                  </a:ext>
                </a:extLst>
              </p:cNvPr>
              <p:cNvSpPr/>
              <p:nvPr/>
            </p:nvSpPr>
            <p:spPr>
              <a:xfrm>
                <a:off x="361370" y="626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F22B080-2DDF-4AD0-B5F9-F3FF6EACD631}"/>
                  </a:ext>
                </a:extLst>
              </p:cNvPr>
              <p:cNvSpPr/>
              <p:nvPr/>
            </p:nvSpPr>
            <p:spPr>
              <a:xfrm>
                <a:off x="722063" y="626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74DCAFB-555E-48AB-902A-67A98D98CB54}"/>
                  </a:ext>
                </a:extLst>
              </p:cNvPr>
              <p:cNvSpPr/>
              <p:nvPr/>
            </p:nvSpPr>
            <p:spPr>
              <a:xfrm>
                <a:off x="1080943" y="626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F5AB7EF-BF07-487E-AB1E-F48AC17EB34D}"/>
                  </a:ext>
                </a:extLst>
              </p:cNvPr>
              <p:cNvSpPr/>
              <p:nvPr/>
            </p:nvSpPr>
            <p:spPr>
              <a:xfrm>
                <a:off x="1441580" y="626003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E51605F-C1F1-4117-B598-A60838F2F95E}"/>
                  </a:ext>
                </a:extLst>
              </p:cNvPr>
              <p:cNvSpPr/>
              <p:nvPr/>
            </p:nvSpPr>
            <p:spPr>
              <a:xfrm>
                <a:off x="2521453" y="6260031"/>
                <a:ext cx="360000" cy="3600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FB0A537-0C8B-4DA2-8E9D-D20483DBCB83}"/>
                </a:ext>
              </a:extLst>
            </p:cNvPr>
            <p:cNvSpPr txBox="1"/>
            <p:nvPr/>
          </p:nvSpPr>
          <p:spPr>
            <a:xfrm>
              <a:off x="1976702" y="4820031"/>
              <a:ext cx="369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DFFFB11-4C12-440E-9BB9-B32B65CF8D40}"/>
                </a:ext>
              </a:extLst>
            </p:cNvPr>
            <p:cNvSpPr txBox="1"/>
            <p:nvPr/>
          </p:nvSpPr>
          <p:spPr>
            <a:xfrm>
              <a:off x="1976001" y="6172930"/>
              <a:ext cx="369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C55B087-1EC3-4C71-BAC5-BD1C741EFCE2}"/>
                </a:ext>
              </a:extLst>
            </p:cNvPr>
            <p:cNvSpPr txBox="1"/>
            <p:nvPr/>
          </p:nvSpPr>
          <p:spPr>
            <a:xfrm>
              <a:off x="361287" y="5646676"/>
              <a:ext cx="25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…………………………………</a:t>
              </a:r>
            </a:p>
          </p:txBody>
        </p: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id="{1A9039F6-871C-4E3B-AF8A-0ADFAD27EB4F}"/>
              </a:ext>
            </a:extLst>
          </p:cNvPr>
          <p:cNvSpPr txBox="1"/>
          <p:nvPr/>
        </p:nvSpPr>
        <p:spPr>
          <a:xfrm rot="18900000">
            <a:off x="706822" y="188317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1A8540E1-1006-4C63-B219-19D2AC0FDADA}"/>
              </a:ext>
            </a:extLst>
          </p:cNvPr>
          <p:cNvSpPr txBox="1"/>
          <p:nvPr/>
        </p:nvSpPr>
        <p:spPr>
          <a:xfrm rot="18900000">
            <a:off x="3204638" y="4068352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274" name="Arrow: Right 273">
            <a:extLst>
              <a:ext uri="{FF2B5EF4-FFF2-40B4-BE49-F238E27FC236}">
                <a16:creationId xmlns:a16="http://schemas.microsoft.com/office/drawing/2014/main" id="{6F76E7FB-7E7D-47A1-BDC0-372DC9C33B5C}"/>
              </a:ext>
            </a:extLst>
          </p:cNvPr>
          <p:cNvSpPr/>
          <p:nvPr/>
        </p:nvSpPr>
        <p:spPr>
          <a:xfrm>
            <a:off x="4114631" y="3138066"/>
            <a:ext cx="1067383" cy="72526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8AE8455D-815D-4BA2-ABE2-759A392A12D6}"/>
              </a:ext>
            </a:extLst>
          </p:cNvPr>
          <p:cNvGrpSpPr/>
          <p:nvPr/>
        </p:nvGrpSpPr>
        <p:grpSpPr>
          <a:xfrm>
            <a:off x="5347418" y="2035899"/>
            <a:ext cx="1212953" cy="1251677"/>
            <a:chOff x="6029325" y="3203088"/>
            <a:chExt cx="1212953" cy="1251677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5B3C191-23B7-4550-94D1-524D063DDE19}"/>
                </a:ext>
              </a:extLst>
            </p:cNvPr>
            <p:cNvSpPr/>
            <p:nvPr/>
          </p:nvSpPr>
          <p:spPr>
            <a:xfrm>
              <a:off x="6439901" y="3655517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58C533D-3778-47E3-95CE-B42455B74B15}"/>
                </a:ext>
              </a:extLst>
            </p:cNvPr>
            <p:cNvSpPr/>
            <p:nvPr/>
          </p:nvSpPr>
          <p:spPr>
            <a:xfrm>
              <a:off x="6337257" y="3765329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826B44CB-DE7E-4730-A4C4-05389012EEEA}"/>
                </a:ext>
              </a:extLst>
            </p:cNvPr>
            <p:cNvSpPr/>
            <p:nvPr/>
          </p:nvSpPr>
          <p:spPr>
            <a:xfrm>
              <a:off x="6234613" y="3875141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821BE9A4-06FB-4AD0-828B-1B7FFA1715DE}"/>
                </a:ext>
              </a:extLst>
            </p:cNvPr>
            <p:cNvSpPr/>
            <p:nvPr/>
          </p:nvSpPr>
          <p:spPr>
            <a:xfrm>
              <a:off x="6131969" y="3984953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C659099A-5DBB-487E-B591-AFA7B3497603}"/>
                </a:ext>
              </a:extLst>
            </p:cNvPr>
            <p:cNvSpPr/>
            <p:nvPr/>
          </p:nvSpPr>
          <p:spPr>
            <a:xfrm>
              <a:off x="6850477" y="3216269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D5DCC48-4D0B-4FBF-8E94-9AC86BD3082D}"/>
                </a:ext>
              </a:extLst>
            </p:cNvPr>
            <p:cNvSpPr/>
            <p:nvPr/>
          </p:nvSpPr>
          <p:spPr>
            <a:xfrm>
              <a:off x="6029325" y="4094765"/>
              <a:ext cx="360000" cy="360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8161E3E-535F-4096-8CC0-1C4013FA4AE3}"/>
                </a:ext>
              </a:extLst>
            </p:cNvPr>
            <p:cNvSpPr txBox="1"/>
            <p:nvPr/>
          </p:nvSpPr>
          <p:spPr>
            <a:xfrm rot="18900000">
              <a:off x="6366910" y="320308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ED90574E-0199-47EE-AD70-2C36051F93CE}"/>
                </a:ext>
              </a:extLst>
            </p:cNvPr>
            <p:cNvSpPr txBox="1"/>
            <p:nvPr/>
          </p:nvSpPr>
          <p:spPr>
            <a:xfrm rot="18900000">
              <a:off x="6725790" y="354052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EEFCC658-C66C-4CA6-B323-221330E17BFF}"/>
              </a:ext>
            </a:extLst>
          </p:cNvPr>
          <p:cNvGrpSpPr/>
          <p:nvPr/>
        </p:nvGrpSpPr>
        <p:grpSpPr>
          <a:xfrm>
            <a:off x="6888009" y="2049080"/>
            <a:ext cx="1212953" cy="1251677"/>
            <a:chOff x="6029325" y="3203088"/>
            <a:chExt cx="1212953" cy="1251677"/>
          </a:xfrm>
          <a:solidFill>
            <a:srgbClr val="FFFF00"/>
          </a:solidFill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1363A867-3C86-4453-B1F6-7C8E94E0418B}"/>
                </a:ext>
              </a:extLst>
            </p:cNvPr>
            <p:cNvSpPr/>
            <p:nvPr/>
          </p:nvSpPr>
          <p:spPr>
            <a:xfrm>
              <a:off x="6439901" y="3655517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8DA2709-02D9-4149-AD3A-3D5E955CD7F6}"/>
                </a:ext>
              </a:extLst>
            </p:cNvPr>
            <p:cNvSpPr/>
            <p:nvPr/>
          </p:nvSpPr>
          <p:spPr>
            <a:xfrm>
              <a:off x="6337257" y="376532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983E5E35-11B7-4074-A914-96189F727B4F}"/>
                </a:ext>
              </a:extLst>
            </p:cNvPr>
            <p:cNvSpPr/>
            <p:nvPr/>
          </p:nvSpPr>
          <p:spPr>
            <a:xfrm>
              <a:off x="6234613" y="387514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7562858E-6C62-4749-ACEE-545C32820C3F}"/>
                </a:ext>
              </a:extLst>
            </p:cNvPr>
            <p:cNvSpPr/>
            <p:nvPr/>
          </p:nvSpPr>
          <p:spPr>
            <a:xfrm>
              <a:off x="6131969" y="3984953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5D2AC3D3-CDE2-4E4E-B0EC-0C9F4D1F749D}"/>
                </a:ext>
              </a:extLst>
            </p:cNvPr>
            <p:cNvSpPr/>
            <p:nvPr/>
          </p:nvSpPr>
          <p:spPr>
            <a:xfrm>
              <a:off x="6850477" y="321626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C9E8CCBC-F49F-4B2A-BC78-09A569FFC2AB}"/>
                </a:ext>
              </a:extLst>
            </p:cNvPr>
            <p:cNvSpPr/>
            <p:nvPr/>
          </p:nvSpPr>
          <p:spPr>
            <a:xfrm>
              <a:off x="6029325" y="4094765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F314A361-F5B0-4CAD-91AD-3A4A44A364FB}"/>
                </a:ext>
              </a:extLst>
            </p:cNvPr>
            <p:cNvSpPr txBox="1"/>
            <p:nvPr/>
          </p:nvSpPr>
          <p:spPr>
            <a:xfrm rot="18900000">
              <a:off x="6366910" y="320308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7FE4F183-9A92-4B49-9DB0-9482DD539BF8}"/>
                </a:ext>
              </a:extLst>
            </p:cNvPr>
            <p:cNvSpPr txBox="1"/>
            <p:nvPr/>
          </p:nvSpPr>
          <p:spPr>
            <a:xfrm rot="18900000">
              <a:off x="6725790" y="354052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3EDB2C12-F474-40C7-A6D9-7B5B01EEE30E}"/>
              </a:ext>
            </a:extLst>
          </p:cNvPr>
          <p:cNvGrpSpPr/>
          <p:nvPr/>
        </p:nvGrpSpPr>
        <p:grpSpPr>
          <a:xfrm>
            <a:off x="8522100" y="2049080"/>
            <a:ext cx="1212953" cy="1251677"/>
            <a:chOff x="6029325" y="3203088"/>
            <a:chExt cx="1212953" cy="1251677"/>
          </a:xfrm>
          <a:solidFill>
            <a:srgbClr val="00B050"/>
          </a:solidFill>
        </p:grpSpPr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1F434B5D-F4F7-4496-813D-B2BE4C16EC71}"/>
                </a:ext>
              </a:extLst>
            </p:cNvPr>
            <p:cNvSpPr/>
            <p:nvPr/>
          </p:nvSpPr>
          <p:spPr>
            <a:xfrm>
              <a:off x="6439901" y="3655517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ACD9279-5BA7-4BC1-BDA0-924C95E5771A}"/>
                </a:ext>
              </a:extLst>
            </p:cNvPr>
            <p:cNvSpPr/>
            <p:nvPr/>
          </p:nvSpPr>
          <p:spPr>
            <a:xfrm>
              <a:off x="6337257" y="376532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7E29384-CF30-4BAF-A3AE-1980D05FA222}"/>
                </a:ext>
              </a:extLst>
            </p:cNvPr>
            <p:cNvSpPr/>
            <p:nvPr/>
          </p:nvSpPr>
          <p:spPr>
            <a:xfrm>
              <a:off x="6234613" y="387514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667B2997-8EBF-4E6E-BF93-131F36C265DB}"/>
                </a:ext>
              </a:extLst>
            </p:cNvPr>
            <p:cNvSpPr/>
            <p:nvPr/>
          </p:nvSpPr>
          <p:spPr>
            <a:xfrm>
              <a:off x="6131969" y="3984953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3CE67391-2191-4325-A6B7-A0D4402E1604}"/>
                </a:ext>
              </a:extLst>
            </p:cNvPr>
            <p:cNvSpPr/>
            <p:nvPr/>
          </p:nvSpPr>
          <p:spPr>
            <a:xfrm>
              <a:off x="6850477" y="321626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E7673C60-95A3-4FF3-8E0D-E3F7F97ECF89}"/>
                </a:ext>
              </a:extLst>
            </p:cNvPr>
            <p:cNvSpPr/>
            <p:nvPr/>
          </p:nvSpPr>
          <p:spPr>
            <a:xfrm>
              <a:off x="6029325" y="4094765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5B8E4EAC-2BBF-44B6-89EF-1A753DFFE5FB}"/>
                </a:ext>
              </a:extLst>
            </p:cNvPr>
            <p:cNvSpPr txBox="1"/>
            <p:nvPr/>
          </p:nvSpPr>
          <p:spPr>
            <a:xfrm rot="18900000">
              <a:off x="6366910" y="320308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4DDFC2CE-FCA6-4D6E-B5D5-B8AA4985F09E}"/>
                </a:ext>
              </a:extLst>
            </p:cNvPr>
            <p:cNvSpPr txBox="1"/>
            <p:nvPr/>
          </p:nvSpPr>
          <p:spPr>
            <a:xfrm rot="18900000">
              <a:off x="6725790" y="354052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4FADD375-0B64-471B-9578-7C0DDE0EEBAC}"/>
              </a:ext>
            </a:extLst>
          </p:cNvPr>
          <p:cNvGrpSpPr/>
          <p:nvPr/>
        </p:nvGrpSpPr>
        <p:grpSpPr>
          <a:xfrm>
            <a:off x="10742773" y="2059408"/>
            <a:ext cx="1212953" cy="1251677"/>
            <a:chOff x="6029325" y="3203088"/>
            <a:chExt cx="1212953" cy="125167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843D309-BE48-4BD0-84C4-B49D6239DA3F}"/>
                </a:ext>
              </a:extLst>
            </p:cNvPr>
            <p:cNvSpPr/>
            <p:nvPr/>
          </p:nvSpPr>
          <p:spPr>
            <a:xfrm>
              <a:off x="6439901" y="3655517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595D5E7-569A-4EE1-A2E3-6EC656E13C76}"/>
                </a:ext>
              </a:extLst>
            </p:cNvPr>
            <p:cNvSpPr/>
            <p:nvPr/>
          </p:nvSpPr>
          <p:spPr>
            <a:xfrm>
              <a:off x="6337257" y="376532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3782944B-27C2-48D5-A728-5B7A1DC75FF1}"/>
                </a:ext>
              </a:extLst>
            </p:cNvPr>
            <p:cNvSpPr/>
            <p:nvPr/>
          </p:nvSpPr>
          <p:spPr>
            <a:xfrm>
              <a:off x="6234613" y="387514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800E8B25-EAE8-4A32-B386-DEF63CA80522}"/>
                </a:ext>
              </a:extLst>
            </p:cNvPr>
            <p:cNvSpPr/>
            <p:nvPr/>
          </p:nvSpPr>
          <p:spPr>
            <a:xfrm>
              <a:off x="6131969" y="3984953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B8903D39-12D5-4268-9B1B-A895ABBBC52A}"/>
                </a:ext>
              </a:extLst>
            </p:cNvPr>
            <p:cNvSpPr/>
            <p:nvPr/>
          </p:nvSpPr>
          <p:spPr>
            <a:xfrm>
              <a:off x="6850477" y="321626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E0C10702-DE59-4833-81FD-385A1FF30B67}"/>
                </a:ext>
              </a:extLst>
            </p:cNvPr>
            <p:cNvSpPr/>
            <p:nvPr/>
          </p:nvSpPr>
          <p:spPr>
            <a:xfrm>
              <a:off x="6029325" y="4094765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BD2C7095-EE4D-4FFA-A772-4C77F5A08E37}"/>
                </a:ext>
              </a:extLst>
            </p:cNvPr>
            <p:cNvSpPr txBox="1"/>
            <p:nvPr/>
          </p:nvSpPr>
          <p:spPr>
            <a:xfrm rot="18900000">
              <a:off x="6366910" y="320308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FA21162D-F5E6-491A-82A9-17FF705D1C87}"/>
                </a:ext>
              </a:extLst>
            </p:cNvPr>
            <p:cNvSpPr txBox="1"/>
            <p:nvPr/>
          </p:nvSpPr>
          <p:spPr>
            <a:xfrm rot="18900000">
              <a:off x="6725790" y="354052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  <p:sp>
        <p:nvSpPr>
          <p:cNvPr id="317" name="TextBox 316">
            <a:extLst>
              <a:ext uri="{FF2B5EF4-FFF2-40B4-BE49-F238E27FC236}">
                <a16:creationId xmlns:a16="http://schemas.microsoft.com/office/drawing/2014/main" id="{03A08E0F-C74A-490B-98BE-7A39E45B215C}"/>
              </a:ext>
            </a:extLst>
          </p:cNvPr>
          <p:cNvSpPr txBox="1"/>
          <p:nvPr/>
        </p:nvSpPr>
        <p:spPr>
          <a:xfrm>
            <a:off x="10039738" y="2518276"/>
            <a:ext cx="35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4F0F6BD6-6842-4A6A-B35A-0E999ED9ED04}"/>
              </a:ext>
            </a:extLst>
          </p:cNvPr>
          <p:cNvSpPr txBox="1"/>
          <p:nvPr/>
        </p:nvSpPr>
        <p:spPr>
          <a:xfrm>
            <a:off x="6438900" y="3941552"/>
            <a:ext cx="264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…………………………………….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6B2ADF-631B-48A8-94E0-A4848E9154D2}"/>
              </a:ext>
            </a:extLst>
          </p:cNvPr>
          <p:cNvSpPr txBox="1"/>
          <p:nvPr/>
        </p:nvSpPr>
        <p:spPr>
          <a:xfrm>
            <a:off x="217376" y="467527"/>
            <a:ext cx="2811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/>
              <a:t>Imagini cu dimensiuni mari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9987A7E-5390-4A14-B6EA-222E1912B25E}"/>
              </a:ext>
            </a:extLst>
          </p:cNvPr>
          <p:cNvGrpSpPr/>
          <p:nvPr/>
        </p:nvGrpSpPr>
        <p:grpSpPr>
          <a:xfrm>
            <a:off x="10710972" y="4962681"/>
            <a:ext cx="1212953" cy="1251677"/>
            <a:chOff x="6029325" y="3203088"/>
            <a:chExt cx="1212953" cy="1251677"/>
          </a:xfrm>
          <a:solidFill>
            <a:srgbClr val="0070C0"/>
          </a:solidFill>
        </p:grpSpPr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4068DB7-0097-4D03-BAE0-46482CF07430}"/>
                </a:ext>
              </a:extLst>
            </p:cNvPr>
            <p:cNvSpPr/>
            <p:nvPr/>
          </p:nvSpPr>
          <p:spPr>
            <a:xfrm>
              <a:off x="6439901" y="3655517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46F7213E-97A8-49F5-A91A-21D433193207}"/>
                </a:ext>
              </a:extLst>
            </p:cNvPr>
            <p:cNvSpPr/>
            <p:nvPr/>
          </p:nvSpPr>
          <p:spPr>
            <a:xfrm>
              <a:off x="6337257" y="376532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5AD3E12-0BEB-4BFE-B0AD-7AB64005EF02}"/>
                </a:ext>
              </a:extLst>
            </p:cNvPr>
            <p:cNvSpPr/>
            <p:nvPr/>
          </p:nvSpPr>
          <p:spPr>
            <a:xfrm>
              <a:off x="6234613" y="3875141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A620062-3294-4722-9364-B5418587A940}"/>
                </a:ext>
              </a:extLst>
            </p:cNvPr>
            <p:cNvSpPr/>
            <p:nvPr/>
          </p:nvSpPr>
          <p:spPr>
            <a:xfrm>
              <a:off x="6131969" y="3984953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2A0F693F-3CB9-47EF-AC91-CA9DCCC638F6}"/>
                </a:ext>
              </a:extLst>
            </p:cNvPr>
            <p:cNvSpPr/>
            <p:nvPr/>
          </p:nvSpPr>
          <p:spPr>
            <a:xfrm>
              <a:off x="6850477" y="3216269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B36F892-7415-44DB-A3D4-431A520A636B}"/>
                </a:ext>
              </a:extLst>
            </p:cNvPr>
            <p:cNvSpPr/>
            <p:nvPr/>
          </p:nvSpPr>
          <p:spPr>
            <a:xfrm>
              <a:off x="6029325" y="4094765"/>
              <a:ext cx="360000" cy="36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540084C-B79D-4A09-8369-F52A3C11D3E0}"/>
                </a:ext>
              </a:extLst>
            </p:cNvPr>
            <p:cNvSpPr txBox="1"/>
            <p:nvPr/>
          </p:nvSpPr>
          <p:spPr>
            <a:xfrm rot="18900000">
              <a:off x="6366910" y="320308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BC35F882-EDC2-475F-9D62-6ADE701CF211}"/>
                </a:ext>
              </a:extLst>
            </p:cNvPr>
            <p:cNvSpPr txBox="1"/>
            <p:nvPr/>
          </p:nvSpPr>
          <p:spPr>
            <a:xfrm rot="18900000">
              <a:off x="6725790" y="354052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014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0"/>
      <p:bldP spid="273" grpId="0"/>
      <p:bldP spid="274" grpId="0" animBg="1"/>
      <p:bldP spid="317" grpId="0"/>
      <p:bldP spid="3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174</Words>
  <Application>Microsoft Office PowerPoint</Application>
  <PresentationFormat>Widescreen</PresentationFormat>
  <Paragraphs>99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16</cp:revision>
  <dcterms:created xsi:type="dcterms:W3CDTF">2020-10-09T10:59:05Z</dcterms:created>
  <dcterms:modified xsi:type="dcterms:W3CDTF">2024-10-16T13:42:01Z</dcterms:modified>
</cp:coreProperties>
</file>