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44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68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4164B-846B-4E76-A9F7-D9F49FF2E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2C874C-ABE6-42A4-A3AF-2E66DA9AD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BF1AA-FCD7-472C-B0CF-FF47A715C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E2A34-334C-4EEA-BBFC-4B6FD1D08AC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77B71-54D7-4539-84EF-89981BFDA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97427-C089-4EB1-A80F-E99B208B5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516C-BFF9-4738-933B-04692BB11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27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5A985-ECEB-4B14-9A6A-7B3B040EB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2F13F-F887-418A-9EBE-B36FB3A6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39D49-DABF-43E9-B153-DB64ED1D0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E2A34-334C-4EEA-BBFC-4B6FD1D08AC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7E6F7-41EF-42A8-AE55-08D14F0DF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A962E-F2E9-4B8D-97C0-7457A8635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516C-BFF9-4738-933B-04692BB11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50F4-63BC-433B-BBA4-12F39AF1A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923C5-34F0-4372-B799-FB7FDBA23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D4CE9-2304-4BAA-AA39-B487AA5DF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E2A34-334C-4EEA-BBFC-4B6FD1D08AC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4F3EC-C5C2-48D8-89CC-FD048DB07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BD25A-4A94-42A3-9055-7D73F58D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516C-BFF9-4738-933B-04692BB11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0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EED34-B6FA-48C7-923B-F5E70B34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D5D10-F807-473E-BB9B-71CDEEFFE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815BD-5913-43F8-9530-E6C1264EC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E66F7-5C56-4126-BAAB-C4301AF9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E2A34-334C-4EEA-BBFC-4B6FD1D08AC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274A8-96BE-4020-8BEC-B92D2E007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8D694-B8FC-4729-B4D5-CF9348784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516C-BFF9-4738-933B-04692BB11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14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E6039-2D53-489C-A437-EBED4AE5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A137D-DECD-4294-8570-D91CC2130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9FF33-475F-4C14-8BB3-3F711A74E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3BBA16-0A79-4324-B2D7-98EAD1F0C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292C4A-03A0-4F8E-96E5-2AA4093B1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F082B4-432E-4B86-877D-282EBECB0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E2A34-334C-4EEA-BBFC-4B6FD1D08AC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ADF930-8157-4962-BA09-5DB89C50A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3BB8F-68BD-43CD-8272-9775A543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516C-BFF9-4738-933B-04692BB11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660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3FE23-B61D-49B8-B691-A426F56C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51695A-B617-42B6-B6FC-BD796F413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E2A34-334C-4EEA-BBFC-4B6FD1D08AC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DFE9E4-5DD3-4D85-A9AD-AD8C9A2AD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9D340-05CE-4130-A428-35A1EC972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516C-BFF9-4738-933B-04692BB11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90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9C00C-9EF1-4C26-8068-BE376F05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E2A34-334C-4EEA-BBFC-4B6FD1D08AC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840436-88AD-486D-ADF1-E8893DA8D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AA7F9-8DA5-4E16-B5C4-9B4BCB30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516C-BFF9-4738-933B-04692BB11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86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1789-4B87-4B57-9576-5576E6279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EA0BF-0424-490D-B130-1FDA8337A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7096B-30C1-4026-B22D-D43DF44B4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66A08-0883-4CCD-8E67-AD3293F0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E2A34-334C-4EEA-BBFC-4B6FD1D08AC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F3731-CF75-436C-AA5F-0989B02BC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40375-A830-4074-ADC8-8C8C8610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516C-BFF9-4738-933B-04692BB11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1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DE18E-A33F-4CF4-A88F-0E130FE4B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481E0A-1592-4CE7-A3DA-A5E2203FF1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E50B3-CD37-4A98-8009-30CC11B9E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E1EC4-7564-4D5D-9BF2-DB6ED9FEF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E2A34-334C-4EEA-BBFC-4B6FD1D08AC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B7A74-A393-456A-86A3-866BB7565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B9CD0-7E5B-48E3-A53B-C972AFAA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516C-BFF9-4738-933B-04692BB11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00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334AA-CC6A-48BA-9E8F-266A1625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31E6FE-1DAF-43C2-8B6B-021A608ED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55EC6-30F0-4763-9E3B-BDF14FBF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E2A34-334C-4EEA-BBFC-4B6FD1D08AC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19388-3E86-4FBE-B50F-8D7426E12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A9796-254B-4EAD-8BEE-5A70C3E47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516C-BFF9-4738-933B-04692BB11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280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315E7-2A59-4681-84E4-8505CCEEAC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D88D0-8C4A-4928-881E-6677E657B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8E172-05A2-4CF5-9229-55974DE4F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E2A34-334C-4EEA-BBFC-4B6FD1D08AC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95865-6583-4B57-9FA4-D16A2676E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18D8C-F3E2-40DD-83C0-3B8D33C6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0516C-BFF9-4738-933B-04692BB11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87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004DB1-161C-4275-9115-C115F9803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D5DEF-866C-4493-B21E-8B354F23E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D5304-6E2B-40F8-A059-83814A8A1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E2A34-334C-4EEA-BBFC-4B6FD1D08AC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2B7CC-671E-4432-BC0F-CB80E0379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4018B-434F-4548-822A-60349DC05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0516C-BFF9-4738-933B-04692BB11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91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3" name="Group 622">
            <a:extLst>
              <a:ext uri="{FF2B5EF4-FFF2-40B4-BE49-F238E27FC236}">
                <a16:creationId xmlns:a16="http://schemas.microsoft.com/office/drawing/2014/main" id="{D9006A3E-DDA0-45BB-82D2-EC92FBAA15A6}"/>
              </a:ext>
            </a:extLst>
          </p:cNvPr>
          <p:cNvGrpSpPr/>
          <p:nvPr/>
        </p:nvGrpSpPr>
        <p:grpSpPr>
          <a:xfrm>
            <a:off x="5741342" y="1438232"/>
            <a:ext cx="498765" cy="498765"/>
            <a:chOff x="8295177" y="919018"/>
            <a:chExt cx="498765" cy="498765"/>
          </a:xfrm>
        </p:grpSpPr>
        <p:sp>
          <p:nvSpPr>
            <p:cNvPr id="613" name="Rectangle 612">
              <a:extLst>
                <a:ext uri="{FF2B5EF4-FFF2-40B4-BE49-F238E27FC236}">
                  <a16:creationId xmlns:a16="http://schemas.microsoft.com/office/drawing/2014/main" id="{B118D45B-2051-49D7-9D66-F7B887139480}"/>
                </a:ext>
              </a:extLst>
            </p:cNvPr>
            <p:cNvSpPr/>
            <p:nvPr/>
          </p:nvSpPr>
          <p:spPr>
            <a:xfrm>
              <a:off x="8295177" y="919018"/>
              <a:ext cx="166255" cy="166255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4" name="Rectangle 613">
              <a:extLst>
                <a:ext uri="{FF2B5EF4-FFF2-40B4-BE49-F238E27FC236}">
                  <a16:creationId xmlns:a16="http://schemas.microsoft.com/office/drawing/2014/main" id="{FB6B23DD-81D7-43BC-BB68-2B9DD1FCFB48}"/>
                </a:ext>
              </a:extLst>
            </p:cNvPr>
            <p:cNvSpPr/>
            <p:nvPr/>
          </p:nvSpPr>
          <p:spPr>
            <a:xfrm>
              <a:off x="8461432" y="919018"/>
              <a:ext cx="166255" cy="166255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" name="Rectangle 614">
              <a:extLst>
                <a:ext uri="{FF2B5EF4-FFF2-40B4-BE49-F238E27FC236}">
                  <a16:creationId xmlns:a16="http://schemas.microsoft.com/office/drawing/2014/main" id="{CC2A8BF7-9419-4110-B438-93CBF261020C}"/>
                </a:ext>
              </a:extLst>
            </p:cNvPr>
            <p:cNvSpPr/>
            <p:nvPr/>
          </p:nvSpPr>
          <p:spPr>
            <a:xfrm>
              <a:off x="8627687" y="919018"/>
              <a:ext cx="166255" cy="166255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" name="Rectangle 615">
              <a:extLst>
                <a:ext uri="{FF2B5EF4-FFF2-40B4-BE49-F238E27FC236}">
                  <a16:creationId xmlns:a16="http://schemas.microsoft.com/office/drawing/2014/main" id="{EF37590A-F0F5-45B1-BAEC-D63FF5DD86A9}"/>
                </a:ext>
              </a:extLst>
            </p:cNvPr>
            <p:cNvSpPr/>
            <p:nvPr/>
          </p:nvSpPr>
          <p:spPr>
            <a:xfrm>
              <a:off x="8295177" y="1085273"/>
              <a:ext cx="166255" cy="166255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46604678-4B2F-47EE-8559-86E736FF6A10}"/>
                </a:ext>
              </a:extLst>
            </p:cNvPr>
            <p:cNvSpPr/>
            <p:nvPr/>
          </p:nvSpPr>
          <p:spPr>
            <a:xfrm>
              <a:off x="8627687" y="1085273"/>
              <a:ext cx="166255" cy="166255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" name="Rectangle 618">
              <a:extLst>
                <a:ext uri="{FF2B5EF4-FFF2-40B4-BE49-F238E27FC236}">
                  <a16:creationId xmlns:a16="http://schemas.microsoft.com/office/drawing/2014/main" id="{14A9BCAD-4983-4686-9305-E903E1AA309A}"/>
                </a:ext>
              </a:extLst>
            </p:cNvPr>
            <p:cNvSpPr/>
            <p:nvPr/>
          </p:nvSpPr>
          <p:spPr>
            <a:xfrm>
              <a:off x="8295177" y="1251528"/>
              <a:ext cx="166255" cy="166255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" name="Rectangle 619">
              <a:extLst>
                <a:ext uri="{FF2B5EF4-FFF2-40B4-BE49-F238E27FC236}">
                  <a16:creationId xmlns:a16="http://schemas.microsoft.com/office/drawing/2014/main" id="{91366382-E920-4049-A638-37EB1D2B043C}"/>
                </a:ext>
              </a:extLst>
            </p:cNvPr>
            <p:cNvSpPr/>
            <p:nvPr/>
          </p:nvSpPr>
          <p:spPr>
            <a:xfrm>
              <a:off x="8461432" y="1251528"/>
              <a:ext cx="166255" cy="166255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" name="Rectangle 620">
              <a:extLst>
                <a:ext uri="{FF2B5EF4-FFF2-40B4-BE49-F238E27FC236}">
                  <a16:creationId xmlns:a16="http://schemas.microsoft.com/office/drawing/2014/main" id="{23551777-18B5-4749-ADCF-08FBB5D43329}"/>
                </a:ext>
              </a:extLst>
            </p:cNvPr>
            <p:cNvSpPr/>
            <p:nvPr/>
          </p:nvSpPr>
          <p:spPr>
            <a:xfrm>
              <a:off x="8627687" y="1251528"/>
              <a:ext cx="166255" cy="166255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7" name="Rectangle 616">
              <a:extLst>
                <a:ext uri="{FF2B5EF4-FFF2-40B4-BE49-F238E27FC236}">
                  <a16:creationId xmlns:a16="http://schemas.microsoft.com/office/drawing/2014/main" id="{D82C05E0-1C7C-4B48-9B94-20FA9CE213F6}"/>
                </a:ext>
              </a:extLst>
            </p:cNvPr>
            <p:cNvSpPr/>
            <p:nvPr/>
          </p:nvSpPr>
          <p:spPr>
            <a:xfrm>
              <a:off x="8461432" y="1085273"/>
              <a:ext cx="166255" cy="166255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4" name="TextBox 623">
            <a:extLst>
              <a:ext uri="{FF2B5EF4-FFF2-40B4-BE49-F238E27FC236}">
                <a16:creationId xmlns:a16="http://schemas.microsoft.com/office/drawing/2014/main" id="{6C944E0A-8575-499B-B0C8-822C442DA41D}"/>
              </a:ext>
            </a:extLst>
          </p:cNvPr>
          <p:cNvSpPr txBox="1"/>
          <p:nvPr/>
        </p:nvSpPr>
        <p:spPr>
          <a:xfrm>
            <a:off x="5046770" y="1050489"/>
            <a:ext cx="1887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Mască de filtrare</a:t>
            </a:r>
            <a:endParaRPr lang="en-US" dirty="0"/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34503E5F-C51E-4B14-BA95-20D0A8B50E21}"/>
              </a:ext>
            </a:extLst>
          </p:cNvPr>
          <p:cNvSpPr txBox="1"/>
          <p:nvPr/>
        </p:nvSpPr>
        <p:spPr>
          <a:xfrm>
            <a:off x="302759" y="2890082"/>
            <a:ext cx="3027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Imagine</a:t>
            </a:r>
            <a:r>
              <a:rPr lang="en-US" dirty="0"/>
              <a:t> </a:t>
            </a:r>
            <a:r>
              <a:rPr lang="ro-RO" dirty="0"/>
              <a:t>inițială</a:t>
            </a:r>
            <a:endParaRPr lang="en-US" dirty="0"/>
          </a:p>
        </p:txBody>
      </p:sp>
      <p:sp>
        <p:nvSpPr>
          <p:cNvPr id="746" name="TextBox 745">
            <a:extLst>
              <a:ext uri="{FF2B5EF4-FFF2-40B4-BE49-F238E27FC236}">
                <a16:creationId xmlns:a16="http://schemas.microsoft.com/office/drawing/2014/main" id="{056FF90F-0DFF-43D4-A000-493B3E220AA5}"/>
              </a:ext>
            </a:extLst>
          </p:cNvPr>
          <p:cNvSpPr txBox="1"/>
          <p:nvPr/>
        </p:nvSpPr>
        <p:spPr>
          <a:xfrm>
            <a:off x="8826060" y="2876289"/>
            <a:ext cx="3063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Imagine</a:t>
            </a:r>
            <a:r>
              <a:rPr lang="en-US" dirty="0"/>
              <a:t> </a:t>
            </a:r>
            <a:r>
              <a:rPr lang="ro-RO" dirty="0"/>
              <a:t>filtrată</a:t>
            </a:r>
            <a:endParaRPr lang="en-US" dirty="0"/>
          </a:p>
        </p:txBody>
      </p:sp>
      <p:pic>
        <p:nvPicPr>
          <p:cNvPr id="748" name="Picture 747">
            <a:extLst>
              <a:ext uri="{FF2B5EF4-FFF2-40B4-BE49-F238E27FC236}">
                <a16:creationId xmlns:a16="http://schemas.microsoft.com/office/drawing/2014/main" id="{6ACFFAF4-45F7-44DA-946E-28FCFDEB8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60" y="3543306"/>
            <a:ext cx="3063180" cy="2880000"/>
          </a:xfrm>
          <a:prstGeom prst="rect">
            <a:avLst/>
          </a:prstGeom>
        </p:spPr>
      </p:pic>
      <p:pic>
        <p:nvPicPr>
          <p:cNvPr id="750" name="Picture 749">
            <a:extLst>
              <a:ext uri="{FF2B5EF4-FFF2-40B4-BE49-F238E27FC236}">
                <a16:creationId xmlns:a16="http://schemas.microsoft.com/office/drawing/2014/main" id="{6CBF1EC8-A715-440A-8F49-136FF85BC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060" y="3543306"/>
            <a:ext cx="3063180" cy="2880000"/>
          </a:xfrm>
          <a:prstGeom prst="rect">
            <a:avLst/>
          </a:prstGeom>
        </p:spPr>
      </p:pic>
      <p:sp>
        <p:nvSpPr>
          <p:cNvPr id="751" name="Arrow: Curved Down 750">
            <a:extLst>
              <a:ext uri="{FF2B5EF4-FFF2-40B4-BE49-F238E27FC236}">
                <a16:creationId xmlns:a16="http://schemas.microsoft.com/office/drawing/2014/main" id="{6B79A9A5-3EB5-48B1-8E04-E8C58A2E6728}"/>
              </a:ext>
            </a:extLst>
          </p:cNvPr>
          <p:cNvSpPr/>
          <p:nvPr/>
        </p:nvSpPr>
        <p:spPr>
          <a:xfrm>
            <a:off x="1588655" y="909943"/>
            <a:ext cx="9051636" cy="196634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53" name="Straight Arrow Connector 752">
            <a:extLst>
              <a:ext uri="{FF2B5EF4-FFF2-40B4-BE49-F238E27FC236}">
                <a16:creationId xmlns:a16="http://schemas.microsoft.com/office/drawing/2014/main" id="{C2DA7411-A008-4FE9-B600-33061A7A4C38}"/>
              </a:ext>
            </a:extLst>
          </p:cNvPr>
          <p:cNvCxnSpPr>
            <a:cxnSpLocks/>
          </p:cNvCxnSpPr>
          <p:nvPr/>
        </p:nvCxnSpPr>
        <p:spPr>
          <a:xfrm>
            <a:off x="2525917" y="4124325"/>
            <a:ext cx="848309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6" name="TextBox 755">
            <a:extLst>
              <a:ext uri="{FF2B5EF4-FFF2-40B4-BE49-F238E27FC236}">
                <a16:creationId xmlns:a16="http://schemas.microsoft.com/office/drawing/2014/main" id="{17267573-8301-4BA8-9E1D-BBDE31DA9D1A}"/>
              </a:ext>
            </a:extLst>
          </p:cNvPr>
          <p:cNvSpPr txBox="1"/>
          <p:nvPr/>
        </p:nvSpPr>
        <p:spPr>
          <a:xfrm>
            <a:off x="3365940" y="3508809"/>
            <a:ext cx="54601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Masca se aplică pe fiecare pixel al imaginii inițiale</a:t>
            </a:r>
          </a:p>
          <a:p>
            <a:pPr algn="ctr"/>
            <a:r>
              <a:rPr lang="ro-RO" dirty="0"/>
              <a:t>(centrată pe pixelul prelucrat)</a:t>
            </a:r>
            <a:endParaRPr lang="en-US" dirty="0"/>
          </a:p>
          <a:p>
            <a:pPr algn="ctr"/>
            <a:r>
              <a:rPr lang="ro-RO" dirty="0"/>
              <a:t>și rezultă cîte un pixel al imaginii filtrate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C8A094-DCA0-49D2-976E-17810DAAB206}"/>
              </a:ext>
            </a:extLst>
          </p:cNvPr>
          <p:cNvSpPr txBox="1"/>
          <p:nvPr/>
        </p:nvSpPr>
        <p:spPr>
          <a:xfrm>
            <a:off x="0" y="23129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800" b="1" dirty="0"/>
              <a:t>Filtrare spațială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51409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" grpId="0"/>
      <p:bldP spid="746" grpId="0"/>
      <p:bldP spid="751" grpId="0" animBg="1"/>
      <p:bldP spid="75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6" name="Group 1365">
            <a:extLst>
              <a:ext uri="{FF2B5EF4-FFF2-40B4-BE49-F238E27FC236}">
                <a16:creationId xmlns:a16="http://schemas.microsoft.com/office/drawing/2014/main" id="{CA60618D-9900-40F3-A3A6-82D6348F8B58}"/>
              </a:ext>
            </a:extLst>
          </p:cNvPr>
          <p:cNvGrpSpPr/>
          <p:nvPr/>
        </p:nvGrpSpPr>
        <p:grpSpPr>
          <a:xfrm>
            <a:off x="288397" y="2063928"/>
            <a:ext cx="5652670" cy="3499533"/>
            <a:chOff x="2646202" y="1318924"/>
            <a:chExt cx="5652670" cy="3499533"/>
          </a:xfrm>
        </p:grpSpPr>
        <p:sp>
          <p:nvSpPr>
            <p:cNvPr id="1367" name="Rectangle 1366">
              <a:extLst>
                <a:ext uri="{FF2B5EF4-FFF2-40B4-BE49-F238E27FC236}">
                  <a16:creationId xmlns:a16="http://schemas.microsoft.com/office/drawing/2014/main" id="{B7A0258C-1058-4566-946E-CC964612C1F4}"/>
                </a:ext>
              </a:extLst>
            </p:cNvPr>
            <p:cNvSpPr/>
            <p:nvPr/>
          </p:nvSpPr>
          <p:spPr>
            <a:xfrm>
              <a:off x="281245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8" name="Rectangle 1367">
              <a:extLst>
                <a:ext uri="{FF2B5EF4-FFF2-40B4-BE49-F238E27FC236}">
                  <a16:creationId xmlns:a16="http://schemas.microsoft.com/office/drawing/2014/main" id="{1653C947-968C-4AB1-86B6-6B7E20686AAA}"/>
                </a:ext>
              </a:extLst>
            </p:cNvPr>
            <p:cNvSpPr/>
            <p:nvPr/>
          </p:nvSpPr>
          <p:spPr>
            <a:xfrm>
              <a:off x="297871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9" name="Rectangle 1368">
              <a:extLst>
                <a:ext uri="{FF2B5EF4-FFF2-40B4-BE49-F238E27FC236}">
                  <a16:creationId xmlns:a16="http://schemas.microsoft.com/office/drawing/2014/main" id="{40C44B00-F9E0-4464-97D8-8140CA4F9F8A}"/>
                </a:ext>
              </a:extLst>
            </p:cNvPr>
            <p:cNvSpPr/>
            <p:nvPr/>
          </p:nvSpPr>
          <p:spPr>
            <a:xfrm>
              <a:off x="314496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0" name="Rectangle 1369">
              <a:extLst>
                <a:ext uri="{FF2B5EF4-FFF2-40B4-BE49-F238E27FC236}">
                  <a16:creationId xmlns:a16="http://schemas.microsoft.com/office/drawing/2014/main" id="{A7DD082A-AACF-4DCE-B16F-99408AF38015}"/>
                </a:ext>
              </a:extLst>
            </p:cNvPr>
            <p:cNvSpPr/>
            <p:nvPr/>
          </p:nvSpPr>
          <p:spPr>
            <a:xfrm>
              <a:off x="331122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1" name="Rectangle 1370">
              <a:extLst>
                <a:ext uri="{FF2B5EF4-FFF2-40B4-BE49-F238E27FC236}">
                  <a16:creationId xmlns:a16="http://schemas.microsoft.com/office/drawing/2014/main" id="{125C5428-738F-4FB2-B0A9-89FE40F0277C}"/>
                </a:ext>
              </a:extLst>
            </p:cNvPr>
            <p:cNvSpPr/>
            <p:nvPr/>
          </p:nvSpPr>
          <p:spPr>
            <a:xfrm>
              <a:off x="347747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2" name="Rectangle 1371">
              <a:extLst>
                <a:ext uri="{FF2B5EF4-FFF2-40B4-BE49-F238E27FC236}">
                  <a16:creationId xmlns:a16="http://schemas.microsoft.com/office/drawing/2014/main" id="{CB18B387-7467-418C-AA4F-B4D991109EDA}"/>
                </a:ext>
              </a:extLst>
            </p:cNvPr>
            <p:cNvSpPr/>
            <p:nvPr/>
          </p:nvSpPr>
          <p:spPr>
            <a:xfrm>
              <a:off x="364373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3" name="Rectangle 1372">
              <a:extLst>
                <a:ext uri="{FF2B5EF4-FFF2-40B4-BE49-F238E27FC236}">
                  <a16:creationId xmlns:a16="http://schemas.microsoft.com/office/drawing/2014/main" id="{A09B5689-DDA4-4A2B-8B85-B5EA719E2082}"/>
                </a:ext>
              </a:extLst>
            </p:cNvPr>
            <p:cNvSpPr/>
            <p:nvPr/>
          </p:nvSpPr>
          <p:spPr>
            <a:xfrm>
              <a:off x="380998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4" name="Rectangle 1373">
              <a:extLst>
                <a:ext uri="{FF2B5EF4-FFF2-40B4-BE49-F238E27FC236}">
                  <a16:creationId xmlns:a16="http://schemas.microsoft.com/office/drawing/2014/main" id="{ED546AA9-D455-4AD6-8392-69D98E4429D7}"/>
                </a:ext>
              </a:extLst>
            </p:cNvPr>
            <p:cNvSpPr/>
            <p:nvPr/>
          </p:nvSpPr>
          <p:spPr>
            <a:xfrm>
              <a:off x="397624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5" name="Rectangle 1374">
              <a:extLst>
                <a:ext uri="{FF2B5EF4-FFF2-40B4-BE49-F238E27FC236}">
                  <a16:creationId xmlns:a16="http://schemas.microsoft.com/office/drawing/2014/main" id="{82E39DDC-0952-4027-A9C1-6B599FD3F4C3}"/>
                </a:ext>
              </a:extLst>
            </p:cNvPr>
            <p:cNvSpPr/>
            <p:nvPr/>
          </p:nvSpPr>
          <p:spPr>
            <a:xfrm>
              <a:off x="414249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6" name="Rectangle 1375">
              <a:extLst>
                <a:ext uri="{FF2B5EF4-FFF2-40B4-BE49-F238E27FC236}">
                  <a16:creationId xmlns:a16="http://schemas.microsoft.com/office/drawing/2014/main" id="{C57D1D1C-5746-4A6A-8C63-4E38971941FB}"/>
                </a:ext>
              </a:extLst>
            </p:cNvPr>
            <p:cNvSpPr/>
            <p:nvPr/>
          </p:nvSpPr>
          <p:spPr>
            <a:xfrm>
              <a:off x="430875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7" name="Rectangle 1376">
              <a:extLst>
                <a:ext uri="{FF2B5EF4-FFF2-40B4-BE49-F238E27FC236}">
                  <a16:creationId xmlns:a16="http://schemas.microsoft.com/office/drawing/2014/main" id="{91923E94-46BC-4CBC-BF32-3DB8A3F5CEA7}"/>
                </a:ext>
              </a:extLst>
            </p:cNvPr>
            <p:cNvSpPr/>
            <p:nvPr/>
          </p:nvSpPr>
          <p:spPr>
            <a:xfrm>
              <a:off x="447500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8" name="Rectangle 1377">
              <a:extLst>
                <a:ext uri="{FF2B5EF4-FFF2-40B4-BE49-F238E27FC236}">
                  <a16:creationId xmlns:a16="http://schemas.microsoft.com/office/drawing/2014/main" id="{14AA01B3-025A-41BF-9789-7214A7E59EB5}"/>
                </a:ext>
              </a:extLst>
            </p:cNvPr>
            <p:cNvSpPr/>
            <p:nvPr/>
          </p:nvSpPr>
          <p:spPr>
            <a:xfrm>
              <a:off x="464126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9" name="Rectangle 1378">
              <a:extLst>
                <a:ext uri="{FF2B5EF4-FFF2-40B4-BE49-F238E27FC236}">
                  <a16:creationId xmlns:a16="http://schemas.microsoft.com/office/drawing/2014/main" id="{A4437D04-94FF-426C-95C2-600D4D520802}"/>
                </a:ext>
              </a:extLst>
            </p:cNvPr>
            <p:cNvSpPr/>
            <p:nvPr/>
          </p:nvSpPr>
          <p:spPr>
            <a:xfrm>
              <a:off x="480751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0" name="Rectangle 1379">
              <a:extLst>
                <a:ext uri="{FF2B5EF4-FFF2-40B4-BE49-F238E27FC236}">
                  <a16:creationId xmlns:a16="http://schemas.microsoft.com/office/drawing/2014/main" id="{14CCAC30-43BB-4EC4-A53E-054964267D3C}"/>
                </a:ext>
              </a:extLst>
            </p:cNvPr>
            <p:cNvSpPr/>
            <p:nvPr/>
          </p:nvSpPr>
          <p:spPr>
            <a:xfrm>
              <a:off x="497377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1" name="Rectangle 1380">
              <a:extLst>
                <a:ext uri="{FF2B5EF4-FFF2-40B4-BE49-F238E27FC236}">
                  <a16:creationId xmlns:a16="http://schemas.microsoft.com/office/drawing/2014/main" id="{4ED8AF34-AED0-41DC-A056-67D6326EA9BC}"/>
                </a:ext>
              </a:extLst>
            </p:cNvPr>
            <p:cNvSpPr/>
            <p:nvPr/>
          </p:nvSpPr>
          <p:spPr>
            <a:xfrm>
              <a:off x="514002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2" name="Rectangle 1381">
              <a:extLst>
                <a:ext uri="{FF2B5EF4-FFF2-40B4-BE49-F238E27FC236}">
                  <a16:creationId xmlns:a16="http://schemas.microsoft.com/office/drawing/2014/main" id="{159DBC75-0C83-4B41-8359-50EE8B37E839}"/>
                </a:ext>
              </a:extLst>
            </p:cNvPr>
            <p:cNvSpPr/>
            <p:nvPr/>
          </p:nvSpPr>
          <p:spPr>
            <a:xfrm>
              <a:off x="530628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3" name="Rectangle 1382">
              <a:extLst>
                <a:ext uri="{FF2B5EF4-FFF2-40B4-BE49-F238E27FC236}">
                  <a16:creationId xmlns:a16="http://schemas.microsoft.com/office/drawing/2014/main" id="{2D240D8C-4D5E-4BE5-99C7-63C5C751E185}"/>
                </a:ext>
              </a:extLst>
            </p:cNvPr>
            <p:cNvSpPr/>
            <p:nvPr/>
          </p:nvSpPr>
          <p:spPr>
            <a:xfrm>
              <a:off x="547253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4" name="Rectangle 1383">
              <a:extLst>
                <a:ext uri="{FF2B5EF4-FFF2-40B4-BE49-F238E27FC236}">
                  <a16:creationId xmlns:a16="http://schemas.microsoft.com/office/drawing/2014/main" id="{9BA11A5A-365A-4F84-ACCE-1DDFE74DC38D}"/>
                </a:ext>
              </a:extLst>
            </p:cNvPr>
            <p:cNvSpPr/>
            <p:nvPr/>
          </p:nvSpPr>
          <p:spPr>
            <a:xfrm>
              <a:off x="563879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5" name="Rectangle 1384">
              <a:extLst>
                <a:ext uri="{FF2B5EF4-FFF2-40B4-BE49-F238E27FC236}">
                  <a16:creationId xmlns:a16="http://schemas.microsoft.com/office/drawing/2014/main" id="{EE12E2A7-E01E-45E8-A2CF-C119C1D3153B}"/>
                </a:ext>
              </a:extLst>
            </p:cNvPr>
            <p:cNvSpPr/>
            <p:nvPr/>
          </p:nvSpPr>
          <p:spPr>
            <a:xfrm>
              <a:off x="580504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6" name="Rectangle 1385">
              <a:extLst>
                <a:ext uri="{FF2B5EF4-FFF2-40B4-BE49-F238E27FC236}">
                  <a16:creationId xmlns:a16="http://schemas.microsoft.com/office/drawing/2014/main" id="{AB435718-CF90-4304-842B-1AE6001DA15F}"/>
                </a:ext>
              </a:extLst>
            </p:cNvPr>
            <p:cNvSpPr/>
            <p:nvPr/>
          </p:nvSpPr>
          <p:spPr>
            <a:xfrm>
              <a:off x="597130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7" name="Rectangle 1386">
              <a:extLst>
                <a:ext uri="{FF2B5EF4-FFF2-40B4-BE49-F238E27FC236}">
                  <a16:creationId xmlns:a16="http://schemas.microsoft.com/office/drawing/2014/main" id="{7D548AEC-466E-4410-A64A-3500730CB11B}"/>
                </a:ext>
              </a:extLst>
            </p:cNvPr>
            <p:cNvSpPr/>
            <p:nvPr/>
          </p:nvSpPr>
          <p:spPr>
            <a:xfrm>
              <a:off x="613755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8" name="Rectangle 1387">
              <a:extLst>
                <a:ext uri="{FF2B5EF4-FFF2-40B4-BE49-F238E27FC236}">
                  <a16:creationId xmlns:a16="http://schemas.microsoft.com/office/drawing/2014/main" id="{6012A53C-FF91-40D8-8EDF-F7E029A2D026}"/>
                </a:ext>
              </a:extLst>
            </p:cNvPr>
            <p:cNvSpPr/>
            <p:nvPr/>
          </p:nvSpPr>
          <p:spPr>
            <a:xfrm>
              <a:off x="630381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9" name="Rectangle 1388">
              <a:extLst>
                <a:ext uri="{FF2B5EF4-FFF2-40B4-BE49-F238E27FC236}">
                  <a16:creationId xmlns:a16="http://schemas.microsoft.com/office/drawing/2014/main" id="{05648FF4-1BA0-400F-8A26-16191D54F38E}"/>
                </a:ext>
              </a:extLst>
            </p:cNvPr>
            <p:cNvSpPr/>
            <p:nvPr/>
          </p:nvSpPr>
          <p:spPr>
            <a:xfrm>
              <a:off x="647006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0" name="Rectangle 1389">
              <a:extLst>
                <a:ext uri="{FF2B5EF4-FFF2-40B4-BE49-F238E27FC236}">
                  <a16:creationId xmlns:a16="http://schemas.microsoft.com/office/drawing/2014/main" id="{B7CC26E5-4F00-4B2A-B199-4EB653F32174}"/>
                </a:ext>
              </a:extLst>
            </p:cNvPr>
            <p:cNvSpPr/>
            <p:nvPr/>
          </p:nvSpPr>
          <p:spPr>
            <a:xfrm>
              <a:off x="663632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1" name="Rectangle 1390">
              <a:extLst>
                <a:ext uri="{FF2B5EF4-FFF2-40B4-BE49-F238E27FC236}">
                  <a16:creationId xmlns:a16="http://schemas.microsoft.com/office/drawing/2014/main" id="{F8733898-F966-45B1-8960-7B44C9C4E0FD}"/>
                </a:ext>
              </a:extLst>
            </p:cNvPr>
            <p:cNvSpPr/>
            <p:nvPr/>
          </p:nvSpPr>
          <p:spPr>
            <a:xfrm>
              <a:off x="680257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2" name="Rectangle 1391">
              <a:extLst>
                <a:ext uri="{FF2B5EF4-FFF2-40B4-BE49-F238E27FC236}">
                  <a16:creationId xmlns:a16="http://schemas.microsoft.com/office/drawing/2014/main" id="{3D04A581-B209-44BC-B95D-CE055E10EF59}"/>
                </a:ext>
              </a:extLst>
            </p:cNvPr>
            <p:cNvSpPr/>
            <p:nvPr/>
          </p:nvSpPr>
          <p:spPr>
            <a:xfrm>
              <a:off x="696883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3" name="Rectangle 1392">
              <a:extLst>
                <a:ext uri="{FF2B5EF4-FFF2-40B4-BE49-F238E27FC236}">
                  <a16:creationId xmlns:a16="http://schemas.microsoft.com/office/drawing/2014/main" id="{9FA510B0-83AD-4029-80BB-60265AE68FB6}"/>
                </a:ext>
              </a:extLst>
            </p:cNvPr>
            <p:cNvSpPr/>
            <p:nvPr/>
          </p:nvSpPr>
          <p:spPr>
            <a:xfrm>
              <a:off x="713508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4" name="Rectangle 1393">
              <a:extLst>
                <a:ext uri="{FF2B5EF4-FFF2-40B4-BE49-F238E27FC236}">
                  <a16:creationId xmlns:a16="http://schemas.microsoft.com/office/drawing/2014/main" id="{DD89FD4C-0E76-40FD-AA6F-677F04501A5A}"/>
                </a:ext>
              </a:extLst>
            </p:cNvPr>
            <p:cNvSpPr/>
            <p:nvPr/>
          </p:nvSpPr>
          <p:spPr>
            <a:xfrm>
              <a:off x="730134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5" name="Rectangle 1394">
              <a:extLst>
                <a:ext uri="{FF2B5EF4-FFF2-40B4-BE49-F238E27FC236}">
                  <a16:creationId xmlns:a16="http://schemas.microsoft.com/office/drawing/2014/main" id="{B65914C7-1D69-4697-84F8-029A465B65C4}"/>
                </a:ext>
              </a:extLst>
            </p:cNvPr>
            <p:cNvSpPr/>
            <p:nvPr/>
          </p:nvSpPr>
          <p:spPr>
            <a:xfrm>
              <a:off x="746759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6" name="Rectangle 1395">
              <a:extLst>
                <a:ext uri="{FF2B5EF4-FFF2-40B4-BE49-F238E27FC236}">
                  <a16:creationId xmlns:a16="http://schemas.microsoft.com/office/drawing/2014/main" id="{B5B4DDD9-5252-43F3-9781-081CA448A80F}"/>
                </a:ext>
              </a:extLst>
            </p:cNvPr>
            <p:cNvSpPr/>
            <p:nvPr/>
          </p:nvSpPr>
          <p:spPr>
            <a:xfrm>
              <a:off x="763385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7" name="Rectangle 1396">
              <a:extLst>
                <a:ext uri="{FF2B5EF4-FFF2-40B4-BE49-F238E27FC236}">
                  <a16:creationId xmlns:a16="http://schemas.microsoft.com/office/drawing/2014/main" id="{7CEB95CA-38C5-49F3-A667-E358627AAA8B}"/>
                </a:ext>
              </a:extLst>
            </p:cNvPr>
            <p:cNvSpPr/>
            <p:nvPr/>
          </p:nvSpPr>
          <p:spPr>
            <a:xfrm>
              <a:off x="780010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8" name="Rectangle 1397">
              <a:extLst>
                <a:ext uri="{FF2B5EF4-FFF2-40B4-BE49-F238E27FC236}">
                  <a16:creationId xmlns:a16="http://schemas.microsoft.com/office/drawing/2014/main" id="{6C001CA5-A5C1-4E9B-841D-9938D0001471}"/>
                </a:ext>
              </a:extLst>
            </p:cNvPr>
            <p:cNvSpPr/>
            <p:nvPr/>
          </p:nvSpPr>
          <p:spPr>
            <a:xfrm>
              <a:off x="796636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9" name="Rectangle 1398">
              <a:extLst>
                <a:ext uri="{FF2B5EF4-FFF2-40B4-BE49-F238E27FC236}">
                  <a16:creationId xmlns:a16="http://schemas.microsoft.com/office/drawing/2014/main" id="{788F99A1-CA74-4881-B860-70B240C6E88B}"/>
                </a:ext>
              </a:extLst>
            </p:cNvPr>
            <p:cNvSpPr/>
            <p:nvPr/>
          </p:nvSpPr>
          <p:spPr>
            <a:xfrm>
              <a:off x="8132617" y="148605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0" name="Rectangle 1399">
              <a:extLst>
                <a:ext uri="{FF2B5EF4-FFF2-40B4-BE49-F238E27FC236}">
                  <a16:creationId xmlns:a16="http://schemas.microsoft.com/office/drawing/2014/main" id="{42A796E5-5F6B-456E-BDB2-1A72423AACFD}"/>
                </a:ext>
              </a:extLst>
            </p:cNvPr>
            <p:cNvSpPr/>
            <p:nvPr/>
          </p:nvSpPr>
          <p:spPr>
            <a:xfrm>
              <a:off x="8132617" y="165230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1" name="Rectangle 1400">
              <a:extLst>
                <a:ext uri="{FF2B5EF4-FFF2-40B4-BE49-F238E27FC236}">
                  <a16:creationId xmlns:a16="http://schemas.microsoft.com/office/drawing/2014/main" id="{CEFBE361-DBE4-43D5-8F55-48B735CACA77}"/>
                </a:ext>
              </a:extLst>
            </p:cNvPr>
            <p:cNvSpPr/>
            <p:nvPr/>
          </p:nvSpPr>
          <p:spPr>
            <a:xfrm>
              <a:off x="8132617" y="181856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2" name="Rectangle 1401">
              <a:extLst>
                <a:ext uri="{FF2B5EF4-FFF2-40B4-BE49-F238E27FC236}">
                  <a16:creationId xmlns:a16="http://schemas.microsoft.com/office/drawing/2014/main" id="{1BC22AA0-C38F-455C-96A2-568B4F2969C8}"/>
                </a:ext>
              </a:extLst>
            </p:cNvPr>
            <p:cNvSpPr/>
            <p:nvPr/>
          </p:nvSpPr>
          <p:spPr>
            <a:xfrm>
              <a:off x="8132617" y="198481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3" name="Rectangle 1402">
              <a:extLst>
                <a:ext uri="{FF2B5EF4-FFF2-40B4-BE49-F238E27FC236}">
                  <a16:creationId xmlns:a16="http://schemas.microsoft.com/office/drawing/2014/main" id="{68770D42-79D1-44C2-9FA9-E11B2D9FE2B2}"/>
                </a:ext>
              </a:extLst>
            </p:cNvPr>
            <p:cNvSpPr/>
            <p:nvPr/>
          </p:nvSpPr>
          <p:spPr>
            <a:xfrm>
              <a:off x="8132617" y="215107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4" name="Rectangle 1403">
              <a:extLst>
                <a:ext uri="{FF2B5EF4-FFF2-40B4-BE49-F238E27FC236}">
                  <a16:creationId xmlns:a16="http://schemas.microsoft.com/office/drawing/2014/main" id="{C0FD07C1-5B75-4627-A973-9FF78B7BD6AD}"/>
                </a:ext>
              </a:extLst>
            </p:cNvPr>
            <p:cNvSpPr/>
            <p:nvPr/>
          </p:nvSpPr>
          <p:spPr>
            <a:xfrm>
              <a:off x="8132617" y="231732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5" name="Rectangle 1404">
              <a:extLst>
                <a:ext uri="{FF2B5EF4-FFF2-40B4-BE49-F238E27FC236}">
                  <a16:creationId xmlns:a16="http://schemas.microsoft.com/office/drawing/2014/main" id="{F75A14AA-2307-49C9-B306-C1FC1F4210D1}"/>
                </a:ext>
              </a:extLst>
            </p:cNvPr>
            <p:cNvSpPr/>
            <p:nvPr/>
          </p:nvSpPr>
          <p:spPr>
            <a:xfrm>
              <a:off x="8132617" y="248358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6" name="Rectangle 1405">
              <a:extLst>
                <a:ext uri="{FF2B5EF4-FFF2-40B4-BE49-F238E27FC236}">
                  <a16:creationId xmlns:a16="http://schemas.microsoft.com/office/drawing/2014/main" id="{D2CF414E-C2AD-40FB-89FB-D9E5A0A35B76}"/>
                </a:ext>
              </a:extLst>
            </p:cNvPr>
            <p:cNvSpPr/>
            <p:nvPr/>
          </p:nvSpPr>
          <p:spPr>
            <a:xfrm>
              <a:off x="8132617" y="264983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7" name="Rectangle 1406">
              <a:extLst>
                <a:ext uri="{FF2B5EF4-FFF2-40B4-BE49-F238E27FC236}">
                  <a16:creationId xmlns:a16="http://schemas.microsoft.com/office/drawing/2014/main" id="{1CB5D8DA-5504-47CB-B9AA-99C856010B8C}"/>
                </a:ext>
              </a:extLst>
            </p:cNvPr>
            <p:cNvSpPr/>
            <p:nvPr/>
          </p:nvSpPr>
          <p:spPr>
            <a:xfrm>
              <a:off x="8132617" y="281609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8" name="Rectangle 1407">
              <a:extLst>
                <a:ext uri="{FF2B5EF4-FFF2-40B4-BE49-F238E27FC236}">
                  <a16:creationId xmlns:a16="http://schemas.microsoft.com/office/drawing/2014/main" id="{D452D5D9-D570-4478-8DC5-3159B77C7F71}"/>
                </a:ext>
              </a:extLst>
            </p:cNvPr>
            <p:cNvSpPr/>
            <p:nvPr/>
          </p:nvSpPr>
          <p:spPr>
            <a:xfrm>
              <a:off x="8132617" y="298234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9" name="Rectangle 1408">
              <a:extLst>
                <a:ext uri="{FF2B5EF4-FFF2-40B4-BE49-F238E27FC236}">
                  <a16:creationId xmlns:a16="http://schemas.microsoft.com/office/drawing/2014/main" id="{BFCAB114-BDEC-4D0D-A7F7-B17833F34ABA}"/>
                </a:ext>
              </a:extLst>
            </p:cNvPr>
            <p:cNvSpPr/>
            <p:nvPr/>
          </p:nvSpPr>
          <p:spPr>
            <a:xfrm>
              <a:off x="8132617" y="314860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0" name="Rectangle 1409">
              <a:extLst>
                <a:ext uri="{FF2B5EF4-FFF2-40B4-BE49-F238E27FC236}">
                  <a16:creationId xmlns:a16="http://schemas.microsoft.com/office/drawing/2014/main" id="{D8C31266-5237-4E9A-AB02-3DF70467DAAA}"/>
                </a:ext>
              </a:extLst>
            </p:cNvPr>
            <p:cNvSpPr/>
            <p:nvPr/>
          </p:nvSpPr>
          <p:spPr>
            <a:xfrm>
              <a:off x="8132617" y="331485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1" name="Rectangle 1410">
              <a:extLst>
                <a:ext uri="{FF2B5EF4-FFF2-40B4-BE49-F238E27FC236}">
                  <a16:creationId xmlns:a16="http://schemas.microsoft.com/office/drawing/2014/main" id="{9F87810B-FBAD-4866-8C61-5A9FD1D0C1A5}"/>
                </a:ext>
              </a:extLst>
            </p:cNvPr>
            <p:cNvSpPr/>
            <p:nvPr/>
          </p:nvSpPr>
          <p:spPr>
            <a:xfrm>
              <a:off x="8132617" y="348111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2" name="Rectangle 1411">
              <a:extLst>
                <a:ext uri="{FF2B5EF4-FFF2-40B4-BE49-F238E27FC236}">
                  <a16:creationId xmlns:a16="http://schemas.microsoft.com/office/drawing/2014/main" id="{23A4E102-C0DD-4383-BAEC-79BB7A5D2BC2}"/>
                </a:ext>
              </a:extLst>
            </p:cNvPr>
            <p:cNvSpPr/>
            <p:nvPr/>
          </p:nvSpPr>
          <p:spPr>
            <a:xfrm>
              <a:off x="8132617" y="364736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3" name="Rectangle 1412">
              <a:extLst>
                <a:ext uri="{FF2B5EF4-FFF2-40B4-BE49-F238E27FC236}">
                  <a16:creationId xmlns:a16="http://schemas.microsoft.com/office/drawing/2014/main" id="{54730852-C60A-404B-9422-EEAF5C42343F}"/>
                </a:ext>
              </a:extLst>
            </p:cNvPr>
            <p:cNvSpPr/>
            <p:nvPr/>
          </p:nvSpPr>
          <p:spPr>
            <a:xfrm>
              <a:off x="8132617" y="381362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4" name="Rectangle 1413">
              <a:extLst>
                <a:ext uri="{FF2B5EF4-FFF2-40B4-BE49-F238E27FC236}">
                  <a16:creationId xmlns:a16="http://schemas.microsoft.com/office/drawing/2014/main" id="{9CFCC716-B46F-42A4-99FD-409374DEFB60}"/>
                </a:ext>
              </a:extLst>
            </p:cNvPr>
            <p:cNvSpPr/>
            <p:nvPr/>
          </p:nvSpPr>
          <p:spPr>
            <a:xfrm>
              <a:off x="8132617" y="397987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5" name="Rectangle 1414">
              <a:extLst>
                <a:ext uri="{FF2B5EF4-FFF2-40B4-BE49-F238E27FC236}">
                  <a16:creationId xmlns:a16="http://schemas.microsoft.com/office/drawing/2014/main" id="{49EAE276-CF47-40E1-AD8C-52E4AE1E16CD}"/>
                </a:ext>
              </a:extLst>
            </p:cNvPr>
            <p:cNvSpPr/>
            <p:nvPr/>
          </p:nvSpPr>
          <p:spPr>
            <a:xfrm>
              <a:off x="8132617" y="414613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6" name="Rectangle 1415">
              <a:extLst>
                <a:ext uri="{FF2B5EF4-FFF2-40B4-BE49-F238E27FC236}">
                  <a16:creationId xmlns:a16="http://schemas.microsoft.com/office/drawing/2014/main" id="{823253EE-1C55-41D4-801C-7101C7CD7666}"/>
                </a:ext>
              </a:extLst>
            </p:cNvPr>
            <p:cNvSpPr/>
            <p:nvPr/>
          </p:nvSpPr>
          <p:spPr>
            <a:xfrm>
              <a:off x="8132617" y="431238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7" name="Rectangle 1416">
              <a:extLst>
                <a:ext uri="{FF2B5EF4-FFF2-40B4-BE49-F238E27FC236}">
                  <a16:creationId xmlns:a16="http://schemas.microsoft.com/office/drawing/2014/main" id="{C09A9820-3F97-4283-96B0-7F4F8A6B2B81}"/>
                </a:ext>
              </a:extLst>
            </p:cNvPr>
            <p:cNvSpPr/>
            <p:nvPr/>
          </p:nvSpPr>
          <p:spPr>
            <a:xfrm>
              <a:off x="8132617" y="447864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8" name="Rectangle 1417">
              <a:extLst>
                <a:ext uri="{FF2B5EF4-FFF2-40B4-BE49-F238E27FC236}">
                  <a16:creationId xmlns:a16="http://schemas.microsoft.com/office/drawing/2014/main" id="{1DCF8D65-B1CC-461C-BF15-B711187B5C97}"/>
                </a:ext>
              </a:extLst>
            </p:cNvPr>
            <p:cNvSpPr/>
            <p:nvPr/>
          </p:nvSpPr>
          <p:spPr>
            <a:xfrm>
              <a:off x="813261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9" name="Rectangle 1418">
              <a:extLst>
                <a:ext uri="{FF2B5EF4-FFF2-40B4-BE49-F238E27FC236}">
                  <a16:creationId xmlns:a16="http://schemas.microsoft.com/office/drawing/2014/main" id="{9AB7DAB1-DD7B-485A-9FDC-DB6BE489FFCA}"/>
                </a:ext>
              </a:extLst>
            </p:cNvPr>
            <p:cNvSpPr/>
            <p:nvPr/>
          </p:nvSpPr>
          <p:spPr>
            <a:xfrm>
              <a:off x="2646202" y="148517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0" name="Rectangle 1419">
              <a:extLst>
                <a:ext uri="{FF2B5EF4-FFF2-40B4-BE49-F238E27FC236}">
                  <a16:creationId xmlns:a16="http://schemas.microsoft.com/office/drawing/2014/main" id="{B476C37D-BD8F-4F23-88F9-B30E019EBA5D}"/>
                </a:ext>
              </a:extLst>
            </p:cNvPr>
            <p:cNvSpPr/>
            <p:nvPr/>
          </p:nvSpPr>
          <p:spPr>
            <a:xfrm>
              <a:off x="2646202" y="165143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1" name="Rectangle 1420">
              <a:extLst>
                <a:ext uri="{FF2B5EF4-FFF2-40B4-BE49-F238E27FC236}">
                  <a16:creationId xmlns:a16="http://schemas.microsoft.com/office/drawing/2014/main" id="{18373CEC-E627-41B8-8D2B-8818C5A506C9}"/>
                </a:ext>
              </a:extLst>
            </p:cNvPr>
            <p:cNvSpPr/>
            <p:nvPr/>
          </p:nvSpPr>
          <p:spPr>
            <a:xfrm>
              <a:off x="2646202" y="181768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2" name="Rectangle 1421">
              <a:extLst>
                <a:ext uri="{FF2B5EF4-FFF2-40B4-BE49-F238E27FC236}">
                  <a16:creationId xmlns:a16="http://schemas.microsoft.com/office/drawing/2014/main" id="{B5D1D1C4-7F19-4F49-8EF0-F084AAEE6A42}"/>
                </a:ext>
              </a:extLst>
            </p:cNvPr>
            <p:cNvSpPr/>
            <p:nvPr/>
          </p:nvSpPr>
          <p:spPr>
            <a:xfrm>
              <a:off x="2646202" y="198394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3" name="Rectangle 1422">
              <a:extLst>
                <a:ext uri="{FF2B5EF4-FFF2-40B4-BE49-F238E27FC236}">
                  <a16:creationId xmlns:a16="http://schemas.microsoft.com/office/drawing/2014/main" id="{713C6316-A430-4739-8D0F-D170371E8C59}"/>
                </a:ext>
              </a:extLst>
            </p:cNvPr>
            <p:cNvSpPr/>
            <p:nvPr/>
          </p:nvSpPr>
          <p:spPr>
            <a:xfrm>
              <a:off x="2646202" y="21501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4" name="Rectangle 1423">
              <a:extLst>
                <a:ext uri="{FF2B5EF4-FFF2-40B4-BE49-F238E27FC236}">
                  <a16:creationId xmlns:a16="http://schemas.microsoft.com/office/drawing/2014/main" id="{C5786B04-6C62-4837-B4C5-ED4B71BB4AC7}"/>
                </a:ext>
              </a:extLst>
            </p:cNvPr>
            <p:cNvSpPr/>
            <p:nvPr/>
          </p:nvSpPr>
          <p:spPr>
            <a:xfrm>
              <a:off x="2646202" y="231645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5" name="Rectangle 1424">
              <a:extLst>
                <a:ext uri="{FF2B5EF4-FFF2-40B4-BE49-F238E27FC236}">
                  <a16:creationId xmlns:a16="http://schemas.microsoft.com/office/drawing/2014/main" id="{7794D7B7-6DA7-4072-BF57-38F4B32336FD}"/>
                </a:ext>
              </a:extLst>
            </p:cNvPr>
            <p:cNvSpPr/>
            <p:nvPr/>
          </p:nvSpPr>
          <p:spPr>
            <a:xfrm>
              <a:off x="2646202" y="248270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6" name="Rectangle 1425">
              <a:extLst>
                <a:ext uri="{FF2B5EF4-FFF2-40B4-BE49-F238E27FC236}">
                  <a16:creationId xmlns:a16="http://schemas.microsoft.com/office/drawing/2014/main" id="{B87252FD-2450-4476-AB00-C54B40EF36E2}"/>
                </a:ext>
              </a:extLst>
            </p:cNvPr>
            <p:cNvSpPr/>
            <p:nvPr/>
          </p:nvSpPr>
          <p:spPr>
            <a:xfrm>
              <a:off x="2646202" y="264896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7" name="Rectangle 1426">
              <a:extLst>
                <a:ext uri="{FF2B5EF4-FFF2-40B4-BE49-F238E27FC236}">
                  <a16:creationId xmlns:a16="http://schemas.microsoft.com/office/drawing/2014/main" id="{20E61335-28A0-4B95-B33E-44BA856BF550}"/>
                </a:ext>
              </a:extLst>
            </p:cNvPr>
            <p:cNvSpPr/>
            <p:nvPr/>
          </p:nvSpPr>
          <p:spPr>
            <a:xfrm>
              <a:off x="2646202" y="281521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8" name="Rectangle 1427">
              <a:extLst>
                <a:ext uri="{FF2B5EF4-FFF2-40B4-BE49-F238E27FC236}">
                  <a16:creationId xmlns:a16="http://schemas.microsoft.com/office/drawing/2014/main" id="{89279F6B-853F-4ED4-9E95-BA573640315C}"/>
                </a:ext>
              </a:extLst>
            </p:cNvPr>
            <p:cNvSpPr/>
            <p:nvPr/>
          </p:nvSpPr>
          <p:spPr>
            <a:xfrm>
              <a:off x="2646202" y="298147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9" name="Rectangle 1428">
              <a:extLst>
                <a:ext uri="{FF2B5EF4-FFF2-40B4-BE49-F238E27FC236}">
                  <a16:creationId xmlns:a16="http://schemas.microsoft.com/office/drawing/2014/main" id="{B0D8732A-72C4-47D3-A71C-033F9F0057B0}"/>
                </a:ext>
              </a:extLst>
            </p:cNvPr>
            <p:cNvSpPr/>
            <p:nvPr/>
          </p:nvSpPr>
          <p:spPr>
            <a:xfrm>
              <a:off x="2646202" y="314772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0" name="Rectangle 1429">
              <a:extLst>
                <a:ext uri="{FF2B5EF4-FFF2-40B4-BE49-F238E27FC236}">
                  <a16:creationId xmlns:a16="http://schemas.microsoft.com/office/drawing/2014/main" id="{7C729AC7-605F-4266-A8BB-AAFB5F6F930A}"/>
                </a:ext>
              </a:extLst>
            </p:cNvPr>
            <p:cNvSpPr/>
            <p:nvPr/>
          </p:nvSpPr>
          <p:spPr>
            <a:xfrm>
              <a:off x="2646202" y="331398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1" name="Rectangle 1430">
              <a:extLst>
                <a:ext uri="{FF2B5EF4-FFF2-40B4-BE49-F238E27FC236}">
                  <a16:creationId xmlns:a16="http://schemas.microsoft.com/office/drawing/2014/main" id="{21C42B9E-0008-4F70-88BC-CB5AD213B9E4}"/>
                </a:ext>
              </a:extLst>
            </p:cNvPr>
            <p:cNvSpPr/>
            <p:nvPr/>
          </p:nvSpPr>
          <p:spPr>
            <a:xfrm>
              <a:off x="2646202" y="348023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2" name="Rectangle 1431">
              <a:extLst>
                <a:ext uri="{FF2B5EF4-FFF2-40B4-BE49-F238E27FC236}">
                  <a16:creationId xmlns:a16="http://schemas.microsoft.com/office/drawing/2014/main" id="{0B48A6D9-7415-4A17-AF97-85B3A4B0FD9B}"/>
                </a:ext>
              </a:extLst>
            </p:cNvPr>
            <p:cNvSpPr/>
            <p:nvPr/>
          </p:nvSpPr>
          <p:spPr>
            <a:xfrm>
              <a:off x="2646202" y="364649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3" name="Rectangle 1432">
              <a:extLst>
                <a:ext uri="{FF2B5EF4-FFF2-40B4-BE49-F238E27FC236}">
                  <a16:creationId xmlns:a16="http://schemas.microsoft.com/office/drawing/2014/main" id="{C1C41864-84F6-4AE6-8E7D-8B583F8E0869}"/>
                </a:ext>
              </a:extLst>
            </p:cNvPr>
            <p:cNvSpPr/>
            <p:nvPr/>
          </p:nvSpPr>
          <p:spPr>
            <a:xfrm>
              <a:off x="2646202" y="381274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4" name="Rectangle 1433">
              <a:extLst>
                <a:ext uri="{FF2B5EF4-FFF2-40B4-BE49-F238E27FC236}">
                  <a16:creationId xmlns:a16="http://schemas.microsoft.com/office/drawing/2014/main" id="{D39A709A-A4E7-4103-A16C-8D2E8FF3EFD7}"/>
                </a:ext>
              </a:extLst>
            </p:cNvPr>
            <p:cNvSpPr/>
            <p:nvPr/>
          </p:nvSpPr>
          <p:spPr>
            <a:xfrm>
              <a:off x="2646202" y="397900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5" name="Rectangle 1434">
              <a:extLst>
                <a:ext uri="{FF2B5EF4-FFF2-40B4-BE49-F238E27FC236}">
                  <a16:creationId xmlns:a16="http://schemas.microsoft.com/office/drawing/2014/main" id="{03A56C44-CD71-4249-957E-74A620CFCB6B}"/>
                </a:ext>
              </a:extLst>
            </p:cNvPr>
            <p:cNvSpPr/>
            <p:nvPr/>
          </p:nvSpPr>
          <p:spPr>
            <a:xfrm>
              <a:off x="2646202" y="414525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6" name="Rectangle 1435">
              <a:extLst>
                <a:ext uri="{FF2B5EF4-FFF2-40B4-BE49-F238E27FC236}">
                  <a16:creationId xmlns:a16="http://schemas.microsoft.com/office/drawing/2014/main" id="{144A6211-5089-4B01-A1F6-B3DD44185A95}"/>
                </a:ext>
              </a:extLst>
            </p:cNvPr>
            <p:cNvSpPr/>
            <p:nvPr/>
          </p:nvSpPr>
          <p:spPr>
            <a:xfrm>
              <a:off x="2646202" y="431151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7" name="Rectangle 1436">
              <a:extLst>
                <a:ext uri="{FF2B5EF4-FFF2-40B4-BE49-F238E27FC236}">
                  <a16:creationId xmlns:a16="http://schemas.microsoft.com/office/drawing/2014/main" id="{04BDB180-E8C3-4BC3-84CE-B496EB366C11}"/>
                </a:ext>
              </a:extLst>
            </p:cNvPr>
            <p:cNvSpPr/>
            <p:nvPr/>
          </p:nvSpPr>
          <p:spPr>
            <a:xfrm>
              <a:off x="2646202" y="447776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8" name="Rectangle 1437">
              <a:extLst>
                <a:ext uri="{FF2B5EF4-FFF2-40B4-BE49-F238E27FC236}">
                  <a16:creationId xmlns:a16="http://schemas.microsoft.com/office/drawing/2014/main" id="{62E341FB-6CA5-4FAB-B4F6-FE74C7BBD1F5}"/>
                </a:ext>
              </a:extLst>
            </p:cNvPr>
            <p:cNvSpPr/>
            <p:nvPr/>
          </p:nvSpPr>
          <p:spPr>
            <a:xfrm>
              <a:off x="2646202" y="131892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9" name="Rectangle 1438">
              <a:extLst>
                <a:ext uri="{FF2B5EF4-FFF2-40B4-BE49-F238E27FC236}">
                  <a16:creationId xmlns:a16="http://schemas.microsoft.com/office/drawing/2014/main" id="{C6D2047D-4394-4C88-ACDF-4FD112E3D56C}"/>
                </a:ext>
              </a:extLst>
            </p:cNvPr>
            <p:cNvSpPr/>
            <p:nvPr/>
          </p:nvSpPr>
          <p:spPr>
            <a:xfrm>
              <a:off x="281245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0" name="Rectangle 1439">
              <a:extLst>
                <a:ext uri="{FF2B5EF4-FFF2-40B4-BE49-F238E27FC236}">
                  <a16:creationId xmlns:a16="http://schemas.microsoft.com/office/drawing/2014/main" id="{3529FAC7-CB95-4180-B2CB-06B79DA30373}"/>
                </a:ext>
              </a:extLst>
            </p:cNvPr>
            <p:cNvSpPr/>
            <p:nvPr/>
          </p:nvSpPr>
          <p:spPr>
            <a:xfrm>
              <a:off x="297871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1" name="Rectangle 1440">
              <a:extLst>
                <a:ext uri="{FF2B5EF4-FFF2-40B4-BE49-F238E27FC236}">
                  <a16:creationId xmlns:a16="http://schemas.microsoft.com/office/drawing/2014/main" id="{3E25982B-53D6-4B4E-9ADC-047025053286}"/>
                </a:ext>
              </a:extLst>
            </p:cNvPr>
            <p:cNvSpPr/>
            <p:nvPr/>
          </p:nvSpPr>
          <p:spPr>
            <a:xfrm>
              <a:off x="314496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2" name="Rectangle 1441">
              <a:extLst>
                <a:ext uri="{FF2B5EF4-FFF2-40B4-BE49-F238E27FC236}">
                  <a16:creationId xmlns:a16="http://schemas.microsoft.com/office/drawing/2014/main" id="{59CD711F-F818-4EF9-9CAF-A55E20B7F25C}"/>
                </a:ext>
              </a:extLst>
            </p:cNvPr>
            <p:cNvSpPr/>
            <p:nvPr/>
          </p:nvSpPr>
          <p:spPr>
            <a:xfrm>
              <a:off x="331122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3" name="Rectangle 1442">
              <a:extLst>
                <a:ext uri="{FF2B5EF4-FFF2-40B4-BE49-F238E27FC236}">
                  <a16:creationId xmlns:a16="http://schemas.microsoft.com/office/drawing/2014/main" id="{8BDB4133-9091-49ED-A8FB-686A7F919DA7}"/>
                </a:ext>
              </a:extLst>
            </p:cNvPr>
            <p:cNvSpPr/>
            <p:nvPr/>
          </p:nvSpPr>
          <p:spPr>
            <a:xfrm>
              <a:off x="347747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4" name="Rectangle 1443">
              <a:extLst>
                <a:ext uri="{FF2B5EF4-FFF2-40B4-BE49-F238E27FC236}">
                  <a16:creationId xmlns:a16="http://schemas.microsoft.com/office/drawing/2014/main" id="{68511D97-85E7-46F7-9944-C2282283912C}"/>
                </a:ext>
              </a:extLst>
            </p:cNvPr>
            <p:cNvSpPr/>
            <p:nvPr/>
          </p:nvSpPr>
          <p:spPr>
            <a:xfrm>
              <a:off x="364373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5" name="Rectangle 1444">
              <a:extLst>
                <a:ext uri="{FF2B5EF4-FFF2-40B4-BE49-F238E27FC236}">
                  <a16:creationId xmlns:a16="http://schemas.microsoft.com/office/drawing/2014/main" id="{BE5B18C3-80DE-4A5C-9DFD-A20C27A4ADE1}"/>
                </a:ext>
              </a:extLst>
            </p:cNvPr>
            <p:cNvSpPr/>
            <p:nvPr/>
          </p:nvSpPr>
          <p:spPr>
            <a:xfrm>
              <a:off x="380998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6" name="Rectangle 1445">
              <a:extLst>
                <a:ext uri="{FF2B5EF4-FFF2-40B4-BE49-F238E27FC236}">
                  <a16:creationId xmlns:a16="http://schemas.microsoft.com/office/drawing/2014/main" id="{AF70C6AB-F4C6-4D7C-B021-1ADC103D97D1}"/>
                </a:ext>
              </a:extLst>
            </p:cNvPr>
            <p:cNvSpPr/>
            <p:nvPr/>
          </p:nvSpPr>
          <p:spPr>
            <a:xfrm>
              <a:off x="397624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7" name="Rectangle 1446">
              <a:extLst>
                <a:ext uri="{FF2B5EF4-FFF2-40B4-BE49-F238E27FC236}">
                  <a16:creationId xmlns:a16="http://schemas.microsoft.com/office/drawing/2014/main" id="{303EA3D2-7B1D-4066-B0DF-E53C7F74FC94}"/>
                </a:ext>
              </a:extLst>
            </p:cNvPr>
            <p:cNvSpPr/>
            <p:nvPr/>
          </p:nvSpPr>
          <p:spPr>
            <a:xfrm>
              <a:off x="414249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8" name="Rectangle 1447">
              <a:extLst>
                <a:ext uri="{FF2B5EF4-FFF2-40B4-BE49-F238E27FC236}">
                  <a16:creationId xmlns:a16="http://schemas.microsoft.com/office/drawing/2014/main" id="{E5CD928C-8C2C-4D94-9759-2708D01B9E70}"/>
                </a:ext>
              </a:extLst>
            </p:cNvPr>
            <p:cNvSpPr/>
            <p:nvPr/>
          </p:nvSpPr>
          <p:spPr>
            <a:xfrm>
              <a:off x="430875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9" name="Rectangle 1448">
              <a:extLst>
                <a:ext uri="{FF2B5EF4-FFF2-40B4-BE49-F238E27FC236}">
                  <a16:creationId xmlns:a16="http://schemas.microsoft.com/office/drawing/2014/main" id="{DD550543-7095-4B95-80C3-F6DE7A176166}"/>
                </a:ext>
              </a:extLst>
            </p:cNvPr>
            <p:cNvSpPr/>
            <p:nvPr/>
          </p:nvSpPr>
          <p:spPr>
            <a:xfrm>
              <a:off x="447500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0" name="Rectangle 1449">
              <a:extLst>
                <a:ext uri="{FF2B5EF4-FFF2-40B4-BE49-F238E27FC236}">
                  <a16:creationId xmlns:a16="http://schemas.microsoft.com/office/drawing/2014/main" id="{B690F54D-E5DD-415C-9502-E2455892EC4E}"/>
                </a:ext>
              </a:extLst>
            </p:cNvPr>
            <p:cNvSpPr/>
            <p:nvPr/>
          </p:nvSpPr>
          <p:spPr>
            <a:xfrm>
              <a:off x="464126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1" name="Rectangle 1450">
              <a:extLst>
                <a:ext uri="{FF2B5EF4-FFF2-40B4-BE49-F238E27FC236}">
                  <a16:creationId xmlns:a16="http://schemas.microsoft.com/office/drawing/2014/main" id="{AE9F2865-EBC2-452E-B8A8-85007FEB9031}"/>
                </a:ext>
              </a:extLst>
            </p:cNvPr>
            <p:cNvSpPr/>
            <p:nvPr/>
          </p:nvSpPr>
          <p:spPr>
            <a:xfrm>
              <a:off x="480751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2" name="Rectangle 1451">
              <a:extLst>
                <a:ext uri="{FF2B5EF4-FFF2-40B4-BE49-F238E27FC236}">
                  <a16:creationId xmlns:a16="http://schemas.microsoft.com/office/drawing/2014/main" id="{E190577F-C25E-48AC-B2E0-77F431966BE7}"/>
                </a:ext>
              </a:extLst>
            </p:cNvPr>
            <p:cNvSpPr/>
            <p:nvPr/>
          </p:nvSpPr>
          <p:spPr>
            <a:xfrm>
              <a:off x="497377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3" name="Rectangle 1452">
              <a:extLst>
                <a:ext uri="{FF2B5EF4-FFF2-40B4-BE49-F238E27FC236}">
                  <a16:creationId xmlns:a16="http://schemas.microsoft.com/office/drawing/2014/main" id="{21F8AA1F-E334-4FF9-A2D8-83B6CDDE1CA0}"/>
                </a:ext>
              </a:extLst>
            </p:cNvPr>
            <p:cNvSpPr/>
            <p:nvPr/>
          </p:nvSpPr>
          <p:spPr>
            <a:xfrm>
              <a:off x="514002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4" name="Rectangle 1453">
              <a:extLst>
                <a:ext uri="{FF2B5EF4-FFF2-40B4-BE49-F238E27FC236}">
                  <a16:creationId xmlns:a16="http://schemas.microsoft.com/office/drawing/2014/main" id="{AEB1D69E-F6EA-4E21-9AC0-32732DFE984C}"/>
                </a:ext>
              </a:extLst>
            </p:cNvPr>
            <p:cNvSpPr/>
            <p:nvPr/>
          </p:nvSpPr>
          <p:spPr>
            <a:xfrm>
              <a:off x="530628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5" name="Rectangle 1454">
              <a:extLst>
                <a:ext uri="{FF2B5EF4-FFF2-40B4-BE49-F238E27FC236}">
                  <a16:creationId xmlns:a16="http://schemas.microsoft.com/office/drawing/2014/main" id="{496CEF42-123F-4A7D-A7D3-A3EE3779B211}"/>
                </a:ext>
              </a:extLst>
            </p:cNvPr>
            <p:cNvSpPr/>
            <p:nvPr/>
          </p:nvSpPr>
          <p:spPr>
            <a:xfrm>
              <a:off x="547253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6" name="Rectangle 1455">
              <a:extLst>
                <a:ext uri="{FF2B5EF4-FFF2-40B4-BE49-F238E27FC236}">
                  <a16:creationId xmlns:a16="http://schemas.microsoft.com/office/drawing/2014/main" id="{CE62399B-2B77-403E-8831-EA10A827DFD7}"/>
                </a:ext>
              </a:extLst>
            </p:cNvPr>
            <p:cNvSpPr/>
            <p:nvPr/>
          </p:nvSpPr>
          <p:spPr>
            <a:xfrm>
              <a:off x="563879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7" name="Rectangle 1456">
              <a:extLst>
                <a:ext uri="{FF2B5EF4-FFF2-40B4-BE49-F238E27FC236}">
                  <a16:creationId xmlns:a16="http://schemas.microsoft.com/office/drawing/2014/main" id="{77328763-38EA-45B9-94E6-301609FBA14D}"/>
                </a:ext>
              </a:extLst>
            </p:cNvPr>
            <p:cNvSpPr/>
            <p:nvPr/>
          </p:nvSpPr>
          <p:spPr>
            <a:xfrm>
              <a:off x="580504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8" name="Rectangle 1457">
              <a:extLst>
                <a:ext uri="{FF2B5EF4-FFF2-40B4-BE49-F238E27FC236}">
                  <a16:creationId xmlns:a16="http://schemas.microsoft.com/office/drawing/2014/main" id="{E2BF0987-565F-4B29-9D62-ABE4D0571982}"/>
                </a:ext>
              </a:extLst>
            </p:cNvPr>
            <p:cNvSpPr/>
            <p:nvPr/>
          </p:nvSpPr>
          <p:spPr>
            <a:xfrm>
              <a:off x="597130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9" name="Rectangle 1458">
              <a:extLst>
                <a:ext uri="{FF2B5EF4-FFF2-40B4-BE49-F238E27FC236}">
                  <a16:creationId xmlns:a16="http://schemas.microsoft.com/office/drawing/2014/main" id="{97A027F7-F089-475E-995C-58040E0EE112}"/>
                </a:ext>
              </a:extLst>
            </p:cNvPr>
            <p:cNvSpPr/>
            <p:nvPr/>
          </p:nvSpPr>
          <p:spPr>
            <a:xfrm>
              <a:off x="613755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0" name="Rectangle 1459">
              <a:extLst>
                <a:ext uri="{FF2B5EF4-FFF2-40B4-BE49-F238E27FC236}">
                  <a16:creationId xmlns:a16="http://schemas.microsoft.com/office/drawing/2014/main" id="{C33445B3-710C-4DBE-8144-903227C819D6}"/>
                </a:ext>
              </a:extLst>
            </p:cNvPr>
            <p:cNvSpPr/>
            <p:nvPr/>
          </p:nvSpPr>
          <p:spPr>
            <a:xfrm>
              <a:off x="630381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1" name="Rectangle 1460">
              <a:extLst>
                <a:ext uri="{FF2B5EF4-FFF2-40B4-BE49-F238E27FC236}">
                  <a16:creationId xmlns:a16="http://schemas.microsoft.com/office/drawing/2014/main" id="{EEDAF5F0-FAD0-46D5-9A4F-42617B4675EA}"/>
                </a:ext>
              </a:extLst>
            </p:cNvPr>
            <p:cNvSpPr/>
            <p:nvPr/>
          </p:nvSpPr>
          <p:spPr>
            <a:xfrm>
              <a:off x="647006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2" name="Rectangle 1461">
              <a:extLst>
                <a:ext uri="{FF2B5EF4-FFF2-40B4-BE49-F238E27FC236}">
                  <a16:creationId xmlns:a16="http://schemas.microsoft.com/office/drawing/2014/main" id="{C2E60C4A-F300-464B-931F-C171302AD40A}"/>
                </a:ext>
              </a:extLst>
            </p:cNvPr>
            <p:cNvSpPr/>
            <p:nvPr/>
          </p:nvSpPr>
          <p:spPr>
            <a:xfrm>
              <a:off x="663632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3" name="Rectangle 1462">
              <a:extLst>
                <a:ext uri="{FF2B5EF4-FFF2-40B4-BE49-F238E27FC236}">
                  <a16:creationId xmlns:a16="http://schemas.microsoft.com/office/drawing/2014/main" id="{4FB2E0BD-31F4-485D-B7DB-4381FAB979E7}"/>
                </a:ext>
              </a:extLst>
            </p:cNvPr>
            <p:cNvSpPr/>
            <p:nvPr/>
          </p:nvSpPr>
          <p:spPr>
            <a:xfrm>
              <a:off x="680257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4" name="Rectangle 1463">
              <a:extLst>
                <a:ext uri="{FF2B5EF4-FFF2-40B4-BE49-F238E27FC236}">
                  <a16:creationId xmlns:a16="http://schemas.microsoft.com/office/drawing/2014/main" id="{E311528C-F589-40FA-8581-CB68C14D2900}"/>
                </a:ext>
              </a:extLst>
            </p:cNvPr>
            <p:cNvSpPr/>
            <p:nvPr/>
          </p:nvSpPr>
          <p:spPr>
            <a:xfrm>
              <a:off x="696883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5" name="Rectangle 1464">
              <a:extLst>
                <a:ext uri="{FF2B5EF4-FFF2-40B4-BE49-F238E27FC236}">
                  <a16:creationId xmlns:a16="http://schemas.microsoft.com/office/drawing/2014/main" id="{E73A023F-9CB5-4789-A4C2-ED1998D4581C}"/>
                </a:ext>
              </a:extLst>
            </p:cNvPr>
            <p:cNvSpPr/>
            <p:nvPr/>
          </p:nvSpPr>
          <p:spPr>
            <a:xfrm>
              <a:off x="713508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6" name="Rectangle 1465">
              <a:extLst>
                <a:ext uri="{FF2B5EF4-FFF2-40B4-BE49-F238E27FC236}">
                  <a16:creationId xmlns:a16="http://schemas.microsoft.com/office/drawing/2014/main" id="{26F557D6-F38F-45F8-AF3E-29D5B9B27798}"/>
                </a:ext>
              </a:extLst>
            </p:cNvPr>
            <p:cNvSpPr/>
            <p:nvPr/>
          </p:nvSpPr>
          <p:spPr>
            <a:xfrm>
              <a:off x="730134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7" name="Rectangle 1466">
              <a:extLst>
                <a:ext uri="{FF2B5EF4-FFF2-40B4-BE49-F238E27FC236}">
                  <a16:creationId xmlns:a16="http://schemas.microsoft.com/office/drawing/2014/main" id="{ECBB2E83-2B08-460D-A5FE-0F037489914F}"/>
                </a:ext>
              </a:extLst>
            </p:cNvPr>
            <p:cNvSpPr/>
            <p:nvPr/>
          </p:nvSpPr>
          <p:spPr>
            <a:xfrm>
              <a:off x="746759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8" name="Rectangle 1467">
              <a:extLst>
                <a:ext uri="{FF2B5EF4-FFF2-40B4-BE49-F238E27FC236}">
                  <a16:creationId xmlns:a16="http://schemas.microsoft.com/office/drawing/2014/main" id="{9B6F17AE-1FFF-43FB-BB37-207A4C54220E}"/>
                </a:ext>
              </a:extLst>
            </p:cNvPr>
            <p:cNvSpPr/>
            <p:nvPr/>
          </p:nvSpPr>
          <p:spPr>
            <a:xfrm>
              <a:off x="763385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9" name="Rectangle 1468">
              <a:extLst>
                <a:ext uri="{FF2B5EF4-FFF2-40B4-BE49-F238E27FC236}">
                  <a16:creationId xmlns:a16="http://schemas.microsoft.com/office/drawing/2014/main" id="{3B7577CB-8F82-43F4-AB92-32F36F21997F}"/>
                </a:ext>
              </a:extLst>
            </p:cNvPr>
            <p:cNvSpPr/>
            <p:nvPr/>
          </p:nvSpPr>
          <p:spPr>
            <a:xfrm>
              <a:off x="780010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0" name="Rectangle 1469">
              <a:extLst>
                <a:ext uri="{FF2B5EF4-FFF2-40B4-BE49-F238E27FC236}">
                  <a16:creationId xmlns:a16="http://schemas.microsoft.com/office/drawing/2014/main" id="{B3453A1D-C608-4FA2-84D0-8AD6116A4637}"/>
                </a:ext>
              </a:extLst>
            </p:cNvPr>
            <p:cNvSpPr/>
            <p:nvPr/>
          </p:nvSpPr>
          <p:spPr>
            <a:xfrm>
              <a:off x="796636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1" name="Rectangle 1470">
              <a:extLst>
                <a:ext uri="{FF2B5EF4-FFF2-40B4-BE49-F238E27FC236}">
                  <a16:creationId xmlns:a16="http://schemas.microsoft.com/office/drawing/2014/main" id="{93AAC583-B38D-4C83-8379-337A75C95C63}"/>
                </a:ext>
              </a:extLst>
            </p:cNvPr>
            <p:cNvSpPr/>
            <p:nvPr/>
          </p:nvSpPr>
          <p:spPr>
            <a:xfrm>
              <a:off x="813261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2" name="Rectangle 1471">
              <a:extLst>
                <a:ext uri="{FF2B5EF4-FFF2-40B4-BE49-F238E27FC236}">
                  <a16:creationId xmlns:a16="http://schemas.microsoft.com/office/drawing/2014/main" id="{1BA91A8B-B4D7-4F85-A519-7BDC30D1CDD6}"/>
                </a:ext>
              </a:extLst>
            </p:cNvPr>
            <p:cNvSpPr/>
            <p:nvPr/>
          </p:nvSpPr>
          <p:spPr>
            <a:xfrm>
              <a:off x="2646202" y="4651327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2" name="Group 621">
            <a:extLst>
              <a:ext uri="{FF2B5EF4-FFF2-40B4-BE49-F238E27FC236}">
                <a16:creationId xmlns:a16="http://schemas.microsoft.com/office/drawing/2014/main" id="{D8F442C6-11E9-46E3-9B4F-193B3FF5F738}"/>
              </a:ext>
            </a:extLst>
          </p:cNvPr>
          <p:cNvGrpSpPr/>
          <p:nvPr/>
        </p:nvGrpSpPr>
        <p:grpSpPr>
          <a:xfrm>
            <a:off x="457895" y="2231080"/>
            <a:ext cx="5320160" cy="3158845"/>
            <a:chOff x="781395" y="1662545"/>
            <a:chExt cx="5320160" cy="315884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A5CFD4-99CA-4A6C-9A97-830C5C849719}"/>
                </a:ext>
              </a:extLst>
            </p:cNvPr>
            <p:cNvSpPr/>
            <p:nvPr/>
          </p:nvSpPr>
          <p:spPr>
            <a:xfrm>
              <a:off x="78139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CFE37C-8986-462C-90BF-C42A64BF375A}"/>
                </a:ext>
              </a:extLst>
            </p:cNvPr>
            <p:cNvSpPr/>
            <p:nvPr/>
          </p:nvSpPr>
          <p:spPr>
            <a:xfrm>
              <a:off x="94765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873F3E-87D6-42A8-A064-0CFD9D58779D}"/>
                </a:ext>
              </a:extLst>
            </p:cNvPr>
            <p:cNvSpPr/>
            <p:nvPr/>
          </p:nvSpPr>
          <p:spPr>
            <a:xfrm>
              <a:off x="111390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9F7225A-B210-4EE5-8644-6C5EB587E21B}"/>
                </a:ext>
              </a:extLst>
            </p:cNvPr>
            <p:cNvSpPr/>
            <p:nvPr/>
          </p:nvSpPr>
          <p:spPr>
            <a:xfrm>
              <a:off x="128016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E4A46E-4947-4DB1-98A3-351393EDB573}"/>
                </a:ext>
              </a:extLst>
            </p:cNvPr>
            <p:cNvSpPr/>
            <p:nvPr/>
          </p:nvSpPr>
          <p:spPr>
            <a:xfrm>
              <a:off x="144641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C0DD08D-469B-4859-BADD-70E58F340CC2}"/>
                </a:ext>
              </a:extLst>
            </p:cNvPr>
            <p:cNvSpPr/>
            <p:nvPr/>
          </p:nvSpPr>
          <p:spPr>
            <a:xfrm>
              <a:off x="161267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B6FD7F-BF69-4CA5-A3DB-1E07E54B3131}"/>
                </a:ext>
              </a:extLst>
            </p:cNvPr>
            <p:cNvSpPr/>
            <p:nvPr/>
          </p:nvSpPr>
          <p:spPr>
            <a:xfrm>
              <a:off x="177892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60D0DFD-8612-4A5F-9FC6-8367A99518CB}"/>
                </a:ext>
              </a:extLst>
            </p:cNvPr>
            <p:cNvSpPr/>
            <p:nvPr/>
          </p:nvSpPr>
          <p:spPr>
            <a:xfrm>
              <a:off x="194518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02C192-94CC-4913-8A9A-7D23A4B1A176}"/>
                </a:ext>
              </a:extLst>
            </p:cNvPr>
            <p:cNvSpPr/>
            <p:nvPr/>
          </p:nvSpPr>
          <p:spPr>
            <a:xfrm>
              <a:off x="211143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29F229-D995-4211-8864-854BEB271AD2}"/>
                </a:ext>
              </a:extLst>
            </p:cNvPr>
            <p:cNvSpPr/>
            <p:nvPr/>
          </p:nvSpPr>
          <p:spPr>
            <a:xfrm>
              <a:off x="227769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B55D88-E0DC-45ED-A7CC-609FD7465307}"/>
                </a:ext>
              </a:extLst>
            </p:cNvPr>
            <p:cNvSpPr/>
            <p:nvPr/>
          </p:nvSpPr>
          <p:spPr>
            <a:xfrm>
              <a:off x="244394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FD30194-9A79-42D9-BBC1-F56E69F9E9DC}"/>
                </a:ext>
              </a:extLst>
            </p:cNvPr>
            <p:cNvSpPr/>
            <p:nvPr/>
          </p:nvSpPr>
          <p:spPr>
            <a:xfrm>
              <a:off x="261020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3A67BD7-8C3F-463F-B8B9-64A77D6F0C72}"/>
                </a:ext>
              </a:extLst>
            </p:cNvPr>
            <p:cNvSpPr/>
            <p:nvPr/>
          </p:nvSpPr>
          <p:spPr>
            <a:xfrm>
              <a:off x="277645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A98DC49-59A0-46F1-9A42-879EB993029A}"/>
                </a:ext>
              </a:extLst>
            </p:cNvPr>
            <p:cNvSpPr/>
            <p:nvPr/>
          </p:nvSpPr>
          <p:spPr>
            <a:xfrm>
              <a:off x="294271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B6DB9CC-0F06-4721-8C65-3A2D2B724A81}"/>
                </a:ext>
              </a:extLst>
            </p:cNvPr>
            <p:cNvSpPr/>
            <p:nvPr/>
          </p:nvSpPr>
          <p:spPr>
            <a:xfrm>
              <a:off x="310896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3AF153C-DBBF-42A8-B699-10B54ABF2237}"/>
                </a:ext>
              </a:extLst>
            </p:cNvPr>
            <p:cNvSpPr/>
            <p:nvPr/>
          </p:nvSpPr>
          <p:spPr>
            <a:xfrm>
              <a:off x="327522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8D4FFC4-8FCE-4268-916B-4AE4139EB459}"/>
                </a:ext>
              </a:extLst>
            </p:cNvPr>
            <p:cNvSpPr/>
            <p:nvPr/>
          </p:nvSpPr>
          <p:spPr>
            <a:xfrm>
              <a:off x="344147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FEAB557-9C52-4847-9FCC-F3C710E3C93C}"/>
                </a:ext>
              </a:extLst>
            </p:cNvPr>
            <p:cNvSpPr/>
            <p:nvPr/>
          </p:nvSpPr>
          <p:spPr>
            <a:xfrm>
              <a:off x="360773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0B9BE8E-D10E-4F7E-AD69-AE8BEA425F40}"/>
                </a:ext>
              </a:extLst>
            </p:cNvPr>
            <p:cNvSpPr/>
            <p:nvPr/>
          </p:nvSpPr>
          <p:spPr>
            <a:xfrm>
              <a:off x="377398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F8D1AFA-063E-45FD-85AF-F503F5FEAA12}"/>
                </a:ext>
              </a:extLst>
            </p:cNvPr>
            <p:cNvSpPr/>
            <p:nvPr/>
          </p:nvSpPr>
          <p:spPr>
            <a:xfrm>
              <a:off x="394024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B4FE8DE-6465-4529-9D34-412B0246E98B}"/>
                </a:ext>
              </a:extLst>
            </p:cNvPr>
            <p:cNvSpPr/>
            <p:nvPr/>
          </p:nvSpPr>
          <p:spPr>
            <a:xfrm>
              <a:off x="410649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9F53171-60A3-4044-9EF8-0F36A2396CB1}"/>
                </a:ext>
              </a:extLst>
            </p:cNvPr>
            <p:cNvSpPr/>
            <p:nvPr/>
          </p:nvSpPr>
          <p:spPr>
            <a:xfrm>
              <a:off x="427275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63A6F37-F0C6-40A7-9B5B-902C63FECFAF}"/>
                </a:ext>
              </a:extLst>
            </p:cNvPr>
            <p:cNvSpPr/>
            <p:nvPr/>
          </p:nvSpPr>
          <p:spPr>
            <a:xfrm>
              <a:off x="443900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BDC9D67-16A3-4C2C-9BD5-1F4E41002E82}"/>
                </a:ext>
              </a:extLst>
            </p:cNvPr>
            <p:cNvSpPr/>
            <p:nvPr/>
          </p:nvSpPr>
          <p:spPr>
            <a:xfrm>
              <a:off x="460526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D269AA3-0124-4A5B-868E-E204D32AD3BF}"/>
                </a:ext>
              </a:extLst>
            </p:cNvPr>
            <p:cNvSpPr/>
            <p:nvPr/>
          </p:nvSpPr>
          <p:spPr>
            <a:xfrm>
              <a:off x="477151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6A73291-2AEE-4012-A20F-252F685B9E28}"/>
                </a:ext>
              </a:extLst>
            </p:cNvPr>
            <p:cNvSpPr/>
            <p:nvPr/>
          </p:nvSpPr>
          <p:spPr>
            <a:xfrm>
              <a:off x="493777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456A39B-E17B-4BED-A0DB-C62CC4EC43AC}"/>
                </a:ext>
              </a:extLst>
            </p:cNvPr>
            <p:cNvSpPr/>
            <p:nvPr/>
          </p:nvSpPr>
          <p:spPr>
            <a:xfrm>
              <a:off x="510402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FB901F0-B098-4427-8441-C9F0320FA490}"/>
                </a:ext>
              </a:extLst>
            </p:cNvPr>
            <p:cNvSpPr/>
            <p:nvPr/>
          </p:nvSpPr>
          <p:spPr>
            <a:xfrm>
              <a:off x="527028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361CB0A-55D3-453A-B3F3-A96BAD858968}"/>
                </a:ext>
              </a:extLst>
            </p:cNvPr>
            <p:cNvSpPr/>
            <p:nvPr/>
          </p:nvSpPr>
          <p:spPr>
            <a:xfrm>
              <a:off x="543653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4F93C7C-6B87-4CA2-BDC7-C4F2E9B932DA}"/>
                </a:ext>
              </a:extLst>
            </p:cNvPr>
            <p:cNvSpPr/>
            <p:nvPr/>
          </p:nvSpPr>
          <p:spPr>
            <a:xfrm>
              <a:off x="560279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DD5446F-EEEB-43CB-A740-2F7EEA7795F6}"/>
                </a:ext>
              </a:extLst>
            </p:cNvPr>
            <p:cNvSpPr/>
            <p:nvPr/>
          </p:nvSpPr>
          <p:spPr>
            <a:xfrm>
              <a:off x="576904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0E9988D-8F1C-4E59-BA16-97A864E4BEEA}"/>
                </a:ext>
              </a:extLst>
            </p:cNvPr>
            <p:cNvSpPr/>
            <p:nvPr/>
          </p:nvSpPr>
          <p:spPr>
            <a:xfrm>
              <a:off x="593530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253695E-922C-49F9-B722-EABF9E903DA7}"/>
                </a:ext>
              </a:extLst>
            </p:cNvPr>
            <p:cNvSpPr/>
            <p:nvPr/>
          </p:nvSpPr>
          <p:spPr>
            <a:xfrm>
              <a:off x="78139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6992E0E-2BC5-4B30-ADB4-4D9EB2B60F04}"/>
                </a:ext>
              </a:extLst>
            </p:cNvPr>
            <p:cNvSpPr/>
            <p:nvPr/>
          </p:nvSpPr>
          <p:spPr>
            <a:xfrm>
              <a:off x="94765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B82BD6E-AF94-4388-A648-76476530220A}"/>
                </a:ext>
              </a:extLst>
            </p:cNvPr>
            <p:cNvSpPr/>
            <p:nvPr/>
          </p:nvSpPr>
          <p:spPr>
            <a:xfrm>
              <a:off x="111390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CB36911-82FB-4A7E-AA63-9943BD8690AF}"/>
                </a:ext>
              </a:extLst>
            </p:cNvPr>
            <p:cNvSpPr/>
            <p:nvPr/>
          </p:nvSpPr>
          <p:spPr>
            <a:xfrm>
              <a:off x="128016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A622955-1C61-43D9-8A1F-DB246AA56D7F}"/>
                </a:ext>
              </a:extLst>
            </p:cNvPr>
            <p:cNvSpPr/>
            <p:nvPr/>
          </p:nvSpPr>
          <p:spPr>
            <a:xfrm>
              <a:off x="144641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F100FB4-9412-4FFD-93E6-0627CA6AD151}"/>
                </a:ext>
              </a:extLst>
            </p:cNvPr>
            <p:cNvSpPr/>
            <p:nvPr/>
          </p:nvSpPr>
          <p:spPr>
            <a:xfrm>
              <a:off x="161267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7E9BC32-CDE0-4CA4-9996-293CD705DE98}"/>
                </a:ext>
              </a:extLst>
            </p:cNvPr>
            <p:cNvSpPr/>
            <p:nvPr/>
          </p:nvSpPr>
          <p:spPr>
            <a:xfrm>
              <a:off x="177892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6E233B9-1FB1-4D27-971C-BD8F4E213249}"/>
                </a:ext>
              </a:extLst>
            </p:cNvPr>
            <p:cNvSpPr/>
            <p:nvPr/>
          </p:nvSpPr>
          <p:spPr>
            <a:xfrm>
              <a:off x="194518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5134172-4843-4788-9E39-E6DC85D53DFB}"/>
                </a:ext>
              </a:extLst>
            </p:cNvPr>
            <p:cNvSpPr/>
            <p:nvPr/>
          </p:nvSpPr>
          <p:spPr>
            <a:xfrm>
              <a:off x="211143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03D0221-BB41-4AE1-96B7-F5CCAE376688}"/>
                </a:ext>
              </a:extLst>
            </p:cNvPr>
            <p:cNvSpPr/>
            <p:nvPr/>
          </p:nvSpPr>
          <p:spPr>
            <a:xfrm>
              <a:off x="227769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2B6F486-5A94-4D4A-ACCE-38D88868F61C}"/>
                </a:ext>
              </a:extLst>
            </p:cNvPr>
            <p:cNvSpPr/>
            <p:nvPr/>
          </p:nvSpPr>
          <p:spPr>
            <a:xfrm>
              <a:off x="244394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1ACC50C-52B3-4183-9694-BB34E2F71CF0}"/>
                </a:ext>
              </a:extLst>
            </p:cNvPr>
            <p:cNvSpPr/>
            <p:nvPr/>
          </p:nvSpPr>
          <p:spPr>
            <a:xfrm>
              <a:off x="261020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F94143D-E56C-471F-9A7A-860429F84561}"/>
                </a:ext>
              </a:extLst>
            </p:cNvPr>
            <p:cNvSpPr/>
            <p:nvPr/>
          </p:nvSpPr>
          <p:spPr>
            <a:xfrm>
              <a:off x="277645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EBB553C-C508-48B8-9769-11D79BA2F3B0}"/>
                </a:ext>
              </a:extLst>
            </p:cNvPr>
            <p:cNvSpPr/>
            <p:nvPr/>
          </p:nvSpPr>
          <p:spPr>
            <a:xfrm>
              <a:off x="294271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A7441D8-EC52-46CC-8AB9-9A3EABCB2BBF}"/>
                </a:ext>
              </a:extLst>
            </p:cNvPr>
            <p:cNvSpPr/>
            <p:nvPr/>
          </p:nvSpPr>
          <p:spPr>
            <a:xfrm>
              <a:off x="310896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6A223D-F005-4F62-BAF0-DBDF17A3F18B}"/>
                </a:ext>
              </a:extLst>
            </p:cNvPr>
            <p:cNvSpPr/>
            <p:nvPr/>
          </p:nvSpPr>
          <p:spPr>
            <a:xfrm>
              <a:off x="327522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B814991-6369-427F-9634-95652AE16E4A}"/>
                </a:ext>
              </a:extLst>
            </p:cNvPr>
            <p:cNvSpPr/>
            <p:nvPr/>
          </p:nvSpPr>
          <p:spPr>
            <a:xfrm>
              <a:off x="344147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6BC2846-FD0C-4010-9D8D-9868D28D3853}"/>
                </a:ext>
              </a:extLst>
            </p:cNvPr>
            <p:cNvSpPr/>
            <p:nvPr/>
          </p:nvSpPr>
          <p:spPr>
            <a:xfrm>
              <a:off x="360773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9518353-FB09-49A8-9503-3B3235D3A413}"/>
                </a:ext>
              </a:extLst>
            </p:cNvPr>
            <p:cNvSpPr/>
            <p:nvPr/>
          </p:nvSpPr>
          <p:spPr>
            <a:xfrm>
              <a:off x="377398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1EA8631-14C6-4016-BABA-2D5FBDBF53FA}"/>
                </a:ext>
              </a:extLst>
            </p:cNvPr>
            <p:cNvSpPr/>
            <p:nvPr/>
          </p:nvSpPr>
          <p:spPr>
            <a:xfrm>
              <a:off x="394024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201E5E6-A6F1-46D6-9289-78496D286266}"/>
                </a:ext>
              </a:extLst>
            </p:cNvPr>
            <p:cNvSpPr/>
            <p:nvPr/>
          </p:nvSpPr>
          <p:spPr>
            <a:xfrm>
              <a:off x="410649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7A276DE-6B62-4A9A-8C4A-FA0B1EE843FA}"/>
                </a:ext>
              </a:extLst>
            </p:cNvPr>
            <p:cNvSpPr/>
            <p:nvPr/>
          </p:nvSpPr>
          <p:spPr>
            <a:xfrm>
              <a:off x="427275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6E77F37-4985-44CF-919B-E87532D976C6}"/>
                </a:ext>
              </a:extLst>
            </p:cNvPr>
            <p:cNvSpPr/>
            <p:nvPr/>
          </p:nvSpPr>
          <p:spPr>
            <a:xfrm>
              <a:off x="443900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28AAE5C-4C09-47C7-90F5-B3FDF4678817}"/>
                </a:ext>
              </a:extLst>
            </p:cNvPr>
            <p:cNvSpPr/>
            <p:nvPr/>
          </p:nvSpPr>
          <p:spPr>
            <a:xfrm>
              <a:off x="460526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3C203C6-7DD7-4C33-B11D-25C2BD8071F8}"/>
                </a:ext>
              </a:extLst>
            </p:cNvPr>
            <p:cNvSpPr/>
            <p:nvPr/>
          </p:nvSpPr>
          <p:spPr>
            <a:xfrm>
              <a:off x="477151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744F4C3-9923-4EC0-99E1-546B2FD498D5}"/>
                </a:ext>
              </a:extLst>
            </p:cNvPr>
            <p:cNvSpPr/>
            <p:nvPr/>
          </p:nvSpPr>
          <p:spPr>
            <a:xfrm>
              <a:off x="493777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D37556F-F689-4D24-8EA9-2563FDD6E8C9}"/>
                </a:ext>
              </a:extLst>
            </p:cNvPr>
            <p:cNvSpPr/>
            <p:nvPr/>
          </p:nvSpPr>
          <p:spPr>
            <a:xfrm>
              <a:off x="510402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F5BBEBA-2006-4253-937B-A07961AFEA9B}"/>
                </a:ext>
              </a:extLst>
            </p:cNvPr>
            <p:cNvSpPr/>
            <p:nvPr/>
          </p:nvSpPr>
          <p:spPr>
            <a:xfrm>
              <a:off x="527028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CD58C54-39D3-45BE-BA40-6B8B14125728}"/>
                </a:ext>
              </a:extLst>
            </p:cNvPr>
            <p:cNvSpPr/>
            <p:nvPr/>
          </p:nvSpPr>
          <p:spPr>
            <a:xfrm>
              <a:off x="543653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14C1665-5D32-4EAE-83BE-0005606C09A1}"/>
                </a:ext>
              </a:extLst>
            </p:cNvPr>
            <p:cNvSpPr/>
            <p:nvPr/>
          </p:nvSpPr>
          <p:spPr>
            <a:xfrm>
              <a:off x="560279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45B0C31-9E7B-46ED-8569-EBE6CA90505C}"/>
                </a:ext>
              </a:extLst>
            </p:cNvPr>
            <p:cNvSpPr/>
            <p:nvPr/>
          </p:nvSpPr>
          <p:spPr>
            <a:xfrm>
              <a:off x="576904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17B3912-1712-497A-AE07-CB8C207D63B5}"/>
                </a:ext>
              </a:extLst>
            </p:cNvPr>
            <p:cNvSpPr/>
            <p:nvPr/>
          </p:nvSpPr>
          <p:spPr>
            <a:xfrm>
              <a:off x="593530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01E2BD1-8C2C-49A3-A7ED-16D729B022EB}"/>
                </a:ext>
              </a:extLst>
            </p:cNvPr>
            <p:cNvSpPr/>
            <p:nvPr/>
          </p:nvSpPr>
          <p:spPr>
            <a:xfrm>
              <a:off x="78139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EF6F66C-7032-43BE-82AC-A712DEAD4299}"/>
                </a:ext>
              </a:extLst>
            </p:cNvPr>
            <p:cNvSpPr/>
            <p:nvPr/>
          </p:nvSpPr>
          <p:spPr>
            <a:xfrm>
              <a:off x="94765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A3946B7-4259-4303-8377-8341F5FA7F64}"/>
                </a:ext>
              </a:extLst>
            </p:cNvPr>
            <p:cNvSpPr/>
            <p:nvPr/>
          </p:nvSpPr>
          <p:spPr>
            <a:xfrm>
              <a:off x="111390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CDC39EC-6160-4833-BF84-30AEF7803BBC}"/>
                </a:ext>
              </a:extLst>
            </p:cNvPr>
            <p:cNvSpPr/>
            <p:nvPr/>
          </p:nvSpPr>
          <p:spPr>
            <a:xfrm>
              <a:off x="128016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B01EBB1-30E8-4C73-8EA7-9317B1E5E1E0}"/>
                </a:ext>
              </a:extLst>
            </p:cNvPr>
            <p:cNvSpPr/>
            <p:nvPr/>
          </p:nvSpPr>
          <p:spPr>
            <a:xfrm>
              <a:off x="144641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E564C79-9FBA-4BD5-9599-2384D4565328}"/>
                </a:ext>
              </a:extLst>
            </p:cNvPr>
            <p:cNvSpPr/>
            <p:nvPr/>
          </p:nvSpPr>
          <p:spPr>
            <a:xfrm>
              <a:off x="161267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77DBFC6-9B3B-4E87-B2AF-5D5A2E1D0323}"/>
                </a:ext>
              </a:extLst>
            </p:cNvPr>
            <p:cNvSpPr/>
            <p:nvPr/>
          </p:nvSpPr>
          <p:spPr>
            <a:xfrm>
              <a:off x="177892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67C7F45-A62E-4400-B7F9-8720F30E822A}"/>
                </a:ext>
              </a:extLst>
            </p:cNvPr>
            <p:cNvSpPr/>
            <p:nvPr/>
          </p:nvSpPr>
          <p:spPr>
            <a:xfrm>
              <a:off x="194518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A0DBD7C-DCE0-4D0F-A84C-FD1958FA9C6F}"/>
                </a:ext>
              </a:extLst>
            </p:cNvPr>
            <p:cNvSpPr/>
            <p:nvPr/>
          </p:nvSpPr>
          <p:spPr>
            <a:xfrm>
              <a:off x="211143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826BAB8-645E-4FD2-833D-F1D095C26DD7}"/>
                </a:ext>
              </a:extLst>
            </p:cNvPr>
            <p:cNvSpPr/>
            <p:nvPr/>
          </p:nvSpPr>
          <p:spPr>
            <a:xfrm>
              <a:off x="227769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D5F7B6F-D3AA-4FE3-B7C9-118C52DAB0C5}"/>
                </a:ext>
              </a:extLst>
            </p:cNvPr>
            <p:cNvSpPr/>
            <p:nvPr/>
          </p:nvSpPr>
          <p:spPr>
            <a:xfrm>
              <a:off x="244394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D86AEA9-DAE2-430E-BE14-65FF07963683}"/>
                </a:ext>
              </a:extLst>
            </p:cNvPr>
            <p:cNvSpPr/>
            <p:nvPr/>
          </p:nvSpPr>
          <p:spPr>
            <a:xfrm>
              <a:off x="261020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5A876A3-510B-45F2-BC39-50D5108B7C01}"/>
                </a:ext>
              </a:extLst>
            </p:cNvPr>
            <p:cNvSpPr/>
            <p:nvPr/>
          </p:nvSpPr>
          <p:spPr>
            <a:xfrm>
              <a:off x="277645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3014CDF-9474-46FB-BB62-9D212A7E695A}"/>
                </a:ext>
              </a:extLst>
            </p:cNvPr>
            <p:cNvSpPr/>
            <p:nvPr/>
          </p:nvSpPr>
          <p:spPr>
            <a:xfrm>
              <a:off x="294271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A920A0C-1735-43B9-8F91-E2A011D55101}"/>
                </a:ext>
              </a:extLst>
            </p:cNvPr>
            <p:cNvSpPr/>
            <p:nvPr/>
          </p:nvSpPr>
          <p:spPr>
            <a:xfrm>
              <a:off x="310896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86A51EE-2A88-42C0-B58D-C1252EE36870}"/>
                </a:ext>
              </a:extLst>
            </p:cNvPr>
            <p:cNvSpPr/>
            <p:nvPr/>
          </p:nvSpPr>
          <p:spPr>
            <a:xfrm>
              <a:off x="327522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6AE3848-2DB8-4B4D-8719-B390F052377A}"/>
                </a:ext>
              </a:extLst>
            </p:cNvPr>
            <p:cNvSpPr/>
            <p:nvPr/>
          </p:nvSpPr>
          <p:spPr>
            <a:xfrm>
              <a:off x="344147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C3480EA-4C2B-4819-B515-DFDAB2215C39}"/>
                </a:ext>
              </a:extLst>
            </p:cNvPr>
            <p:cNvSpPr/>
            <p:nvPr/>
          </p:nvSpPr>
          <p:spPr>
            <a:xfrm>
              <a:off x="360773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56CB509-B668-4B14-B099-4B62D62B1DB1}"/>
                </a:ext>
              </a:extLst>
            </p:cNvPr>
            <p:cNvSpPr/>
            <p:nvPr/>
          </p:nvSpPr>
          <p:spPr>
            <a:xfrm>
              <a:off x="377398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AB90365-D75E-4035-BEA3-49ACF3331B20}"/>
                </a:ext>
              </a:extLst>
            </p:cNvPr>
            <p:cNvSpPr/>
            <p:nvPr/>
          </p:nvSpPr>
          <p:spPr>
            <a:xfrm>
              <a:off x="394024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7FA5483-3D24-479B-96C4-94D1EBD26CD2}"/>
                </a:ext>
              </a:extLst>
            </p:cNvPr>
            <p:cNvSpPr/>
            <p:nvPr/>
          </p:nvSpPr>
          <p:spPr>
            <a:xfrm>
              <a:off x="410649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682EA4D2-E4B0-45FF-9019-208EA1BB9F10}"/>
                </a:ext>
              </a:extLst>
            </p:cNvPr>
            <p:cNvSpPr/>
            <p:nvPr/>
          </p:nvSpPr>
          <p:spPr>
            <a:xfrm>
              <a:off x="427275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A1DC3C2-5881-4201-8EBA-C7449A722419}"/>
                </a:ext>
              </a:extLst>
            </p:cNvPr>
            <p:cNvSpPr/>
            <p:nvPr/>
          </p:nvSpPr>
          <p:spPr>
            <a:xfrm>
              <a:off x="443900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6B36D08F-CF43-40A7-8133-E1B45E0DF76C}"/>
                </a:ext>
              </a:extLst>
            </p:cNvPr>
            <p:cNvSpPr/>
            <p:nvPr/>
          </p:nvSpPr>
          <p:spPr>
            <a:xfrm>
              <a:off x="460526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05F5F695-DA52-4078-B242-A898E9B31B38}"/>
                </a:ext>
              </a:extLst>
            </p:cNvPr>
            <p:cNvSpPr/>
            <p:nvPr/>
          </p:nvSpPr>
          <p:spPr>
            <a:xfrm>
              <a:off x="477151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A90EA5C-7766-4E55-9668-CE2BC4FD902E}"/>
                </a:ext>
              </a:extLst>
            </p:cNvPr>
            <p:cNvSpPr/>
            <p:nvPr/>
          </p:nvSpPr>
          <p:spPr>
            <a:xfrm>
              <a:off x="493777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C0B40B6-6D28-4D7A-893C-894908ED180D}"/>
                </a:ext>
              </a:extLst>
            </p:cNvPr>
            <p:cNvSpPr/>
            <p:nvPr/>
          </p:nvSpPr>
          <p:spPr>
            <a:xfrm>
              <a:off x="510402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E991523-5E3B-42A8-AF34-514F5DFBAFA9}"/>
                </a:ext>
              </a:extLst>
            </p:cNvPr>
            <p:cNvSpPr/>
            <p:nvPr/>
          </p:nvSpPr>
          <p:spPr>
            <a:xfrm>
              <a:off x="527028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B4DB5DD-9DBA-44CA-A5B9-45BF436A1741}"/>
                </a:ext>
              </a:extLst>
            </p:cNvPr>
            <p:cNvSpPr/>
            <p:nvPr/>
          </p:nvSpPr>
          <p:spPr>
            <a:xfrm>
              <a:off x="543653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A4F0929-361B-4383-9171-EBDDCE78FF18}"/>
                </a:ext>
              </a:extLst>
            </p:cNvPr>
            <p:cNvSpPr/>
            <p:nvPr/>
          </p:nvSpPr>
          <p:spPr>
            <a:xfrm>
              <a:off x="560279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59F89BD-92A8-4BEC-A1B8-BC906D69CA14}"/>
                </a:ext>
              </a:extLst>
            </p:cNvPr>
            <p:cNvSpPr/>
            <p:nvPr/>
          </p:nvSpPr>
          <p:spPr>
            <a:xfrm>
              <a:off x="576904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491D195F-4E7D-44E2-B9AA-D94CBA7D6FE2}"/>
                </a:ext>
              </a:extLst>
            </p:cNvPr>
            <p:cNvSpPr/>
            <p:nvPr/>
          </p:nvSpPr>
          <p:spPr>
            <a:xfrm>
              <a:off x="593530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1809C10-0B63-4D64-90C0-796BB2FCD380}"/>
                </a:ext>
              </a:extLst>
            </p:cNvPr>
            <p:cNvSpPr/>
            <p:nvPr/>
          </p:nvSpPr>
          <p:spPr>
            <a:xfrm>
              <a:off x="78139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291465F-2C42-4697-BDE9-867B128953BC}"/>
                </a:ext>
              </a:extLst>
            </p:cNvPr>
            <p:cNvSpPr/>
            <p:nvPr/>
          </p:nvSpPr>
          <p:spPr>
            <a:xfrm>
              <a:off x="94765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0B0219DF-709A-411E-92DB-A3A4BCEBF2B9}"/>
                </a:ext>
              </a:extLst>
            </p:cNvPr>
            <p:cNvSpPr/>
            <p:nvPr/>
          </p:nvSpPr>
          <p:spPr>
            <a:xfrm>
              <a:off x="111390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83FF2AD-78A3-410F-82AA-F837C63DDFE7}"/>
                </a:ext>
              </a:extLst>
            </p:cNvPr>
            <p:cNvSpPr/>
            <p:nvPr/>
          </p:nvSpPr>
          <p:spPr>
            <a:xfrm>
              <a:off x="128016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27EF0D5-BAFC-4D56-9964-ECB4D34EAB48}"/>
                </a:ext>
              </a:extLst>
            </p:cNvPr>
            <p:cNvSpPr/>
            <p:nvPr/>
          </p:nvSpPr>
          <p:spPr>
            <a:xfrm>
              <a:off x="144641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E39BC166-537D-4324-8A05-F0A09DA68262}"/>
                </a:ext>
              </a:extLst>
            </p:cNvPr>
            <p:cNvSpPr/>
            <p:nvPr/>
          </p:nvSpPr>
          <p:spPr>
            <a:xfrm>
              <a:off x="161267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4D8C6DF-9475-4419-A3A7-69F443B04A59}"/>
                </a:ext>
              </a:extLst>
            </p:cNvPr>
            <p:cNvSpPr/>
            <p:nvPr/>
          </p:nvSpPr>
          <p:spPr>
            <a:xfrm>
              <a:off x="177892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4C6A120E-5863-44AE-8B37-18245ADBF5A0}"/>
                </a:ext>
              </a:extLst>
            </p:cNvPr>
            <p:cNvSpPr/>
            <p:nvPr/>
          </p:nvSpPr>
          <p:spPr>
            <a:xfrm>
              <a:off x="194518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CEE8E79-89BF-4406-B310-981D296DCEBD}"/>
                </a:ext>
              </a:extLst>
            </p:cNvPr>
            <p:cNvSpPr/>
            <p:nvPr/>
          </p:nvSpPr>
          <p:spPr>
            <a:xfrm>
              <a:off x="211143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60934EB-E87E-4E92-8B60-8B28BC6592E0}"/>
                </a:ext>
              </a:extLst>
            </p:cNvPr>
            <p:cNvSpPr/>
            <p:nvPr/>
          </p:nvSpPr>
          <p:spPr>
            <a:xfrm>
              <a:off x="227769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7AF6E99-5290-4D3F-9834-BE275C1AE920}"/>
                </a:ext>
              </a:extLst>
            </p:cNvPr>
            <p:cNvSpPr/>
            <p:nvPr/>
          </p:nvSpPr>
          <p:spPr>
            <a:xfrm>
              <a:off x="244394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20F22B2-3612-4BDF-BF3F-F55A8F8B8717}"/>
                </a:ext>
              </a:extLst>
            </p:cNvPr>
            <p:cNvSpPr/>
            <p:nvPr/>
          </p:nvSpPr>
          <p:spPr>
            <a:xfrm>
              <a:off x="261020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31536E7-A3F0-42D9-B0AF-34F62E45E4FE}"/>
                </a:ext>
              </a:extLst>
            </p:cNvPr>
            <p:cNvSpPr/>
            <p:nvPr/>
          </p:nvSpPr>
          <p:spPr>
            <a:xfrm>
              <a:off x="277645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8CF7BC4-885B-4267-9530-5AEEBE09BDA8}"/>
                </a:ext>
              </a:extLst>
            </p:cNvPr>
            <p:cNvSpPr/>
            <p:nvPr/>
          </p:nvSpPr>
          <p:spPr>
            <a:xfrm>
              <a:off x="294271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F9CB8B8-7A04-4935-9E43-7B8168DA8F83}"/>
                </a:ext>
              </a:extLst>
            </p:cNvPr>
            <p:cNvSpPr/>
            <p:nvPr/>
          </p:nvSpPr>
          <p:spPr>
            <a:xfrm>
              <a:off x="310896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9DAB936-7D7B-4603-8722-23488E167A91}"/>
                </a:ext>
              </a:extLst>
            </p:cNvPr>
            <p:cNvSpPr/>
            <p:nvPr/>
          </p:nvSpPr>
          <p:spPr>
            <a:xfrm>
              <a:off x="327522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57D3389-A1D1-453B-9878-81545B0EA1F0}"/>
                </a:ext>
              </a:extLst>
            </p:cNvPr>
            <p:cNvSpPr/>
            <p:nvPr/>
          </p:nvSpPr>
          <p:spPr>
            <a:xfrm>
              <a:off x="344147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329A6D6F-F24C-4D09-8F35-0DA83DD9CCCF}"/>
                </a:ext>
              </a:extLst>
            </p:cNvPr>
            <p:cNvSpPr/>
            <p:nvPr/>
          </p:nvSpPr>
          <p:spPr>
            <a:xfrm>
              <a:off x="360773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CCF4BE6A-A939-4351-85E1-B924A8E9D80F}"/>
                </a:ext>
              </a:extLst>
            </p:cNvPr>
            <p:cNvSpPr/>
            <p:nvPr/>
          </p:nvSpPr>
          <p:spPr>
            <a:xfrm>
              <a:off x="377398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940BE53-AD04-41F1-AB36-1DD665F52CB5}"/>
                </a:ext>
              </a:extLst>
            </p:cNvPr>
            <p:cNvSpPr/>
            <p:nvPr/>
          </p:nvSpPr>
          <p:spPr>
            <a:xfrm>
              <a:off x="394024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9A30001-9125-41E7-8F4F-6F483AC3C33F}"/>
                </a:ext>
              </a:extLst>
            </p:cNvPr>
            <p:cNvSpPr/>
            <p:nvPr/>
          </p:nvSpPr>
          <p:spPr>
            <a:xfrm>
              <a:off x="410649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65E56D73-28F8-4944-B99F-BF5C0C925E89}"/>
                </a:ext>
              </a:extLst>
            </p:cNvPr>
            <p:cNvSpPr/>
            <p:nvPr/>
          </p:nvSpPr>
          <p:spPr>
            <a:xfrm>
              <a:off x="427275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99019CC3-7FC3-4DD9-9FAC-5D884A9C7F5D}"/>
                </a:ext>
              </a:extLst>
            </p:cNvPr>
            <p:cNvSpPr/>
            <p:nvPr/>
          </p:nvSpPr>
          <p:spPr>
            <a:xfrm>
              <a:off x="443900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94241842-7709-4736-A2F2-8ADBC3E1EAF1}"/>
                </a:ext>
              </a:extLst>
            </p:cNvPr>
            <p:cNvSpPr/>
            <p:nvPr/>
          </p:nvSpPr>
          <p:spPr>
            <a:xfrm>
              <a:off x="460526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1619444F-AF95-488D-BF02-106AE3D13262}"/>
                </a:ext>
              </a:extLst>
            </p:cNvPr>
            <p:cNvSpPr/>
            <p:nvPr/>
          </p:nvSpPr>
          <p:spPr>
            <a:xfrm>
              <a:off x="477151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FB6483D3-EA6B-4577-B869-E8CA94EE99FD}"/>
                </a:ext>
              </a:extLst>
            </p:cNvPr>
            <p:cNvSpPr/>
            <p:nvPr/>
          </p:nvSpPr>
          <p:spPr>
            <a:xfrm>
              <a:off x="493777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971585CA-FFC2-48EF-884A-A1FFC9789464}"/>
                </a:ext>
              </a:extLst>
            </p:cNvPr>
            <p:cNvSpPr/>
            <p:nvPr/>
          </p:nvSpPr>
          <p:spPr>
            <a:xfrm>
              <a:off x="510402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F0ACB18-06CD-4F59-BF80-A5D8C02FEE73}"/>
                </a:ext>
              </a:extLst>
            </p:cNvPr>
            <p:cNvSpPr/>
            <p:nvPr/>
          </p:nvSpPr>
          <p:spPr>
            <a:xfrm>
              <a:off x="527028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E73F5090-FB5C-4F4E-AA67-8B8924508DAB}"/>
                </a:ext>
              </a:extLst>
            </p:cNvPr>
            <p:cNvSpPr/>
            <p:nvPr/>
          </p:nvSpPr>
          <p:spPr>
            <a:xfrm>
              <a:off x="543653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460D664B-647A-4485-B02D-ECDEE1C0C9A4}"/>
                </a:ext>
              </a:extLst>
            </p:cNvPr>
            <p:cNvSpPr/>
            <p:nvPr/>
          </p:nvSpPr>
          <p:spPr>
            <a:xfrm>
              <a:off x="560279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1C6F3972-4F6B-47B3-85C8-3A2CC5328A8A}"/>
                </a:ext>
              </a:extLst>
            </p:cNvPr>
            <p:cNvSpPr/>
            <p:nvPr/>
          </p:nvSpPr>
          <p:spPr>
            <a:xfrm>
              <a:off x="576904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5FCDD15-A6EA-40AD-B73B-298E5F4A2D11}"/>
                </a:ext>
              </a:extLst>
            </p:cNvPr>
            <p:cNvSpPr/>
            <p:nvPr/>
          </p:nvSpPr>
          <p:spPr>
            <a:xfrm>
              <a:off x="593530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1E0868B7-B157-42DC-B6BE-32B5AC6F997C}"/>
                </a:ext>
              </a:extLst>
            </p:cNvPr>
            <p:cNvSpPr/>
            <p:nvPr/>
          </p:nvSpPr>
          <p:spPr>
            <a:xfrm>
              <a:off x="78139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01B718E2-2168-44B3-B3B6-7B8687E2D251}"/>
                </a:ext>
              </a:extLst>
            </p:cNvPr>
            <p:cNvSpPr/>
            <p:nvPr/>
          </p:nvSpPr>
          <p:spPr>
            <a:xfrm>
              <a:off x="94765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9548400-52A7-4C6A-97AB-8E3920113B91}"/>
                </a:ext>
              </a:extLst>
            </p:cNvPr>
            <p:cNvSpPr/>
            <p:nvPr/>
          </p:nvSpPr>
          <p:spPr>
            <a:xfrm>
              <a:off x="111390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8D76A6C7-A82E-41F0-BB1E-9E351C32A236}"/>
                </a:ext>
              </a:extLst>
            </p:cNvPr>
            <p:cNvSpPr/>
            <p:nvPr/>
          </p:nvSpPr>
          <p:spPr>
            <a:xfrm>
              <a:off x="128016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7F7FD05D-B3CD-41B0-B12C-35529A6BF57F}"/>
                </a:ext>
              </a:extLst>
            </p:cNvPr>
            <p:cNvSpPr/>
            <p:nvPr/>
          </p:nvSpPr>
          <p:spPr>
            <a:xfrm>
              <a:off x="144641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FD73093-1700-4614-A051-CF713863B0E1}"/>
                </a:ext>
              </a:extLst>
            </p:cNvPr>
            <p:cNvSpPr/>
            <p:nvPr/>
          </p:nvSpPr>
          <p:spPr>
            <a:xfrm>
              <a:off x="161267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EE10F180-1047-43B3-98D7-EFB48819849F}"/>
                </a:ext>
              </a:extLst>
            </p:cNvPr>
            <p:cNvSpPr/>
            <p:nvPr/>
          </p:nvSpPr>
          <p:spPr>
            <a:xfrm>
              <a:off x="177892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1CCE786-2AA5-4649-A8D9-87FFFE7E3961}"/>
                </a:ext>
              </a:extLst>
            </p:cNvPr>
            <p:cNvSpPr/>
            <p:nvPr/>
          </p:nvSpPr>
          <p:spPr>
            <a:xfrm>
              <a:off x="194518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3D96169-6251-463C-9933-84144AD49C0C}"/>
                </a:ext>
              </a:extLst>
            </p:cNvPr>
            <p:cNvSpPr/>
            <p:nvPr/>
          </p:nvSpPr>
          <p:spPr>
            <a:xfrm>
              <a:off x="211143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697F0389-8DBA-4D00-8D40-8EA5561FDCF2}"/>
                </a:ext>
              </a:extLst>
            </p:cNvPr>
            <p:cNvSpPr/>
            <p:nvPr/>
          </p:nvSpPr>
          <p:spPr>
            <a:xfrm>
              <a:off x="227769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72CD0E3-2DB8-44A3-B17D-4F5116B31AAC}"/>
                </a:ext>
              </a:extLst>
            </p:cNvPr>
            <p:cNvSpPr/>
            <p:nvPr/>
          </p:nvSpPr>
          <p:spPr>
            <a:xfrm>
              <a:off x="244394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B9C6A67D-1798-45F6-83BE-FEBC707A5E21}"/>
                </a:ext>
              </a:extLst>
            </p:cNvPr>
            <p:cNvSpPr/>
            <p:nvPr/>
          </p:nvSpPr>
          <p:spPr>
            <a:xfrm>
              <a:off x="261020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01293D4-BC63-49C3-9A96-EA964274D661}"/>
                </a:ext>
              </a:extLst>
            </p:cNvPr>
            <p:cNvSpPr/>
            <p:nvPr/>
          </p:nvSpPr>
          <p:spPr>
            <a:xfrm>
              <a:off x="277645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032A5C5-368D-4FF6-BC57-234F5C8974F1}"/>
                </a:ext>
              </a:extLst>
            </p:cNvPr>
            <p:cNvSpPr/>
            <p:nvPr/>
          </p:nvSpPr>
          <p:spPr>
            <a:xfrm>
              <a:off x="294271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9DECEE1E-87B3-42E6-A7D9-A3B3901764B1}"/>
                </a:ext>
              </a:extLst>
            </p:cNvPr>
            <p:cNvSpPr/>
            <p:nvPr/>
          </p:nvSpPr>
          <p:spPr>
            <a:xfrm>
              <a:off x="310896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572D24C5-7F97-4448-B902-7E4213047B69}"/>
                </a:ext>
              </a:extLst>
            </p:cNvPr>
            <p:cNvSpPr/>
            <p:nvPr/>
          </p:nvSpPr>
          <p:spPr>
            <a:xfrm>
              <a:off x="327522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64043091-693F-46EC-B874-62E414DE646D}"/>
                </a:ext>
              </a:extLst>
            </p:cNvPr>
            <p:cNvSpPr/>
            <p:nvPr/>
          </p:nvSpPr>
          <p:spPr>
            <a:xfrm>
              <a:off x="344147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4E455BAA-DA57-40E2-B905-3D91421B6920}"/>
                </a:ext>
              </a:extLst>
            </p:cNvPr>
            <p:cNvSpPr/>
            <p:nvPr/>
          </p:nvSpPr>
          <p:spPr>
            <a:xfrm>
              <a:off x="360773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F32EFFC5-2775-4DCC-8BF2-6ED38DA72992}"/>
                </a:ext>
              </a:extLst>
            </p:cNvPr>
            <p:cNvSpPr/>
            <p:nvPr/>
          </p:nvSpPr>
          <p:spPr>
            <a:xfrm>
              <a:off x="377398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445F798E-1F52-47C3-9A4A-EDA9585014E7}"/>
                </a:ext>
              </a:extLst>
            </p:cNvPr>
            <p:cNvSpPr/>
            <p:nvPr/>
          </p:nvSpPr>
          <p:spPr>
            <a:xfrm>
              <a:off x="394024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92BE0AD8-9B96-4659-8501-2FC5DE7D10AA}"/>
                </a:ext>
              </a:extLst>
            </p:cNvPr>
            <p:cNvSpPr/>
            <p:nvPr/>
          </p:nvSpPr>
          <p:spPr>
            <a:xfrm>
              <a:off x="410649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0A94005C-BAF8-4CF0-BD0B-821AC98FD238}"/>
                </a:ext>
              </a:extLst>
            </p:cNvPr>
            <p:cNvSpPr/>
            <p:nvPr/>
          </p:nvSpPr>
          <p:spPr>
            <a:xfrm>
              <a:off x="427275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2B093E9F-4477-48B4-8A6A-6DE081E690E6}"/>
                </a:ext>
              </a:extLst>
            </p:cNvPr>
            <p:cNvSpPr/>
            <p:nvPr/>
          </p:nvSpPr>
          <p:spPr>
            <a:xfrm>
              <a:off x="443900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F2CDB540-06BA-4837-BAA9-F704B9D5E902}"/>
                </a:ext>
              </a:extLst>
            </p:cNvPr>
            <p:cNvSpPr/>
            <p:nvPr/>
          </p:nvSpPr>
          <p:spPr>
            <a:xfrm>
              <a:off x="460526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97906982-7E8A-44A7-9CEC-8D5810E9C5A4}"/>
                </a:ext>
              </a:extLst>
            </p:cNvPr>
            <p:cNvSpPr/>
            <p:nvPr/>
          </p:nvSpPr>
          <p:spPr>
            <a:xfrm>
              <a:off x="477151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80613746-DB90-4B98-9C0A-FE855F8E5289}"/>
                </a:ext>
              </a:extLst>
            </p:cNvPr>
            <p:cNvSpPr/>
            <p:nvPr/>
          </p:nvSpPr>
          <p:spPr>
            <a:xfrm>
              <a:off x="493777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DCCB380F-94EE-43ED-AA68-7956D91B1049}"/>
                </a:ext>
              </a:extLst>
            </p:cNvPr>
            <p:cNvSpPr/>
            <p:nvPr/>
          </p:nvSpPr>
          <p:spPr>
            <a:xfrm>
              <a:off x="510402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F346AE42-225C-460F-A2B4-AB667D849F65}"/>
                </a:ext>
              </a:extLst>
            </p:cNvPr>
            <p:cNvSpPr/>
            <p:nvPr/>
          </p:nvSpPr>
          <p:spPr>
            <a:xfrm>
              <a:off x="527028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D21881A6-2417-4F59-94C3-D67129339F76}"/>
                </a:ext>
              </a:extLst>
            </p:cNvPr>
            <p:cNvSpPr/>
            <p:nvPr/>
          </p:nvSpPr>
          <p:spPr>
            <a:xfrm>
              <a:off x="543653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CD37CCDA-185E-4EF2-9461-D0630468817E}"/>
                </a:ext>
              </a:extLst>
            </p:cNvPr>
            <p:cNvSpPr/>
            <p:nvPr/>
          </p:nvSpPr>
          <p:spPr>
            <a:xfrm>
              <a:off x="560279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EA602C96-794A-4356-9F92-8DE4E05F6111}"/>
                </a:ext>
              </a:extLst>
            </p:cNvPr>
            <p:cNvSpPr/>
            <p:nvPr/>
          </p:nvSpPr>
          <p:spPr>
            <a:xfrm>
              <a:off x="576904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90E65B2D-E560-4608-A871-19EAFC5106A7}"/>
                </a:ext>
              </a:extLst>
            </p:cNvPr>
            <p:cNvSpPr/>
            <p:nvPr/>
          </p:nvSpPr>
          <p:spPr>
            <a:xfrm>
              <a:off x="593530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A2FC486E-D6BF-4735-A126-FCF066BC2891}"/>
                </a:ext>
              </a:extLst>
            </p:cNvPr>
            <p:cNvSpPr/>
            <p:nvPr/>
          </p:nvSpPr>
          <p:spPr>
            <a:xfrm>
              <a:off x="78139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34F725C3-809E-4853-A2EE-AD3FA81F0FD4}"/>
                </a:ext>
              </a:extLst>
            </p:cNvPr>
            <p:cNvSpPr/>
            <p:nvPr/>
          </p:nvSpPr>
          <p:spPr>
            <a:xfrm>
              <a:off x="94765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3AE50723-77E5-4F88-8D7D-37EF7D144A95}"/>
                </a:ext>
              </a:extLst>
            </p:cNvPr>
            <p:cNvSpPr/>
            <p:nvPr/>
          </p:nvSpPr>
          <p:spPr>
            <a:xfrm>
              <a:off x="111390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5405EA6D-5BE4-4E32-946B-C45C485C9D59}"/>
                </a:ext>
              </a:extLst>
            </p:cNvPr>
            <p:cNvSpPr/>
            <p:nvPr/>
          </p:nvSpPr>
          <p:spPr>
            <a:xfrm>
              <a:off x="128016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5E16EC78-1C70-4208-9EC3-91698F03D19D}"/>
                </a:ext>
              </a:extLst>
            </p:cNvPr>
            <p:cNvSpPr/>
            <p:nvPr/>
          </p:nvSpPr>
          <p:spPr>
            <a:xfrm>
              <a:off x="144641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A5B8228F-4779-4C76-99CC-A0E40A0E95AE}"/>
                </a:ext>
              </a:extLst>
            </p:cNvPr>
            <p:cNvSpPr/>
            <p:nvPr/>
          </p:nvSpPr>
          <p:spPr>
            <a:xfrm>
              <a:off x="161267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3F564F9B-483D-4632-B8B4-66CFFCDCF365}"/>
                </a:ext>
              </a:extLst>
            </p:cNvPr>
            <p:cNvSpPr/>
            <p:nvPr/>
          </p:nvSpPr>
          <p:spPr>
            <a:xfrm>
              <a:off x="177892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04789342-9A46-4937-B30A-0BF75D80DA7D}"/>
                </a:ext>
              </a:extLst>
            </p:cNvPr>
            <p:cNvSpPr/>
            <p:nvPr/>
          </p:nvSpPr>
          <p:spPr>
            <a:xfrm>
              <a:off x="194518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D7C60C6C-2444-4981-8491-363A246486AF}"/>
                </a:ext>
              </a:extLst>
            </p:cNvPr>
            <p:cNvSpPr/>
            <p:nvPr/>
          </p:nvSpPr>
          <p:spPr>
            <a:xfrm>
              <a:off x="211143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9C67C4A4-F7A3-4291-9790-1C53C4BE30B4}"/>
                </a:ext>
              </a:extLst>
            </p:cNvPr>
            <p:cNvSpPr/>
            <p:nvPr/>
          </p:nvSpPr>
          <p:spPr>
            <a:xfrm>
              <a:off x="227769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F081BE45-10B8-4329-BFFD-C1ED34EB3AFE}"/>
                </a:ext>
              </a:extLst>
            </p:cNvPr>
            <p:cNvSpPr/>
            <p:nvPr/>
          </p:nvSpPr>
          <p:spPr>
            <a:xfrm>
              <a:off x="244394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D95681CF-9710-469F-A89D-6A9D04A8C351}"/>
                </a:ext>
              </a:extLst>
            </p:cNvPr>
            <p:cNvSpPr/>
            <p:nvPr/>
          </p:nvSpPr>
          <p:spPr>
            <a:xfrm>
              <a:off x="261020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D32D98D4-D59F-400E-8F4F-3F30E94B173D}"/>
                </a:ext>
              </a:extLst>
            </p:cNvPr>
            <p:cNvSpPr/>
            <p:nvPr/>
          </p:nvSpPr>
          <p:spPr>
            <a:xfrm>
              <a:off x="277645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9DCD5351-A16C-49ED-8C29-DF00D55388C9}"/>
                </a:ext>
              </a:extLst>
            </p:cNvPr>
            <p:cNvSpPr/>
            <p:nvPr/>
          </p:nvSpPr>
          <p:spPr>
            <a:xfrm>
              <a:off x="294271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DE7A9C1F-C65B-4C00-99DE-A71C6D561E28}"/>
                </a:ext>
              </a:extLst>
            </p:cNvPr>
            <p:cNvSpPr/>
            <p:nvPr/>
          </p:nvSpPr>
          <p:spPr>
            <a:xfrm>
              <a:off x="310896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66777FDF-72DA-4B38-B09E-A9FA9DA04948}"/>
                </a:ext>
              </a:extLst>
            </p:cNvPr>
            <p:cNvSpPr/>
            <p:nvPr/>
          </p:nvSpPr>
          <p:spPr>
            <a:xfrm>
              <a:off x="327522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F8F9BDCE-4C2B-4672-9C9B-95C9E3BA737A}"/>
                </a:ext>
              </a:extLst>
            </p:cNvPr>
            <p:cNvSpPr/>
            <p:nvPr/>
          </p:nvSpPr>
          <p:spPr>
            <a:xfrm>
              <a:off x="344147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8F3A30F8-B3A0-48BE-8A17-47499D53C06C}"/>
                </a:ext>
              </a:extLst>
            </p:cNvPr>
            <p:cNvSpPr/>
            <p:nvPr/>
          </p:nvSpPr>
          <p:spPr>
            <a:xfrm>
              <a:off x="360773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E89A9A85-BF4E-4D91-A4A4-EA95A93C5273}"/>
                </a:ext>
              </a:extLst>
            </p:cNvPr>
            <p:cNvSpPr/>
            <p:nvPr/>
          </p:nvSpPr>
          <p:spPr>
            <a:xfrm>
              <a:off x="377398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4C0103EE-8A9A-451C-AA18-CAE4DFA23367}"/>
                </a:ext>
              </a:extLst>
            </p:cNvPr>
            <p:cNvSpPr/>
            <p:nvPr/>
          </p:nvSpPr>
          <p:spPr>
            <a:xfrm>
              <a:off x="394024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A12681D0-204B-4B8D-A628-15928A781BB4}"/>
                </a:ext>
              </a:extLst>
            </p:cNvPr>
            <p:cNvSpPr/>
            <p:nvPr/>
          </p:nvSpPr>
          <p:spPr>
            <a:xfrm>
              <a:off x="410649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56929C59-0329-4C8A-941B-B3C48AEACAB0}"/>
                </a:ext>
              </a:extLst>
            </p:cNvPr>
            <p:cNvSpPr/>
            <p:nvPr/>
          </p:nvSpPr>
          <p:spPr>
            <a:xfrm>
              <a:off x="427275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44649110-6450-4C44-92FA-4B746FC80057}"/>
                </a:ext>
              </a:extLst>
            </p:cNvPr>
            <p:cNvSpPr/>
            <p:nvPr/>
          </p:nvSpPr>
          <p:spPr>
            <a:xfrm>
              <a:off x="443900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4839B7A-0D09-4CC1-BCAA-EDA715F7DA7F}"/>
                </a:ext>
              </a:extLst>
            </p:cNvPr>
            <p:cNvSpPr/>
            <p:nvPr/>
          </p:nvSpPr>
          <p:spPr>
            <a:xfrm>
              <a:off x="460526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7F752B28-D862-4D58-9960-32DAFB703F23}"/>
                </a:ext>
              </a:extLst>
            </p:cNvPr>
            <p:cNvSpPr/>
            <p:nvPr/>
          </p:nvSpPr>
          <p:spPr>
            <a:xfrm>
              <a:off x="477151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20E23E49-0B3D-489C-92D8-77B5DB9B0D13}"/>
                </a:ext>
              </a:extLst>
            </p:cNvPr>
            <p:cNvSpPr/>
            <p:nvPr/>
          </p:nvSpPr>
          <p:spPr>
            <a:xfrm>
              <a:off x="493777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47C1BC2B-18F1-4E84-9301-627C9E821635}"/>
                </a:ext>
              </a:extLst>
            </p:cNvPr>
            <p:cNvSpPr/>
            <p:nvPr/>
          </p:nvSpPr>
          <p:spPr>
            <a:xfrm>
              <a:off x="510402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47051309-0F82-4EC7-9776-5F5A4E1E61DC}"/>
                </a:ext>
              </a:extLst>
            </p:cNvPr>
            <p:cNvSpPr/>
            <p:nvPr/>
          </p:nvSpPr>
          <p:spPr>
            <a:xfrm>
              <a:off x="527028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934785D7-62E3-446C-B33B-602C39AFD198}"/>
                </a:ext>
              </a:extLst>
            </p:cNvPr>
            <p:cNvSpPr/>
            <p:nvPr/>
          </p:nvSpPr>
          <p:spPr>
            <a:xfrm>
              <a:off x="543653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69C023BE-E307-471A-9889-849FE164EDC6}"/>
                </a:ext>
              </a:extLst>
            </p:cNvPr>
            <p:cNvSpPr/>
            <p:nvPr/>
          </p:nvSpPr>
          <p:spPr>
            <a:xfrm>
              <a:off x="560279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C92230FF-A638-4D11-ABC8-5B9A217B7331}"/>
                </a:ext>
              </a:extLst>
            </p:cNvPr>
            <p:cNvSpPr/>
            <p:nvPr/>
          </p:nvSpPr>
          <p:spPr>
            <a:xfrm>
              <a:off x="576904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2B849924-0DA7-450F-9B39-ADFEFC9AEF49}"/>
                </a:ext>
              </a:extLst>
            </p:cNvPr>
            <p:cNvSpPr/>
            <p:nvPr/>
          </p:nvSpPr>
          <p:spPr>
            <a:xfrm>
              <a:off x="593530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B500748-18DF-4B4E-9C28-9804F112DC80}"/>
                </a:ext>
              </a:extLst>
            </p:cNvPr>
            <p:cNvSpPr/>
            <p:nvPr/>
          </p:nvSpPr>
          <p:spPr>
            <a:xfrm>
              <a:off x="78139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2D410C0E-DA76-4F3B-8FCC-4E9F45688561}"/>
                </a:ext>
              </a:extLst>
            </p:cNvPr>
            <p:cNvSpPr/>
            <p:nvPr/>
          </p:nvSpPr>
          <p:spPr>
            <a:xfrm>
              <a:off x="94765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C119F2B8-9E7F-455C-8FC9-A68392B64B12}"/>
                </a:ext>
              </a:extLst>
            </p:cNvPr>
            <p:cNvSpPr/>
            <p:nvPr/>
          </p:nvSpPr>
          <p:spPr>
            <a:xfrm>
              <a:off x="111390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17592E59-58BD-496A-ABE6-E014083922DA}"/>
                </a:ext>
              </a:extLst>
            </p:cNvPr>
            <p:cNvSpPr/>
            <p:nvPr/>
          </p:nvSpPr>
          <p:spPr>
            <a:xfrm>
              <a:off x="128016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01E227D9-F960-4858-9A68-17BE7FA051C9}"/>
                </a:ext>
              </a:extLst>
            </p:cNvPr>
            <p:cNvSpPr/>
            <p:nvPr/>
          </p:nvSpPr>
          <p:spPr>
            <a:xfrm>
              <a:off x="144641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EDFDC09A-19F5-4CAE-8CE6-B4BE38582510}"/>
                </a:ext>
              </a:extLst>
            </p:cNvPr>
            <p:cNvSpPr/>
            <p:nvPr/>
          </p:nvSpPr>
          <p:spPr>
            <a:xfrm>
              <a:off x="161267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985EAF92-9207-41A1-B4CB-230EA97263E1}"/>
                </a:ext>
              </a:extLst>
            </p:cNvPr>
            <p:cNvSpPr/>
            <p:nvPr/>
          </p:nvSpPr>
          <p:spPr>
            <a:xfrm>
              <a:off x="177892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AAA68705-845D-49B0-904C-C4ABF1AC6E6F}"/>
                </a:ext>
              </a:extLst>
            </p:cNvPr>
            <p:cNvSpPr/>
            <p:nvPr/>
          </p:nvSpPr>
          <p:spPr>
            <a:xfrm>
              <a:off x="194518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DCAAA4A1-3E53-4EFD-BAD8-95BCEC32F3F3}"/>
                </a:ext>
              </a:extLst>
            </p:cNvPr>
            <p:cNvSpPr/>
            <p:nvPr/>
          </p:nvSpPr>
          <p:spPr>
            <a:xfrm>
              <a:off x="211143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6F7ECE8F-162A-4F85-84A5-1ECF75F82DAF}"/>
                </a:ext>
              </a:extLst>
            </p:cNvPr>
            <p:cNvSpPr/>
            <p:nvPr/>
          </p:nvSpPr>
          <p:spPr>
            <a:xfrm>
              <a:off x="227769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CF6C6309-164E-40F8-80D4-69EBBF06919D}"/>
                </a:ext>
              </a:extLst>
            </p:cNvPr>
            <p:cNvSpPr/>
            <p:nvPr/>
          </p:nvSpPr>
          <p:spPr>
            <a:xfrm>
              <a:off x="244394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C9CF176D-1AEF-4652-B6B8-EA7317BEAEDF}"/>
                </a:ext>
              </a:extLst>
            </p:cNvPr>
            <p:cNvSpPr/>
            <p:nvPr/>
          </p:nvSpPr>
          <p:spPr>
            <a:xfrm>
              <a:off x="261020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54B37F5D-3427-4EB1-BECD-3B5C96C4D9FE}"/>
                </a:ext>
              </a:extLst>
            </p:cNvPr>
            <p:cNvSpPr/>
            <p:nvPr/>
          </p:nvSpPr>
          <p:spPr>
            <a:xfrm>
              <a:off x="277645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4CF0A749-0020-42B2-AA37-17519E61EAF4}"/>
                </a:ext>
              </a:extLst>
            </p:cNvPr>
            <p:cNvSpPr/>
            <p:nvPr/>
          </p:nvSpPr>
          <p:spPr>
            <a:xfrm>
              <a:off x="294271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E37AACD8-C292-4C85-8436-09EA3922598E}"/>
                </a:ext>
              </a:extLst>
            </p:cNvPr>
            <p:cNvSpPr/>
            <p:nvPr/>
          </p:nvSpPr>
          <p:spPr>
            <a:xfrm>
              <a:off x="310896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577D9300-B8FA-4B18-8BFC-5A7E4F4C04A5}"/>
                </a:ext>
              </a:extLst>
            </p:cNvPr>
            <p:cNvSpPr/>
            <p:nvPr/>
          </p:nvSpPr>
          <p:spPr>
            <a:xfrm>
              <a:off x="327522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D798B210-AE06-4E81-8B6D-63474F293200}"/>
                </a:ext>
              </a:extLst>
            </p:cNvPr>
            <p:cNvSpPr/>
            <p:nvPr/>
          </p:nvSpPr>
          <p:spPr>
            <a:xfrm>
              <a:off x="344147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1E0A3E57-C6F3-4DFE-93EF-DA67D5507F00}"/>
                </a:ext>
              </a:extLst>
            </p:cNvPr>
            <p:cNvSpPr/>
            <p:nvPr/>
          </p:nvSpPr>
          <p:spPr>
            <a:xfrm>
              <a:off x="360773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4D956C72-CA3E-422D-91D1-717919A89D04}"/>
                </a:ext>
              </a:extLst>
            </p:cNvPr>
            <p:cNvSpPr/>
            <p:nvPr/>
          </p:nvSpPr>
          <p:spPr>
            <a:xfrm>
              <a:off x="377398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6BCB33D9-21C2-4410-A635-DCE256D45326}"/>
                </a:ext>
              </a:extLst>
            </p:cNvPr>
            <p:cNvSpPr/>
            <p:nvPr/>
          </p:nvSpPr>
          <p:spPr>
            <a:xfrm>
              <a:off x="394024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C2BF109B-B499-45D8-B16D-DBE5E9DD0FF0}"/>
                </a:ext>
              </a:extLst>
            </p:cNvPr>
            <p:cNvSpPr/>
            <p:nvPr/>
          </p:nvSpPr>
          <p:spPr>
            <a:xfrm>
              <a:off x="410649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A4CBE103-FC59-470F-AB48-1A7795A1DA49}"/>
                </a:ext>
              </a:extLst>
            </p:cNvPr>
            <p:cNvSpPr/>
            <p:nvPr/>
          </p:nvSpPr>
          <p:spPr>
            <a:xfrm>
              <a:off x="427275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71E3EFDD-E923-4313-B01D-7802B7AC191B}"/>
                </a:ext>
              </a:extLst>
            </p:cNvPr>
            <p:cNvSpPr/>
            <p:nvPr/>
          </p:nvSpPr>
          <p:spPr>
            <a:xfrm>
              <a:off x="443900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5F952E51-2B28-4E39-BCE7-444D9B289F0F}"/>
                </a:ext>
              </a:extLst>
            </p:cNvPr>
            <p:cNvSpPr/>
            <p:nvPr/>
          </p:nvSpPr>
          <p:spPr>
            <a:xfrm>
              <a:off x="460526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1ADDD51C-9ED1-4392-8253-79EC70B3031A}"/>
                </a:ext>
              </a:extLst>
            </p:cNvPr>
            <p:cNvSpPr/>
            <p:nvPr/>
          </p:nvSpPr>
          <p:spPr>
            <a:xfrm>
              <a:off x="477151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69B22862-E105-4B81-A79C-3B4C574E1399}"/>
                </a:ext>
              </a:extLst>
            </p:cNvPr>
            <p:cNvSpPr/>
            <p:nvPr/>
          </p:nvSpPr>
          <p:spPr>
            <a:xfrm>
              <a:off x="493777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AA9F382C-1DC8-4AD1-858E-1B28C830E4CB}"/>
                </a:ext>
              </a:extLst>
            </p:cNvPr>
            <p:cNvSpPr/>
            <p:nvPr/>
          </p:nvSpPr>
          <p:spPr>
            <a:xfrm>
              <a:off x="510402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B398D29D-0635-47FD-99D7-37026D01AE44}"/>
                </a:ext>
              </a:extLst>
            </p:cNvPr>
            <p:cNvSpPr/>
            <p:nvPr/>
          </p:nvSpPr>
          <p:spPr>
            <a:xfrm>
              <a:off x="527028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122867DC-F2E4-4B8D-869D-4F9563B3F6B1}"/>
                </a:ext>
              </a:extLst>
            </p:cNvPr>
            <p:cNvSpPr/>
            <p:nvPr/>
          </p:nvSpPr>
          <p:spPr>
            <a:xfrm>
              <a:off x="543653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BF5C494D-2D51-4E51-9950-0B822C50CA18}"/>
                </a:ext>
              </a:extLst>
            </p:cNvPr>
            <p:cNvSpPr/>
            <p:nvPr/>
          </p:nvSpPr>
          <p:spPr>
            <a:xfrm>
              <a:off x="560279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24BD5128-C897-4EFB-B91C-0EAA0D017EBD}"/>
                </a:ext>
              </a:extLst>
            </p:cNvPr>
            <p:cNvSpPr/>
            <p:nvPr/>
          </p:nvSpPr>
          <p:spPr>
            <a:xfrm>
              <a:off x="576904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7D035B72-4B39-41C7-B232-0E1668474C65}"/>
                </a:ext>
              </a:extLst>
            </p:cNvPr>
            <p:cNvSpPr/>
            <p:nvPr/>
          </p:nvSpPr>
          <p:spPr>
            <a:xfrm>
              <a:off x="593530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3881829F-A339-43D8-ADD6-FC07FDD758CF}"/>
                </a:ext>
              </a:extLst>
            </p:cNvPr>
            <p:cNvSpPr/>
            <p:nvPr/>
          </p:nvSpPr>
          <p:spPr>
            <a:xfrm>
              <a:off x="78139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8220DFDF-2542-4AB4-B86B-EE6EC32A3C38}"/>
                </a:ext>
              </a:extLst>
            </p:cNvPr>
            <p:cNvSpPr/>
            <p:nvPr/>
          </p:nvSpPr>
          <p:spPr>
            <a:xfrm>
              <a:off x="94765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12DF68CD-BE5F-4440-9215-8DDD09199DDF}"/>
                </a:ext>
              </a:extLst>
            </p:cNvPr>
            <p:cNvSpPr/>
            <p:nvPr/>
          </p:nvSpPr>
          <p:spPr>
            <a:xfrm>
              <a:off x="111390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BF6B069B-215F-4EF5-8E7E-F38F586B4CFD}"/>
                </a:ext>
              </a:extLst>
            </p:cNvPr>
            <p:cNvSpPr/>
            <p:nvPr/>
          </p:nvSpPr>
          <p:spPr>
            <a:xfrm>
              <a:off x="128016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15CF170B-0295-463F-8ACD-C57220EF6F0A}"/>
                </a:ext>
              </a:extLst>
            </p:cNvPr>
            <p:cNvSpPr/>
            <p:nvPr/>
          </p:nvSpPr>
          <p:spPr>
            <a:xfrm>
              <a:off x="144641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F2155A69-E7D0-478E-BEA6-7E2EC054404C}"/>
                </a:ext>
              </a:extLst>
            </p:cNvPr>
            <p:cNvSpPr/>
            <p:nvPr/>
          </p:nvSpPr>
          <p:spPr>
            <a:xfrm>
              <a:off x="161267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A4E474DD-6735-406A-8D08-B245A9F025FB}"/>
                </a:ext>
              </a:extLst>
            </p:cNvPr>
            <p:cNvSpPr/>
            <p:nvPr/>
          </p:nvSpPr>
          <p:spPr>
            <a:xfrm>
              <a:off x="177892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86D16D24-CFCD-4878-8F53-6C7D230DD04E}"/>
                </a:ext>
              </a:extLst>
            </p:cNvPr>
            <p:cNvSpPr/>
            <p:nvPr/>
          </p:nvSpPr>
          <p:spPr>
            <a:xfrm>
              <a:off x="194518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E0EA916A-9391-45DC-A4DF-DD35BE00CEE3}"/>
                </a:ext>
              </a:extLst>
            </p:cNvPr>
            <p:cNvSpPr/>
            <p:nvPr/>
          </p:nvSpPr>
          <p:spPr>
            <a:xfrm>
              <a:off x="211143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F5D21CD1-9596-454D-9A59-04C289E03B00}"/>
                </a:ext>
              </a:extLst>
            </p:cNvPr>
            <p:cNvSpPr/>
            <p:nvPr/>
          </p:nvSpPr>
          <p:spPr>
            <a:xfrm>
              <a:off x="227769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F0BF3A2D-6902-4891-B217-F3628F0F59E7}"/>
                </a:ext>
              </a:extLst>
            </p:cNvPr>
            <p:cNvSpPr/>
            <p:nvPr/>
          </p:nvSpPr>
          <p:spPr>
            <a:xfrm>
              <a:off x="244394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30F21DE1-E6F4-4EEA-8449-AF467A68D500}"/>
                </a:ext>
              </a:extLst>
            </p:cNvPr>
            <p:cNvSpPr/>
            <p:nvPr/>
          </p:nvSpPr>
          <p:spPr>
            <a:xfrm>
              <a:off x="261020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9DB1C028-FD89-4EBF-A55A-55E4AAF5DC80}"/>
                </a:ext>
              </a:extLst>
            </p:cNvPr>
            <p:cNvSpPr/>
            <p:nvPr/>
          </p:nvSpPr>
          <p:spPr>
            <a:xfrm>
              <a:off x="277645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00CE346B-06E7-47F6-8643-2AAEFAD31E72}"/>
                </a:ext>
              </a:extLst>
            </p:cNvPr>
            <p:cNvSpPr/>
            <p:nvPr/>
          </p:nvSpPr>
          <p:spPr>
            <a:xfrm>
              <a:off x="294271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74C80FA0-BFA7-4F19-BC4A-296A8FFDBB94}"/>
                </a:ext>
              </a:extLst>
            </p:cNvPr>
            <p:cNvSpPr/>
            <p:nvPr/>
          </p:nvSpPr>
          <p:spPr>
            <a:xfrm>
              <a:off x="310896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FA98F8EB-85DE-4A2A-B483-49D47B4C6DC2}"/>
                </a:ext>
              </a:extLst>
            </p:cNvPr>
            <p:cNvSpPr/>
            <p:nvPr/>
          </p:nvSpPr>
          <p:spPr>
            <a:xfrm>
              <a:off x="327522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737C7A3E-AFB4-46C3-AEA5-DF125664AD36}"/>
                </a:ext>
              </a:extLst>
            </p:cNvPr>
            <p:cNvSpPr/>
            <p:nvPr/>
          </p:nvSpPr>
          <p:spPr>
            <a:xfrm>
              <a:off x="344147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CB1A1BB5-D895-4300-853D-539290494AE6}"/>
                </a:ext>
              </a:extLst>
            </p:cNvPr>
            <p:cNvSpPr/>
            <p:nvPr/>
          </p:nvSpPr>
          <p:spPr>
            <a:xfrm>
              <a:off x="360773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1A99C1B1-7672-46F6-9D6D-A325DE0A6640}"/>
                </a:ext>
              </a:extLst>
            </p:cNvPr>
            <p:cNvSpPr/>
            <p:nvPr/>
          </p:nvSpPr>
          <p:spPr>
            <a:xfrm>
              <a:off x="377398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A8791B35-D57C-4333-B865-5661EFF63F32}"/>
                </a:ext>
              </a:extLst>
            </p:cNvPr>
            <p:cNvSpPr/>
            <p:nvPr/>
          </p:nvSpPr>
          <p:spPr>
            <a:xfrm>
              <a:off x="394024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60F5E77A-4D55-491A-B73F-A1AEE841F0E1}"/>
                </a:ext>
              </a:extLst>
            </p:cNvPr>
            <p:cNvSpPr/>
            <p:nvPr/>
          </p:nvSpPr>
          <p:spPr>
            <a:xfrm>
              <a:off x="410649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3C38D6EC-D8BB-4170-A9BE-792773C9A068}"/>
                </a:ext>
              </a:extLst>
            </p:cNvPr>
            <p:cNvSpPr/>
            <p:nvPr/>
          </p:nvSpPr>
          <p:spPr>
            <a:xfrm>
              <a:off x="427275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45493128-1636-4310-860A-46F7AE99EC99}"/>
                </a:ext>
              </a:extLst>
            </p:cNvPr>
            <p:cNvSpPr/>
            <p:nvPr/>
          </p:nvSpPr>
          <p:spPr>
            <a:xfrm>
              <a:off x="443900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C8A044EC-678F-4D38-88E2-CEC00242CEF3}"/>
                </a:ext>
              </a:extLst>
            </p:cNvPr>
            <p:cNvSpPr/>
            <p:nvPr/>
          </p:nvSpPr>
          <p:spPr>
            <a:xfrm>
              <a:off x="460526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8A3F3E96-74C2-4000-BCE6-22081922EA2C}"/>
                </a:ext>
              </a:extLst>
            </p:cNvPr>
            <p:cNvSpPr/>
            <p:nvPr/>
          </p:nvSpPr>
          <p:spPr>
            <a:xfrm>
              <a:off x="477151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11DF5D98-EEE5-4C04-9FD7-FFBF66155EA6}"/>
                </a:ext>
              </a:extLst>
            </p:cNvPr>
            <p:cNvSpPr/>
            <p:nvPr/>
          </p:nvSpPr>
          <p:spPr>
            <a:xfrm>
              <a:off x="493777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28BFD4C8-D55E-496E-B0C2-841FA91A7B3B}"/>
                </a:ext>
              </a:extLst>
            </p:cNvPr>
            <p:cNvSpPr/>
            <p:nvPr/>
          </p:nvSpPr>
          <p:spPr>
            <a:xfrm>
              <a:off x="510402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604E3913-F04D-4484-BD35-FC5057036A90}"/>
                </a:ext>
              </a:extLst>
            </p:cNvPr>
            <p:cNvSpPr/>
            <p:nvPr/>
          </p:nvSpPr>
          <p:spPr>
            <a:xfrm>
              <a:off x="527028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2E4798BC-C77D-4625-935E-3AA853195743}"/>
                </a:ext>
              </a:extLst>
            </p:cNvPr>
            <p:cNvSpPr/>
            <p:nvPr/>
          </p:nvSpPr>
          <p:spPr>
            <a:xfrm>
              <a:off x="543653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1C96E969-F91F-4107-9E32-BC804735D172}"/>
                </a:ext>
              </a:extLst>
            </p:cNvPr>
            <p:cNvSpPr/>
            <p:nvPr/>
          </p:nvSpPr>
          <p:spPr>
            <a:xfrm>
              <a:off x="560279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0CC5C2E8-5EDB-4C0A-9C94-6ED3018BB407}"/>
                </a:ext>
              </a:extLst>
            </p:cNvPr>
            <p:cNvSpPr/>
            <p:nvPr/>
          </p:nvSpPr>
          <p:spPr>
            <a:xfrm>
              <a:off x="576904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CA957376-DBB7-4233-8473-C1C6E9D0FC3D}"/>
                </a:ext>
              </a:extLst>
            </p:cNvPr>
            <p:cNvSpPr/>
            <p:nvPr/>
          </p:nvSpPr>
          <p:spPr>
            <a:xfrm>
              <a:off x="593530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B895851A-8325-4A80-9147-A3DC745431FC}"/>
                </a:ext>
              </a:extLst>
            </p:cNvPr>
            <p:cNvSpPr/>
            <p:nvPr/>
          </p:nvSpPr>
          <p:spPr>
            <a:xfrm>
              <a:off x="78139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032C9F09-EA62-4425-BD54-8CB0C4B187FC}"/>
                </a:ext>
              </a:extLst>
            </p:cNvPr>
            <p:cNvSpPr/>
            <p:nvPr/>
          </p:nvSpPr>
          <p:spPr>
            <a:xfrm>
              <a:off x="94765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E73F9591-377D-4346-B95C-5768D698C921}"/>
                </a:ext>
              </a:extLst>
            </p:cNvPr>
            <p:cNvSpPr/>
            <p:nvPr/>
          </p:nvSpPr>
          <p:spPr>
            <a:xfrm>
              <a:off x="111390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54F3728E-61E9-4DAE-AAFD-EE9409578897}"/>
                </a:ext>
              </a:extLst>
            </p:cNvPr>
            <p:cNvSpPr/>
            <p:nvPr/>
          </p:nvSpPr>
          <p:spPr>
            <a:xfrm>
              <a:off x="128016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2AE918D4-BE6B-4CC6-BA9F-273769C1A4AF}"/>
                </a:ext>
              </a:extLst>
            </p:cNvPr>
            <p:cNvSpPr/>
            <p:nvPr/>
          </p:nvSpPr>
          <p:spPr>
            <a:xfrm>
              <a:off x="144641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E174AFF3-866A-496E-9A73-3F9EBC279104}"/>
                </a:ext>
              </a:extLst>
            </p:cNvPr>
            <p:cNvSpPr/>
            <p:nvPr/>
          </p:nvSpPr>
          <p:spPr>
            <a:xfrm>
              <a:off x="161267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4F7BC9DB-A41D-49B5-A57E-B0DFF4179D05}"/>
                </a:ext>
              </a:extLst>
            </p:cNvPr>
            <p:cNvSpPr/>
            <p:nvPr/>
          </p:nvSpPr>
          <p:spPr>
            <a:xfrm>
              <a:off x="177892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68C78D55-73C1-4D28-9864-54F4D4894431}"/>
                </a:ext>
              </a:extLst>
            </p:cNvPr>
            <p:cNvSpPr/>
            <p:nvPr/>
          </p:nvSpPr>
          <p:spPr>
            <a:xfrm>
              <a:off x="194518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14B5D3BB-0EDA-4849-8F8D-D5A20F05444B}"/>
                </a:ext>
              </a:extLst>
            </p:cNvPr>
            <p:cNvSpPr/>
            <p:nvPr/>
          </p:nvSpPr>
          <p:spPr>
            <a:xfrm>
              <a:off x="211143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D6BAFDD9-DFCA-4E0E-B9F5-EDF132A16594}"/>
                </a:ext>
              </a:extLst>
            </p:cNvPr>
            <p:cNvSpPr/>
            <p:nvPr/>
          </p:nvSpPr>
          <p:spPr>
            <a:xfrm>
              <a:off x="227769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819C6E04-3D6C-4D6E-8640-8AA7AC5593C3}"/>
                </a:ext>
              </a:extLst>
            </p:cNvPr>
            <p:cNvSpPr/>
            <p:nvPr/>
          </p:nvSpPr>
          <p:spPr>
            <a:xfrm>
              <a:off x="244394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4D364E72-C4EC-457D-8008-A74A5856F09F}"/>
                </a:ext>
              </a:extLst>
            </p:cNvPr>
            <p:cNvSpPr/>
            <p:nvPr/>
          </p:nvSpPr>
          <p:spPr>
            <a:xfrm>
              <a:off x="261020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B6EB2512-958C-4FEF-8B4A-43B487F5194C}"/>
                </a:ext>
              </a:extLst>
            </p:cNvPr>
            <p:cNvSpPr/>
            <p:nvPr/>
          </p:nvSpPr>
          <p:spPr>
            <a:xfrm>
              <a:off x="277645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69BA2D5C-AF3E-4311-9A92-69349BC6AF9A}"/>
                </a:ext>
              </a:extLst>
            </p:cNvPr>
            <p:cNvSpPr/>
            <p:nvPr/>
          </p:nvSpPr>
          <p:spPr>
            <a:xfrm>
              <a:off x="294271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8B6BDADB-3006-406D-84C4-4395896176FD}"/>
                </a:ext>
              </a:extLst>
            </p:cNvPr>
            <p:cNvSpPr/>
            <p:nvPr/>
          </p:nvSpPr>
          <p:spPr>
            <a:xfrm>
              <a:off x="310896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1BCB031E-2A51-4A19-9E13-5C7D97931DCD}"/>
                </a:ext>
              </a:extLst>
            </p:cNvPr>
            <p:cNvSpPr/>
            <p:nvPr/>
          </p:nvSpPr>
          <p:spPr>
            <a:xfrm>
              <a:off x="327522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34139BE5-97E1-4240-A33A-7A9F5B4ACE12}"/>
                </a:ext>
              </a:extLst>
            </p:cNvPr>
            <p:cNvSpPr/>
            <p:nvPr/>
          </p:nvSpPr>
          <p:spPr>
            <a:xfrm>
              <a:off x="344147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99493582-D5C0-401E-BD05-07844D8905A4}"/>
                </a:ext>
              </a:extLst>
            </p:cNvPr>
            <p:cNvSpPr/>
            <p:nvPr/>
          </p:nvSpPr>
          <p:spPr>
            <a:xfrm>
              <a:off x="360773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C6DFA822-C281-4317-B61C-A144F1FA8707}"/>
                </a:ext>
              </a:extLst>
            </p:cNvPr>
            <p:cNvSpPr/>
            <p:nvPr/>
          </p:nvSpPr>
          <p:spPr>
            <a:xfrm>
              <a:off x="377398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F4D95771-3EA7-42C2-8F5D-ED4A08871EE5}"/>
                </a:ext>
              </a:extLst>
            </p:cNvPr>
            <p:cNvSpPr/>
            <p:nvPr/>
          </p:nvSpPr>
          <p:spPr>
            <a:xfrm>
              <a:off x="394024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9B9CB7A1-A1F0-434C-A2B1-EBAC48214DE8}"/>
                </a:ext>
              </a:extLst>
            </p:cNvPr>
            <p:cNvSpPr/>
            <p:nvPr/>
          </p:nvSpPr>
          <p:spPr>
            <a:xfrm>
              <a:off x="410649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9392A7D9-2AB4-4930-AA70-09E1F5705375}"/>
                </a:ext>
              </a:extLst>
            </p:cNvPr>
            <p:cNvSpPr/>
            <p:nvPr/>
          </p:nvSpPr>
          <p:spPr>
            <a:xfrm>
              <a:off x="427275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6052A9E7-0A6A-418D-B19D-F40631A4CC14}"/>
                </a:ext>
              </a:extLst>
            </p:cNvPr>
            <p:cNvSpPr/>
            <p:nvPr/>
          </p:nvSpPr>
          <p:spPr>
            <a:xfrm>
              <a:off x="443900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41C26C0E-2162-463A-8430-3C67FDBCB95E}"/>
                </a:ext>
              </a:extLst>
            </p:cNvPr>
            <p:cNvSpPr/>
            <p:nvPr/>
          </p:nvSpPr>
          <p:spPr>
            <a:xfrm>
              <a:off x="460526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FE99870A-DED5-4A4F-9C19-AEE8D618ADD1}"/>
                </a:ext>
              </a:extLst>
            </p:cNvPr>
            <p:cNvSpPr/>
            <p:nvPr/>
          </p:nvSpPr>
          <p:spPr>
            <a:xfrm>
              <a:off x="477151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66C67A95-A77D-46E1-91A7-FBD4A000C15B}"/>
                </a:ext>
              </a:extLst>
            </p:cNvPr>
            <p:cNvSpPr/>
            <p:nvPr/>
          </p:nvSpPr>
          <p:spPr>
            <a:xfrm>
              <a:off x="493777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7EEF5D88-E9B2-42B7-B484-A2F08C7500ED}"/>
                </a:ext>
              </a:extLst>
            </p:cNvPr>
            <p:cNvSpPr/>
            <p:nvPr/>
          </p:nvSpPr>
          <p:spPr>
            <a:xfrm>
              <a:off x="510402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31D22350-EFC6-4BF1-BFF5-6306FB3E7215}"/>
                </a:ext>
              </a:extLst>
            </p:cNvPr>
            <p:cNvSpPr/>
            <p:nvPr/>
          </p:nvSpPr>
          <p:spPr>
            <a:xfrm>
              <a:off x="527028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18002159-5193-4273-9E78-FB1ADE3646E2}"/>
                </a:ext>
              </a:extLst>
            </p:cNvPr>
            <p:cNvSpPr/>
            <p:nvPr/>
          </p:nvSpPr>
          <p:spPr>
            <a:xfrm>
              <a:off x="543653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680D0C99-8D66-4C3D-8014-12A28B58B5F3}"/>
                </a:ext>
              </a:extLst>
            </p:cNvPr>
            <p:cNvSpPr/>
            <p:nvPr/>
          </p:nvSpPr>
          <p:spPr>
            <a:xfrm>
              <a:off x="560279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9ED12755-B404-48E0-9B69-2826624114B2}"/>
                </a:ext>
              </a:extLst>
            </p:cNvPr>
            <p:cNvSpPr/>
            <p:nvPr/>
          </p:nvSpPr>
          <p:spPr>
            <a:xfrm>
              <a:off x="576904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B89FEAD9-FD75-4C08-854E-64528D507DBB}"/>
                </a:ext>
              </a:extLst>
            </p:cNvPr>
            <p:cNvSpPr/>
            <p:nvPr/>
          </p:nvSpPr>
          <p:spPr>
            <a:xfrm>
              <a:off x="593530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F22CEA5A-E317-401B-BB68-FF3BBECAADCA}"/>
                </a:ext>
              </a:extLst>
            </p:cNvPr>
            <p:cNvSpPr/>
            <p:nvPr/>
          </p:nvSpPr>
          <p:spPr>
            <a:xfrm>
              <a:off x="78139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B5884E64-73C8-4326-9F28-9934039160B7}"/>
                </a:ext>
              </a:extLst>
            </p:cNvPr>
            <p:cNvSpPr/>
            <p:nvPr/>
          </p:nvSpPr>
          <p:spPr>
            <a:xfrm>
              <a:off x="94765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8FFD8709-3572-4222-8DEE-7D508F6DF206}"/>
                </a:ext>
              </a:extLst>
            </p:cNvPr>
            <p:cNvSpPr/>
            <p:nvPr/>
          </p:nvSpPr>
          <p:spPr>
            <a:xfrm>
              <a:off x="111390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3EE93CC6-B3B0-48E6-B639-0C1740314158}"/>
                </a:ext>
              </a:extLst>
            </p:cNvPr>
            <p:cNvSpPr/>
            <p:nvPr/>
          </p:nvSpPr>
          <p:spPr>
            <a:xfrm>
              <a:off x="128016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AFAA8239-9376-41E0-9EB4-10A3E4A7E74C}"/>
                </a:ext>
              </a:extLst>
            </p:cNvPr>
            <p:cNvSpPr/>
            <p:nvPr/>
          </p:nvSpPr>
          <p:spPr>
            <a:xfrm>
              <a:off x="144641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56E4B223-1D4A-46B1-A96F-7ACF9027F8A9}"/>
                </a:ext>
              </a:extLst>
            </p:cNvPr>
            <p:cNvSpPr/>
            <p:nvPr/>
          </p:nvSpPr>
          <p:spPr>
            <a:xfrm>
              <a:off x="161267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8F5E025E-7CE6-4F78-872B-BAE60FC913D6}"/>
                </a:ext>
              </a:extLst>
            </p:cNvPr>
            <p:cNvSpPr/>
            <p:nvPr/>
          </p:nvSpPr>
          <p:spPr>
            <a:xfrm>
              <a:off x="177892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C8B60A03-B9CA-4F4E-BE64-293C7BC6218F}"/>
                </a:ext>
              </a:extLst>
            </p:cNvPr>
            <p:cNvSpPr/>
            <p:nvPr/>
          </p:nvSpPr>
          <p:spPr>
            <a:xfrm>
              <a:off x="194518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805028D7-D8C8-4A24-8DBF-348A6D4F3D20}"/>
                </a:ext>
              </a:extLst>
            </p:cNvPr>
            <p:cNvSpPr/>
            <p:nvPr/>
          </p:nvSpPr>
          <p:spPr>
            <a:xfrm>
              <a:off x="211143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0423DE96-1744-4DA8-B33E-9AD6E8786558}"/>
                </a:ext>
              </a:extLst>
            </p:cNvPr>
            <p:cNvSpPr/>
            <p:nvPr/>
          </p:nvSpPr>
          <p:spPr>
            <a:xfrm>
              <a:off x="227769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98A0B43E-24B4-4D56-816F-433A1FE96062}"/>
                </a:ext>
              </a:extLst>
            </p:cNvPr>
            <p:cNvSpPr/>
            <p:nvPr/>
          </p:nvSpPr>
          <p:spPr>
            <a:xfrm>
              <a:off x="244394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5772A0FE-7A85-49D3-AE44-D7962E750EB5}"/>
                </a:ext>
              </a:extLst>
            </p:cNvPr>
            <p:cNvSpPr/>
            <p:nvPr/>
          </p:nvSpPr>
          <p:spPr>
            <a:xfrm>
              <a:off x="261020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D6344911-2DD6-4AAC-BEB6-AE7CD41E1B44}"/>
                </a:ext>
              </a:extLst>
            </p:cNvPr>
            <p:cNvSpPr/>
            <p:nvPr/>
          </p:nvSpPr>
          <p:spPr>
            <a:xfrm>
              <a:off x="277645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FDA0EF7A-2391-4B7F-9D43-A7B1EBFB2A02}"/>
                </a:ext>
              </a:extLst>
            </p:cNvPr>
            <p:cNvSpPr/>
            <p:nvPr/>
          </p:nvSpPr>
          <p:spPr>
            <a:xfrm>
              <a:off x="294271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2422924D-DF64-46A7-BCF0-4FB011DCCD06}"/>
                </a:ext>
              </a:extLst>
            </p:cNvPr>
            <p:cNvSpPr/>
            <p:nvPr/>
          </p:nvSpPr>
          <p:spPr>
            <a:xfrm>
              <a:off x="310896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0F258764-4049-4134-B56B-CC3FB6B854D7}"/>
                </a:ext>
              </a:extLst>
            </p:cNvPr>
            <p:cNvSpPr/>
            <p:nvPr/>
          </p:nvSpPr>
          <p:spPr>
            <a:xfrm>
              <a:off x="327522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4A4F8FB9-3C16-4BB6-84CB-9195CE1D7C6B}"/>
                </a:ext>
              </a:extLst>
            </p:cNvPr>
            <p:cNvSpPr/>
            <p:nvPr/>
          </p:nvSpPr>
          <p:spPr>
            <a:xfrm>
              <a:off x="344147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B3958FC1-26D9-4809-8515-3348D97226BF}"/>
                </a:ext>
              </a:extLst>
            </p:cNvPr>
            <p:cNvSpPr/>
            <p:nvPr/>
          </p:nvSpPr>
          <p:spPr>
            <a:xfrm>
              <a:off x="360773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1D8B3A5A-2C20-4BC1-9859-F7124E29BF90}"/>
                </a:ext>
              </a:extLst>
            </p:cNvPr>
            <p:cNvSpPr/>
            <p:nvPr/>
          </p:nvSpPr>
          <p:spPr>
            <a:xfrm>
              <a:off x="377398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88D80496-AD76-43A3-A307-960ADD9C53F5}"/>
                </a:ext>
              </a:extLst>
            </p:cNvPr>
            <p:cNvSpPr/>
            <p:nvPr/>
          </p:nvSpPr>
          <p:spPr>
            <a:xfrm>
              <a:off x="394024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ABB81335-FA4D-4CBF-8E88-B615EAA2A089}"/>
                </a:ext>
              </a:extLst>
            </p:cNvPr>
            <p:cNvSpPr/>
            <p:nvPr/>
          </p:nvSpPr>
          <p:spPr>
            <a:xfrm>
              <a:off x="410649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8246478A-E274-47E9-B874-34554F8182CA}"/>
                </a:ext>
              </a:extLst>
            </p:cNvPr>
            <p:cNvSpPr/>
            <p:nvPr/>
          </p:nvSpPr>
          <p:spPr>
            <a:xfrm>
              <a:off x="427275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08282C8E-1780-4D15-8F0C-E9D880F086DA}"/>
                </a:ext>
              </a:extLst>
            </p:cNvPr>
            <p:cNvSpPr/>
            <p:nvPr/>
          </p:nvSpPr>
          <p:spPr>
            <a:xfrm>
              <a:off x="443900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37BA29F7-C741-44AC-AFCE-7973923E66EC}"/>
                </a:ext>
              </a:extLst>
            </p:cNvPr>
            <p:cNvSpPr/>
            <p:nvPr/>
          </p:nvSpPr>
          <p:spPr>
            <a:xfrm>
              <a:off x="460526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EF926927-9312-41C6-8748-0DDB02AC158F}"/>
                </a:ext>
              </a:extLst>
            </p:cNvPr>
            <p:cNvSpPr/>
            <p:nvPr/>
          </p:nvSpPr>
          <p:spPr>
            <a:xfrm>
              <a:off x="477151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957F61C9-B953-4B9B-8589-4C2FE928A293}"/>
                </a:ext>
              </a:extLst>
            </p:cNvPr>
            <p:cNvSpPr/>
            <p:nvPr/>
          </p:nvSpPr>
          <p:spPr>
            <a:xfrm>
              <a:off x="493777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1F1A46C3-C775-4BC9-B051-BB58D67C04F1}"/>
                </a:ext>
              </a:extLst>
            </p:cNvPr>
            <p:cNvSpPr/>
            <p:nvPr/>
          </p:nvSpPr>
          <p:spPr>
            <a:xfrm>
              <a:off x="510402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4ED3C1E1-A17A-4401-AAFA-CD9AE20E5772}"/>
                </a:ext>
              </a:extLst>
            </p:cNvPr>
            <p:cNvSpPr/>
            <p:nvPr/>
          </p:nvSpPr>
          <p:spPr>
            <a:xfrm>
              <a:off x="527028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F9CF7C63-CE44-4BA9-82C8-DB21EF8B1ED5}"/>
                </a:ext>
              </a:extLst>
            </p:cNvPr>
            <p:cNvSpPr/>
            <p:nvPr/>
          </p:nvSpPr>
          <p:spPr>
            <a:xfrm>
              <a:off x="543653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34C8C72D-5717-4C4F-88A3-4016FE61EB89}"/>
                </a:ext>
              </a:extLst>
            </p:cNvPr>
            <p:cNvSpPr/>
            <p:nvPr/>
          </p:nvSpPr>
          <p:spPr>
            <a:xfrm>
              <a:off x="560279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D96EC21B-AFD3-4B8B-8C1D-E916D6ED1E27}"/>
                </a:ext>
              </a:extLst>
            </p:cNvPr>
            <p:cNvSpPr/>
            <p:nvPr/>
          </p:nvSpPr>
          <p:spPr>
            <a:xfrm>
              <a:off x="576904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FFCE3630-0ED9-46E6-B391-C2CD43CAFDE7}"/>
                </a:ext>
              </a:extLst>
            </p:cNvPr>
            <p:cNvSpPr/>
            <p:nvPr/>
          </p:nvSpPr>
          <p:spPr>
            <a:xfrm>
              <a:off x="593530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F0433128-814C-4C42-9E71-4084384D6AB7}"/>
                </a:ext>
              </a:extLst>
            </p:cNvPr>
            <p:cNvSpPr/>
            <p:nvPr/>
          </p:nvSpPr>
          <p:spPr>
            <a:xfrm>
              <a:off x="78139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7CA43F0C-721C-4493-B680-53B80D1DEBB4}"/>
                </a:ext>
              </a:extLst>
            </p:cNvPr>
            <p:cNvSpPr/>
            <p:nvPr/>
          </p:nvSpPr>
          <p:spPr>
            <a:xfrm>
              <a:off x="94765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7E14B3FF-B741-48E7-9A1F-96DBE04F4BB7}"/>
                </a:ext>
              </a:extLst>
            </p:cNvPr>
            <p:cNvSpPr/>
            <p:nvPr/>
          </p:nvSpPr>
          <p:spPr>
            <a:xfrm>
              <a:off x="111390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CA298CAD-CC9C-451F-B84A-0B2FADC612EF}"/>
                </a:ext>
              </a:extLst>
            </p:cNvPr>
            <p:cNvSpPr/>
            <p:nvPr/>
          </p:nvSpPr>
          <p:spPr>
            <a:xfrm>
              <a:off x="128016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86119124-7CD2-487C-86C8-55A4AF8C97F2}"/>
                </a:ext>
              </a:extLst>
            </p:cNvPr>
            <p:cNvSpPr/>
            <p:nvPr/>
          </p:nvSpPr>
          <p:spPr>
            <a:xfrm>
              <a:off x="144641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E8B10603-4DF4-43F0-ADDC-CD589BC9A656}"/>
                </a:ext>
              </a:extLst>
            </p:cNvPr>
            <p:cNvSpPr/>
            <p:nvPr/>
          </p:nvSpPr>
          <p:spPr>
            <a:xfrm>
              <a:off x="161267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2C5E5D01-E26E-4B97-A682-3775FA7F192E}"/>
                </a:ext>
              </a:extLst>
            </p:cNvPr>
            <p:cNvSpPr/>
            <p:nvPr/>
          </p:nvSpPr>
          <p:spPr>
            <a:xfrm>
              <a:off x="177892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5DF563B1-8824-42D2-B705-F34B5965F1BC}"/>
                </a:ext>
              </a:extLst>
            </p:cNvPr>
            <p:cNvSpPr/>
            <p:nvPr/>
          </p:nvSpPr>
          <p:spPr>
            <a:xfrm>
              <a:off x="194518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894445BB-C2A2-428F-8918-EDFEE81AC038}"/>
                </a:ext>
              </a:extLst>
            </p:cNvPr>
            <p:cNvSpPr/>
            <p:nvPr/>
          </p:nvSpPr>
          <p:spPr>
            <a:xfrm>
              <a:off x="211143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FC600FB8-3984-49C0-94F4-335403961562}"/>
                </a:ext>
              </a:extLst>
            </p:cNvPr>
            <p:cNvSpPr/>
            <p:nvPr/>
          </p:nvSpPr>
          <p:spPr>
            <a:xfrm>
              <a:off x="227769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7F0BB937-09F7-4031-9767-C3565B5F9B6D}"/>
                </a:ext>
              </a:extLst>
            </p:cNvPr>
            <p:cNvSpPr/>
            <p:nvPr/>
          </p:nvSpPr>
          <p:spPr>
            <a:xfrm>
              <a:off x="244394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AE2E3DF9-A3CA-4354-9C97-D1C7D454F68B}"/>
                </a:ext>
              </a:extLst>
            </p:cNvPr>
            <p:cNvSpPr/>
            <p:nvPr/>
          </p:nvSpPr>
          <p:spPr>
            <a:xfrm>
              <a:off x="261020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6143F663-2255-482B-9752-DAF079CBDBD2}"/>
                </a:ext>
              </a:extLst>
            </p:cNvPr>
            <p:cNvSpPr/>
            <p:nvPr/>
          </p:nvSpPr>
          <p:spPr>
            <a:xfrm>
              <a:off x="277645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545C01E1-A407-4BA9-ABA3-9A544C588EC4}"/>
                </a:ext>
              </a:extLst>
            </p:cNvPr>
            <p:cNvSpPr/>
            <p:nvPr/>
          </p:nvSpPr>
          <p:spPr>
            <a:xfrm>
              <a:off x="294271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1DB3F2EE-1C28-4207-98A7-800CD3915D73}"/>
                </a:ext>
              </a:extLst>
            </p:cNvPr>
            <p:cNvSpPr/>
            <p:nvPr/>
          </p:nvSpPr>
          <p:spPr>
            <a:xfrm>
              <a:off x="310896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0FB96C95-1009-48D4-890E-12FFA81F7D89}"/>
                </a:ext>
              </a:extLst>
            </p:cNvPr>
            <p:cNvSpPr/>
            <p:nvPr/>
          </p:nvSpPr>
          <p:spPr>
            <a:xfrm>
              <a:off x="327522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1FC6E270-75C4-44DE-BFAC-066C8EEE77FF}"/>
                </a:ext>
              </a:extLst>
            </p:cNvPr>
            <p:cNvSpPr/>
            <p:nvPr/>
          </p:nvSpPr>
          <p:spPr>
            <a:xfrm>
              <a:off x="344147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A369C2F0-09A1-47DA-A7BF-5D5668FF1D22}"/>
                </a:ext>
              </a:extLst>
            </p:cNvPr>
            <p:cNvSpPr/>
            <p:nvPr/>
          </p:nvSpPr>
          <p:spPr>
            <a:xfrm>
              <a:off x="360773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091A7561-9183-4965-A469-0DC073AF0B7D}"/>
                </a:ext>
              </a:extLst>
            </p:cNvPr>
            <p:cNvSpPr/>
            <p:nvPr/>
          </p:nvSpPr>
          <p:spPr>
            <a:xfrm>
              <a:off x="377398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E169DA59-8B4C-4B36-A5AE-CAF3AD3250FB}"/>
                </a:ext>
              </a:extLst>
            </p:cNvPr>
            <p:cNvSpPr/>
            <p:nvPr/>
          </p:nvSpPr>
          <p:spPr>
            <a:xfrm>
              <a:off x="394024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C7CA357D-2B5F-4154-ADB2-D3D7C36C5E4D}"/>
                </a:ext>
              </a:extLst>
            </p:cNvPr>
            <p:cNvSpPr/>
            <p:nvPr/>
          </p:nvSpPr>
          <p:spPr>
            <a:xfrm>
              <a:off x="410649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FF111BD4-A2D7-485F-B144-61EA57F6596C}"/>
                </a:ext>
              </a:extLst>
            </p:cNvPr>
            <p:cNvSpPr/>
            <p:nvPr/>
          </p:nvSpPr>
          <p:spPr>
            <a:xfrm>
              <a:off x="427275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AC5EEA51-01EA-4296-8875-1F67BCC1E5F2}"/>
                </a:ext>
              </a:extLst>
            </p:cNvPr>
            <p:cNvSpPr/>
            <p:nvPr/>
          </p:nvSpPr>
          <p:spPr>
            <a:xfrm>
              <a:off x="443900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B3A6B918-B31A-4A4D-9229-FEE571F98B1C}"/>
                </a:ext>
              </a:extLst>
            </p:cNvPr>
            <p:cNvSpPr/>
            <p:nvPr/>
          </p:nvSpPr>
          <p:spPr>
            <a:xfrm>
              <a:off x="460526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28002C3B-282B-4344-8204-9DFD06009520}"/>
                </a:ext>
              </a:extLst>
            </p:cNvPr>
            <p:cNvSpPr/>
            <p:nvPr/>
          </p:nvSpPr>
          <p:spPr>
            <a:xfrm>
              <a:off x="477151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217E4BD3-0012-4A8E-AEE8-0B8F931F29D9}"/>
                </a:ext>
              </a:extLst>
            </p:cNvPr>
            <p:cNvSpPr/>
            <p:nvPr/>
          </p:nvSpPr>
          <p:spPr>
            <a:xfrm>
              <a:off x="493777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7A31D686-927A-4C75-906F-FFB3B1C0C3AF}"/>
                </a:ext>
              </a:extLst>
            </p:cNvPr>
            <p:cNvSpPr/>
            <p:nvPr/>
          </p:nvSpPr>
          <p:spPr>
            <a:xfrm>
              <a:off x="510402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EA18B033-5FD6-4EDD-81E0-F6A299796509}"/>
                </a:ext>
              </a:extLst>
            </p:cNvPr>
            <p:cNvSpPr/>
            <p:nvPr/>
          </p:nvSpPr>
          <p:spPr>
            <a:xfrm>
              <a:off x="527028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F509E4B1-2BF6-42FB-8750-2DBEAF2CB841}"/>
                </a:ext>
              </a:extLst>
            </p:cNvPr>
            <p:cNvSpPr/>
            <p:nvPr/>
          </p:nvSpPr>
          <p:spPr>
            <a:xfrm>
              <a:off x="543653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29402DBA-19EF-4A9F-B038-78CF9CACF3BC}"/>
                </a:ext>
              </a:extLst>
            </p:cNvPr>
            <p:cNvSpPr/>
            <p:nvPr/>
          </p:nvSpPr>
          <p:spPr>
            <a:xfrm>
              <a:off x="560279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24AE172F-0BD6-4EB3-B86C-7817B7BD55A5}"/>
                </a:ext>
              </a:extLst>
            </p:cNvPr>
            <p:cNvSpPr/>
            <p:nvPr/>
          </p:nvSpPr>
          <p:spPr>
            <a:xfrm>
              <a:off x="576904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846F1026-CEC3-4286-A179-21CF544A5ED3}"/>
                </a:ext>
              </a:extLst>
            </p:cNvPr>
            <p:cNvSpPr/>
            <p:nvPr/>
          </p:nvSpPr>
          <p:spPr>
            <a:xfrm>
              <a:off x="593530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4E6B76C4-3D01-41D7-91CE-CBBF0B12C3BB}"/>
                </a:ext>
              </a:extLst>
            </p:cNvPr>
            <p:cNvSpPr/>
            <p:nvPr/>
          </p:nvSpPr>
          <p:spPr>
            <a:xfrm>
              <a:off x="78139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DEF444A4-BDC8-4CCE-BFBC-77886E109A9A}"/>
                </a:ext>
              </a:extLst>
            </p:cNvPr>
            <p:cNvSpPr/>
            <p:nvPr/>
          </p:nvSpPr>
          <p:spPr>
            <a:xfrm>
              <a:off x="94765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35F3777F-E497-45DE-8334-060B1E9F9F50}"/>
                </a:ext>
              </a:extLst>
            </p:cNvPr>
            <p:cNvSpPr/>
            <p:nvPr/>
          </p:nvSpPr>
          <p:spPr>
            <a:xfrm>
              <a:off x="111390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633A9C7C-239A-4309-82E7-A7B64B15B245}"/>
                </a:ext>
              </a:extLst>
            </p:cNvPr>
            <p:cNvSpPr/>
            <p:nvPr/>
          </p:nvSpPr>
          <p:spPr>
            <a:xfrm>
              <a:off x="128016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F772C712-F91C-4F47-9F8D-ABBEB4691F53}"/>
                </a:ext>
              </a:extLst>
            </p:cNvPr>
            <p:cNvSpPr/>
            <p:nvPr/>
          </p:nvSpPr>
          <p:spPr>
            <a:xfrm>
              <a:off x="144641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9AEF36E8-DA14-4BE8-8B81-CC1AF32279EA}"/>
                </a:ext>
              </a:extLst>
            </p:cNvPr>
            <p:cNvSpPr/>
            <p:nvPr/>
          </p:nvSpPr>
          <p:spPr>
            <a:xfrm>
              <a:off x="161267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1135A2F6-199D-42DF-8D54-133287CFE4DB}"/>
                </a:ext>
              </a:extLst>
            </p:cNvPr>
            <p:cNvSpPr/>
            <p:nvPr/>
          </p:nvSpPr>
          <p:spPr>
            <a:xfrm>
              <a:off x="177892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8FBDFA33-B824-4C3D-B638-2A5A79451E22}"/>
                </a:ext>
              </a:extLst>
            </p:cNvPr>
            <p:cNvSpPr/>
            <p:nvPr/>
          </p:nvSpPr>
          <p:spPr>
            <a:xfrm>
              <a:off x="194518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3F89680A-7889-4200-B48B-F6DA19D3F1E7}"/>
                </a:ext>
              </a:extLst>
            </p:cNvPr>
            <p:cNvSpPr/>
            <p:nvPr/>
          </p:nvSpPr>
          <p:spPr>
            <a:xfrm>
              <a:off x="211143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B60CFE06-64F9-4327-A078-FF3D0677F7CB}"/>
                </a:ext>
              </a:extLst>
            </p:cNvPr>
            <p:cNvSpPr/>
            <p:nvPr/>
          </p:nvSpPr>
          <p:spPr>
            <a:xfrm>
              <a:off x="227769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9D8597F0-AE74-41AC-8FE0-7218D19FF1DC}"/>
                </a:ext>
              </a:extLst>
            </p:cNvPr>
            <p:cNvSpPr/>
            <p:nvPr/>
          </p:nvSpPr>
          <p:spPr>
            <a:xfrm>
              <a:off x="244394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6F3E8F53-2A86-4425-9C37-62AC38D43415}"/>
                </a:ext>
              </a:extLst>
            </p:cNvPr>
            <p:cNvSpPr/>
            <p:nvPr/>
          </p:nvSpPr>
          <p:spPr>
            <a:xfrm>
              <a:off x="261020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5EDD0884-A1C9-48E5-9808-18027CDA20CC}"/>
                </a:ext>
              </a:extLst>
            </p:cNvPr>
            <p:cNvSpPr/>
            <p:nvPr/>
          </p:nvSpPr>
          <p:spPr>
            <a:xfrm>
              <a:off x="277645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3A2E164A-1660-4D05-9F1E-302F5DF13F06}"/>
                </a:ext>
              </a:extLst>
            </p:cNvPr>
            <p:cNvSpPr/>
            <p:nvPr/>
          </p:nvSpPr>
          <p:spPr>
            <a:xfrm>
              <a:off x="294271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E85F0F28-EFEB-4658-844A-22D0921A8295}"/>
                </a:ext>
              </a:extLst>
            </p:cNvPr>
            <p:cNvSpPr/>
            <p:nvPr/>
          </p:nvSpPr>
          <p:spPr>
            <a:xfrm>
              <a:off x="310896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E36E53BA-87CD-4EFA-B353-8BD93222913E}"/>
                </a:ext>
              </a:extLst>
            </p:cNvPr>
            <p:cNvSpPr/>
            <p:nvPr/>
          </p:nvSpPr>
          <p:spPr>
            <a:xfrm>
              <a:off x="327522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6B1652A7-85C4-4D1D-8A14-3CCCF3B38C7C}"/>
                </a:ext>
              </a:extLst>
            </p:cNvPr>
            <p:cNvSpPr/>
            <p:nvPr/>
          </p:nvSpPr>
          <p:spPr>
            <a:xfrm>
              <a:off x="344147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614B3E7A-6C5B-40AD-B3A0-5B8412FE4F84}"/>
                </a:ext>
              </a:extLst>
            </p:cNvPr>
            <p:cNvSpPr/>
            <p:nvPr/>
          </p:nvSpPr>
          <p:spPr>
            <a:xfrm>
              <a:off x="360773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5CEB8E71-E9CE-4CCF-8B8F-1AA6C9374EEA}"/>
                </a:ext>
              </a:extLst>
            </p:cNvPr>
            <p:cNvSpPr/>
            <p:nvPr/>
          </p:nvSpPr>
          <p:spPr>
            <a:xfrm>
              <a:off x="377398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F7E4CCD2-7697-444D-B0D6-7B6C97E10F14}"/>
                </a:ext>
              </a:extLst>
            </p:cNvPr>
            <p:cNvSpPr/>
            <p:nvPr/>
          </p:nvSpPr>
          <p:spPr>
            <a:xfrm>
              <a:off x="394024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9AA49381-724B-43E2-BEAD-F05F3E76B055}"/>
                </a:ext>
              </a:extLst>
            </p:cNvPr>
            <p:cNvSpPr/>
            <p:nvPr/>
          </p:nvSpPr>
          <p:spPr>
            <a:xfrm>
              <a:off x="410649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7C33B06B-9B51-42A4-988A-2F2160321BA7}"/>
                </a:ext>
              </a:extLst>
            </p:cNvPr>
            <p:cNvSpPr/>
            <p:nvPr/>
          </p:nvSpPr>
          <p:spPr>
            <a:xfrm>
              <a:off x="427275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497AC12D-D4C9-4943-9CA7-7900EF217096}"/>
                </a:ext>
              </a:extLst>
            </p:cNvPr>
            <p:cNvSpPr/>
            <p:nvPr/>
          </p:nvSpPr>
          <p:spPr>
            <a:xfrm>
              <a:off x="443900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AA9518A7-3A4B-463C-AE99-27131C747488}"/>
                </a:ext>
              </a:extLst>
            </p:cNvPr>
            <p:cNvSpPr/>
            <p:nvPr/>
          </p:nvSpPr>
          <p:spPr>
            <a:xfrm>
              <a:off x="460526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3D61CCFA-D687-4D46-8926-82115B6ABE26}"/>
                </a:ext>
              </a:extLst>
            </p:cNvPr>
            <p:cNvSpPr/>
            <p:nvPr/>
          </p:nvSpPr>
          <p:spPr>
            <a:xfrm>
              <a:off x="477151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EAFE40AC-530B-444A-B183-DBFAE66EEBC4}"/>
                </a:ext>
              </a:extLst>
            </p:cNvPr>
            <p:cNvSpPr/>
            <p:nvPr/>
          </p:nvSpPr>
          <p:spPr>
            <a:xfrm>
              <a:off x="493777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07C88698-301E-4F73-B6BA-FDD5E3E605CC}"/>
                </a:ext>
              </a:extLst>
            </p:cNvPr>
            <p:cNvSpPr/>
            <p:nvPr/>
          </p:nvSpPr>
          <p:spPr>
            <a:xfrm>
              <a:off x="510402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1CCCB0BA-404F-4369-88D4-E2477A5E6EB1}"/>
                </a:ext>
              </a:extLst>
            </p:cNvPr>
            <p:cNvSpPr/>
            <p:nvPr/>
          </p:nvSpPr>
          <p:spPr>
            <a:xfrm>
              <a:off x="527028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B60420AC-5931-4B56-BCAE-B3FE81BCA2F8}"/>
                </a:ext>
              </a:extLst>
            </p:cNvPr>
            <p:cNvSpPr/>
            <p:nvPr/>
          </p:nvSpPr>
          <p:spPr>
            <a:xfrm>
              <a:off x="543653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9518F36A-4751-4B4E-96C5-E2D1F4C92F6B}"/>
                </a:ext>
              </a:extLst>
            </p:cNvPr>
            <p:cNvSpPr/>
            <p:nvPr/>
          </p:nvSpPr>
          <p:spPr>
            <a:xfrm>
              <a:off x="560279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0D9B48E0-A89C-4361-A4E2-031E03EA30B1}"/>
                </a:ext>
              </a:extLst>
            </p:cNvPr>
            <p:cNvSpPr/>
            <p:nvPr/>
          </p:nvSpPr>
          <p:spPr>
            <a:xfrm>
              <a:off x="576904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824EC405-A55F-4668-B969-656B682DD856}"/>
                </a:ext>
              </a:extLst>
            </p:cNvPr>
            <p:cNvSpPr/>
            <p:nvPr/>
          </p:nvSpPr>
          <p:spPr>
            <a:xfrm>
              <a:off x="593530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01BB8A2E-7F1D-44EF-84BD-40F8B9B99E03}"/>
                </a:ext>
              </a:extLst>
            </p:cNvPr>
            <p:cNvSpPr/>
            <p:nvPr/>
          </p:nvSpPr>
          <p:spPr>
            <a:xfrm>
              <a:off x="78139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1252CA68-AE86-4EEC-B33F-5826D85C60E3}"/>
                </a:ext>
              </a:extLst>
            </p:cNvPr>
            <p:cNvSpPr/>
            <p:nvPr/>
          </p:nvSpPr>
          <p:spPr>
            <a:xfrm>
              <a:off x="94765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8AED3CF5-6640-4C7A-A15F-D6C3FD61F538}"/>
                </a:ext>
              </a:extLst>
            </p:cNvPr>
            <p:cNvSpPr/>
            <p:nvPr/>
          </p:nvSpPr>
          <p:spPr>
            <a:xfrm>
              <a:off x="111390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B2913346-436A-4275-89A4-D839065FA4FD}"/>
                </a:ext>
              </a:extLst>
            </p:cNvPr>
            <p:cNvSpPr/>
            <p:nvPr/>
          </p:nvSpPr>
          <p:spPr>
            <a:xfrm>
              <a:off x="128016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E9C47094-6018-4B1D-B4C5-B2200205CD6C}"/>
                </a:ext>
              </a:extLst>
            </p:cNvPr>
            <p:cNvSpPr/>
            <p:nvPr/>
          </p:nvSpPr>
          <p:spPr>
            <a:xfrm>
              <a:off x="144641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4098E49E-E1BE-4989-89CA-3BE7F518CDEC}"/>
                </a:ext>
              </a:extLst>
            </p:cNvPr>
            <p:cNvSpPr/>
            <p:nvPr/>
          </p:nvSpPr>
          <p:spPr>
            <a:xfrm>
              <a:off x="161267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A45E5DB3-D8DD-48B3-8440-203101A9FC8F}"/>
                </a:ext>
              </a:extLst>
            </p:cNvPr>
            <p:cNvSpPr/>
            <p:nvPr/>
          </p:nvSpPr>
          <p:spPr>
            <a:xfrm>
              <a:off x="177892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686BB88F-EB55-4B07-9209-4A6C91CFAB8F}"/>
                </a:ext>
              </a:extLst>
            </p:cNvPr>
            <p:cNvSpPr/>
            <p:nvPr/>
          </p:nvSpPr>
          <p:spPr>
            <a:xfrm>
              <a:off x="194518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F5D935C8-75DA-4D17-856A-85B401CD3A37}"/>
                </a:ext>
              </a:extLst>
            </p:cNvPr>
            <p:cNvSpPr/>
            <p:nvPr/>
          </p:nvSpPr>
          <p:spPr>
            <a:xfrm>
              <a:off x="211143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DE3E7F06-6521-4E73-AF6D-AC71B9180FD3}"/>
                </a:ext>
              </a:extLst>
            </p:cNvPr>
            <p:cNvSpPr/>
            <p:nvPr/>
          </p:nvSpPr>
          <p:spPr>
            <a:xfrm>
              <a:off x="227769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CBD414A7-F94B-431A-A74C-93230242AA50}"/>
                </a:ext>
              </a:extLst>
            </p:cNvPr>
            <p:cNvSpPr/>
            <p:nvPr/>
          </p:nvSpPr>
          <p:spPr>
            <a:xfrm>
              <a:off x="244394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55BC32CB-F8AC-45B8-812F-2DC5103633C7}"/>
                </a:ext>
              </a:extLst>
            </p:cNvPr>
            <p:cNvSpPr/>
            <p:nvPr/>
          </p:nvSpPr>
          <p:spPr>
            <a:xfrm>
              <a:off x="261020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1DFC8EE8-1CD4-4F7A-9E94-AD59C7980C2A}"/>
                </a:ext>
              </a:extLst>
            </p:cNvPr>
            <p:cNvSpPr/>
            <p:nvPr/>
          </p:nvSpPr>
          <p:spPr>
            <a:xfrm>
              <a:off x="277645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D6C225D5-F822-48E6-9EDF-67589CF4E98E}"/>
                </a:ext>
              </a:extLst>
            </p:cNvPr>
            <p:cNvSpPr/>
            <p:nvPr/>
          </p:nvSpPr>
          <p:spPr>
            <a:xfrm>
              <a:off x="294271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CFFD4692-5B53-40D5-8054-2243A127744B}"/>
                </a:ext>
              </a:extLst>
            </p:cNvPr>
            <p:cNvSpPr/>
            <p:nvPr/>
          </p:nvSpPr>
          <p:spPr>
            <a:xfrm>
              <a:off x="310896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02237A79-EBB2-42F3-814A-E9A15D722380}"/>
                </a:ext>
              </a:extLst>
            </p:cNvPr>
            <p:cNvSpPr/>
            <p:nvPr/>
          </p:nvSpPr>
          <p:spPr>
            <a:xfrm>
              <a:off x="327522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2CD6A5CC-2AD7-4AE7-AB20-EE54F33E4E60}"/>
                </a:ext>
              </a:extLst>
            </p:cNvPr>
            <p:cNvSpPr/>
            <p:nvPr/>
          </p:nvSpPr>
          <p:spPr>
            <a:xfrm>
              <a:off x="344147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42F47AFE-92E6-4B0F-96BB-BDC664AD8C32}"/>
                </a:ext>
              </a:extLst>
            </p:cNvPr>
            <p:cNvSpPr/>
            <p:nvPr/>
          </p:nvSpPr>
          <p:spPr>
            <a:xfrm>
              <a:off x="360773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6DB14FFA-1848-4F1A-9D20-EF93D7925E13}"/>
                </a:ext>
              </a:extLst>
            </p:cNvPr>
            <p:cNvSpPr/>
            <p:nvPr/>
          </p:nvSpPr>
          <p:spPr>
            <a:xfrm>
              <a:off x="377398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3A0F992F-8BE7-4C27-AF9D-64CE6CB9D61A}"/>
                </a:ext>
              </a:extLst>
            </p:cNvPr>
            <p:cNvSpPr/>
            <p:nvPr/>
          </p:nvSpPr>
          <p:spPr>
            <a:xfrm>
              <a:off x="394024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0DCC56A4-E4A8-4111-94DA-F528516D45F0}"/>
                </a:ext>
              </a:extLst>
            </p:cNvPr>
            <p:cNvSpPr/>
            <p:nvPr/>
          </p:nvSpPr>
          <p:spPr>
            <a:xfrm>
              <a:off x="410649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ABD0BE94-F652-4D24-BD62-21695A780996}"/>
                </a:ext>
              </a:extLst>
            </p:cNvPr>
            <p:cNvSpPr/>
            <p:nvPr/>
          </p:nvSpPr>
          <p:spPr>
            <a:xfrm>
              <a:off x="427275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AC6E13FF-1360-44A1-956E-DC27E7B07AEC}"/>
                </a:ext>
              </a:extLst>
            </p:cNvPr>
            <p:cNvSpPr/>
            <p:nvPr/>
          </p:nvSpPr>
          <p:spPr>
            <a:xfrm>
              <a:off x="443900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687CB79B-B65E-42BF-BDE7-6A93BE8CAE0A}"/>
                </a:ext>
              </a:extLst>
            </p:cNvPr>
            <p:cNvSpPr/>
            <p:nvPr/>
          </p:nvSpPr>
          <p:spPr>
            <a:xfrm>
              <a:off x="460526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E01F5C4C-A02B-443E-B8C0-08A901F34D24}"/>
                </a:ext>
              </a:extLst>
            </p:cNvPr>
            <p:cNvSpPr/>
            <p:nvPr/>
          </p:nvSpPr>
          <p:spPr>
            <a:xfrm>
              <a:off x="477151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3CFB1332-3C24-4213-ACC2-332902926652}"/>
                </a:ext>
              </a:extLst>
            </p:cNvPr>
            <p:cNvSpPr/>
            <p:nvPr/>
          </p:nvSpPr>
          <p:spPr>
            <a:xfrm>
              <a:off x="493777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D8182FA6-2954-4239-B60C-1005E6F9274D}"/>
                </a:ext>
              </a:extLst>
            </p:cNvPr>
            <p:cNvSpPr/>
            <p:nvPr/>
          </p:nvSpPr>
          <p:spPr>
            <a:xfrm>
              <a:off x="510402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7AC59760-E44A-4041-A67A-59A4928C5C78}"/>
                </a:ext>
              </a:extLst>
            </p:cNvPr>
            <p:cNvSpPr/>
            <p:nvPr/>
          </p:nvSpPr>
          <p:spPr>
            <a:xfrm>
              <a:off x="527028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4768A4E2-6036-42E1-A486-98BBA1C24693}"/>
                </a:ext>
              </a:extLst>
            </p:cNvPr>
            <p:cNvSpPr/>
            <p:nvPr/>
          </p:nvSpPr>
          <p:spPr>
            <a:xfrm>
              <a:off x="543653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1E07BA53-5E5B-4D8F-B8D1-545449559B96}"/>
                </a:ext>
              </a:extLst>
            </p:cNvPr>
            <p:cNvSpPr/>
            <p:nvPr/>
          </p:nvSpPr>
          <p:spPr>
            <a:xfrm>
              <a:off x="560279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C8D497DA-28D6-437D-8596-742FD1CFCDA5}"/>
                </a:ext>
              </a:extLst>
            </p:cNvPr>
            <p:cNvSpPr/>
            <p:nvPr/>
          </p:nvSpPr>
          <p:spPr>
            <a:xfrm>
              <a:off x="576904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7CF44C68-17F4-449F-A066-FDADE037E323}"/>
                </a:ext>
              </a:extLst>
            </p:cNvPr>
            <p:cNvSpPr/>
            <p:nvPr/>
          </p:nvSpPr>
          <p:spPr>
            <a:xfrm>
              <a:off x="593530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4AAD0435-1E70-4084-9C7B-53CDA90947E4}"/>
                </a:ext>
              </a:extLst>
            </p:cNvPr>
            <p:cNvSpPr/>
            <p:nvPr/>
          </p:nvSpPr>
          <p:spPr>
            <a:xfrm>
              <a:off x="78139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7DFF237D-176E-44C3-BA28-1146B1F250FD}"/>
                </a:ext>
              </a:extLst>
            </p:cNvPr>
            <p:cNvSpPr/>
            <p:nvPr/>
          </p:nvSpPr>
          <p:spPr>
            <a:xfrm>
              <a:off x="94765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D733BE93-F984-4619-8960-BAC3C4611FAE}"/>
                </a:ext>
              </a:extLst>
            </p:cNvPr>
            <p:cNvSpPr/>
            <p:nvPr/>
          </p:nvSpPr>
          <p:spPr>
            <a:xfrm>
              <a:off x="111390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3A26064B-573E-4BFE-B06D-A5DE61CE2465}"/>
                </a:ext>
              </a:extLst>
            </p:cNvPr>
            <p:cNvSpPr/>
            <p:nvPr/>
          </p:nvSpPr>
          <p:spPr>
            <a:xfrm>
              <a:off x="128016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2E069B34-1B81-4415-9BC1-316E8757631D}"/>
                </a:ext>
              </a:extLst>
            </p:cNvPr>
            <p:cNvSpPr/>
            <p:nvPr/>
          </p:nvSpPr>
          <p:spPr>
            <a:xfrm>
              <a:off x="144641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F4E99955-DBB4-45A1-9AB3-1E5374FB76CA}"/>
                </a:ext>
              </a:extLst>
            </p:cNvPr>
            <p:cNvSpPr/>
            <p:nvPr/>
          </p:nvSpPr>
          <p:spPr>
            <a:xfrm>
              <a:off x="161267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CAF9F8E0-62B0-46DB-A745-FFCEBA85C126}"/>
                </a:ext>
              </a:extLst>
            </p:cNvPr>
            <p:cNvSpPr/>
            <p:nvPr/>
          </p:nvSpPr>
          <p:spPr>
            <a:xfrm>
              <a:off x="177892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22108B0D-782E-4466-8D7B-D90677F0932F}"/>
                </a:ext>
              </a:extLst>
            </p:cNvPr>
            <p:cNvSpPr/>
            <p:nvPr/>
          </p:nvSpPr>
          <p:spPr>
            <a:xfrm>
              <a:off x="194518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C84EA942-E706-4BAA-8181-953E45CB33E7}"/>
                </a:ext>
              </a:extLst>
            </p:cNvPr>
            <p:cNvSpPr/>
            <p:nvPr/>
          </p:nvSpPr>
          <p:spPr>
            <a:xfrm>
              <a:off x="211143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DEF71795-EF2F-4092-9960-32D9AC682C41}"/>
                </a:ext>
              </a:extLst>
            </p:cNvPr>
            <p:cNvSpPr/>
            <p:nvPr/>
          </p:nvSpPr>
          <p:spPr>
            <a:xfrm>
              <a:off x="227769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20AB416B-05C9-4114-B0CA-3CE5FF57D2D3}"/>
                </a:ext>
              </a:extLst>
            </p:cNvPr>
            <p:cNvSpPr/>
            <p:nvPr/>
          </p:nvSpPr>
          <p:spPr>
            <a:xfrm>
              <a:off x="244394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A946EBF0-553B-46C4-B25A-F1E8FBD02009}"/>
                </a:ext>
              </a:extLst>
            </p:cNvPr>
            <p:cNvSpPr/>
            <p:nvPr/>
          </p:nvSpPr>
          <p:spPr>
            <a:xfrm>
              <a:off x="261020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DFB14802-EEBF-403A-9390-F6A5B75AAD2A}"/>
                </a:ext>
              </a:extLst>
            </p:cNvPr>
            <p:cNvSpPr/>
            <p:nvPr/>
          </p:nvSpPr>
          <p:spPr>
            <a:xfrm>
              <a:off x="277645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545346B2-05D8-4AC2-BF59-F8F26D5C5F7A}"/>
                </a:ext>
              </a:extLst>
            </p:cNvPr>
            <p:cNvSpPr/>
            <p:nvPr/>
          </p:nvSpPr>
          <p:spPr>
            <a:xfrm>
              <a:off x="294271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4ABCB7EC-6E7F-4E52-8C83-043080C8E5D4}"/>
                </a:ext>
              </a:extLst>
            </p:cNvPr>
            <p:cNvSpPr/>
            <p:nvPr/>
          </p:nvSpPr>
          <p:spPr>
            <a:xfrm>
              <a:off x="310896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132A38F7-0E33-46F4-A766-A624111A51B4}"/>
                </a:ext>
              </a:extLst>
            </p:cNvPr>
            <p:cNvSpPr/>
            <p:nvPr/>
          </p:nvSpPr>
          <p:spPr>
            <a:xfrm>
              <a:off x="327522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18875BE5-09C2-4F16-98D3-B06E522BF9C9}"/>
                </a:ext>
              </a:extLst>
            </p:cNvPr>
            <p:cNvSpPr/>
            <p:nvPr/>
          </p:nvSpPr>
          <p:spPr>
            <a:xfrm>
              <a:off x="344147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3FEE82D9-0DEF-4DCC-AD8D-FB98FCD78AFF}"/>
                </a:ext>
              </a:extLst>
            </p:cNvPr>
            <p:cNvSpPr/>
            <p:nvPr/>
          </p:nvSpPr>
          <p:spPr>
            <a:xfrm>
              <a:off x="360773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C7352EFC-62EF-4AC4-8174-B27EBE14E20A}"/>
                </a:ext>
              </a:extLst>
            </p:cNvPr>
            <p:cNvSpPr/>
            <p:nvPr/>
          </p:nvSpPr>
          <p:spPr>
            <a:xfrm>
              <a:off x="377398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EFF8A94E-81C7-400E-8F68-FFD9797EF62E}"/>
                </a:ext>
              </a:extLst>
            </p:cNvPr>
            <p:cNvSpPr/>
            <p:nvPr/>
          </p:nvSpPr>
          <p:spPr>
            <a:xfrm>
              <a:off x="394024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47231413-8949-48E1-BC78-DDF3EF312003}"/>
                </a:ext>
              </a:extLst>
            </p:cNvPr>
            <p:cNvSpPr/>
            <p:nvPr/>
          </p:nvSpPr>
          <p:spPr>
            <a:xfrm>
              <a:off x="410649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2B71D52C-1E85-445F-AD60-4BB9F5B4AC7E}"/>
                </a:ext>
              </a:extLst>
            </p:cNvPr>
            <p:cNvSpPr/>
            <p:nvPr/>
          </p:nvSpPr>
          <p:spPr>
            <a:xfrm>
              <a:off x="427275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2E17E962-2D2A-4C8C-B13A-0412831C2409}"/>
                </a:ext>
              </a:extLst>
            </p:cNvPr>
            <p:cNvSpPr/>
            <p:nvPr/>
          </p:nvSpPr>
          <p:spPr>
            <a:xfrm>
              <a:off x="443900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F75F497C-63F2-4D71-B629-B5D3CCE0E583}"/>
                </a:ext>
              </a:extLst>
            </p:cNvPr>
            <p:cNvSpPr/>
            <p:nvPr/>
          </p:nvSpPr>
          <p:spPr>
            <a:xfrm>
              <a:off x="460526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539F8C23-237B-4E5A-9CB0-FDD4A00C56EB}"/>
                </a:ext>
              </a:extLst>
            </p:cNvPr>
            <p:cNvSpPr/>
            <p:nvPr/>
          </p:nvSpPr>
          <p:spPr>
            <a:xfrm>
              <a:off x="477151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93791DE0-017C-4331-9435-F7DF6187502B}"/>
                </a:ext>
              </a:extLst>
            </p:cNvPr>
            <p:cNvSpPr/>
            <p:nvPr/>
          </p:nvSpPr>
          <p:spPr>
            <a:xfrm>
              <a:off x="493777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74BCDED0-09A8-4C54-8C3E-C63850694728}"/>
                </a:ext>
              </a:extLst>
            </p:cNvPr>
            <p:cNvSpPr/>
            <p:nvPr/>
          </p:nvSpPr>
          <p:spPr>
            <a:xfrm>
              <a:off x="510402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04B27341-A562-4EF6-AE12-478A6924C1C3}"/>
                </a:ext>
              </a:extLst>
            </p:cNvPr>
            <p:cNvSpPr/>
            <p:nvPr/>
          </p:nvSpPr>
          <p:spPr>
            <a:xfrm>
              <a:off x="527028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F86C3544-FE21-46BF-AEC0-1E7A95B480DB}"/>
                </a:ext>
              </a:extLst>
            </p:cNvPr>
            <p:cNvSpPr/>
            <p:nvPr/>
          </p:nvSpPr>
          <p:spPr>
            <a:xfrm>
              <a:off x="543653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C5E628E2-417D-424B-8396-D8F851C49C51}"/>
                </a:ext>
              </a:extLst>
            </p:cNvPr>
            <p:cNvSpPr/>
            <p:nvPr/>
          </p:nvSpPr>
          <p:spPr>
            <a:xfrm>
              <a:off x="560279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0AD4B645-5238-4112-9859-27EC4B7E07BF}"/>
                </a:ext>
              </a:extLst>
            </p:cNvPr>
            <p:cNvSpPr/>
            <p:nvPr/>
          </p:nvSpPr>
          <p:spPr>
            <a:xfrm>
              <a:off x="576904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EC7FA268-B0AB-4C02-8D11-C4F6111E44F5}"/>
                </a:ext>
              </a:extLst>
            </p:cNvPr>
            <p:cNvSpPr/>
            <p:nvPr/>
          </p:nvSpPr>
          <p:spPr>
            <a:xfrm>
              <a:off x="593530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3DEDA5BC-30E2-4655-A84A-283297024565}"/>
                </a:ext>
              </a:extLst>
            </p:cNvPr>
            <p:cNvSpPr/>
            <p:nvPr/>
          </p:nvSpPr>
          <p:spPr>
            <a:xfrm>
              <a:off x="78139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9CC7F147-4A75-45F1-B4D8-18A8D49A2D38}"/>
                </a:ext>
              </a:extLst>
            </p:cNvPr>
            <p:cNvSpPr/>
            <p:nvPr/>
          </p:nvSpPr>
          <p:spPr>
            <a:xfrm>
              <a:off x="94765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F19FC8D4-3142-4F74-A56D-261865B7006E}"/>
                </a:ext>
              </a:extLst>
            </p:cNvPr>
            <p:cNvSpPr/>
            <p:nvPr/>
          </p:nvSpPr>
          <p:spPr>
            <a:xfrm>
              <a:off x="111390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8E8BF321-676B-4872-A568-B9BECDBC166F}"/>
                </a:ext>
              </a:extLst>
            </p:cNvPr>
            <p:cNvSpPr/>
            <p:nvPr/>
          </p:nvSpPr>
          <p:spPr>
            <a:xfrm>
              <a:off x="128016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B94ABD0F-3FA6-490A-B557-B33A86B36893}"/>
                </a:ext>
              </a:extLst>
            </p:cNvPr>
            <p:cNvSpPr/>
            <p:nvPr/>
          </p:nvSpPr>
          <p:spPr>
            <a:xfrm>
              <a:off x="144641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89E38C06-B315-4325-A082-C65E58AADF16}"/>
                </a:ext>
              </a:extLst>
            </p:cNvPr>
            <p:cNvSpPr/>
            <p:nvPr/>
          </p:nvSpPr>
          <p:spPr>
            <a:xfrm>
              <a:off x="161267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DF2804F9-FE50-4C6A-81AB-B639430A9E37}"/>
                </a:ext>
              </a:extLst>
            </p:cNvPr>
            <p:cNvSpPr/>
            <p:nvPr/>
          </p:nvSpPr>
          <p:spPr>
            <a:xfrm>
              <a:off x="177892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A95478ED-3785-4A76-84D1-48CE63E75AEB}"/>
                </a:ext>
              </a:extLst>
            </p:cNvPr>
            <p:cNvSpPr/>
            <p:nvPr/>
          </p:nvSpPr>
          <p:spPr>
            <a:xfrm>
              <a:off x="194518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10910D9D-B3E0-4CA5-A4EF-AF989B4430FC}"/>
                </a:ext>
              </a:extLst>
            </p:cNvPr>
            <p:cNvSpPr/>
            <p:nvPr/>
          </p:nvSpPr>
          <p:spPr>
            <a:xfrm>
              <a:off x="211143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29D95998-AB64-4FA8-8F37-A80B64919BDD}"/>
                </a:ext>
              </a:extLst>
            </p:cNvPr>
            <p:cNvSpPr/>
            <p:nvPr/>
          </p:nvSpPr>
          <p:spPr>
            <a:xfrm>
              <a:off x="227769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99ED4FBC-E22D-4445-8A4C-E53313E556AC}"/>
                </a:ext>
              </a:extLst>
            </p:cNvPr>
            <p:cNvSpPr/>
            <p:nvPr/>
          </p:nvSpPr>
          <p:spPr>
            <a:xfrm>
              <a:off x="244394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4683473D-791F-4706-85E7-BF1604EB1444}"/>
                </a:ext>
              </a:extLst>
            </p:cNvPr>
            <p:cNvSpPr/>
            <p:nvPr/>
          </p:nvSpPr>
          <p:spPr>
            <a:xfrm>
              <a:off x="261020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883BFB65-0D79-42CE-A003-04660C7E8080}"/>
                </a:ext>
              </a:extLst>
            </p:cNvPr>
            <p:cNvSpPr/>
            <p:nvPr/>
          </p:nvSpPr>
          <p:spPr>
            <a:xfrm>
              <a:off x="277645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D2A80E53-4FB5-43A1-AE49-CFF512C2B3A5}"/>
                </a:ext>
              </a:extLst>
            </p:cNvPr>
            <p:cNvSpPr/>
            <p:nvPr/>
          </p:nvSpPr>
          <p:spPr>
            <a:xfrm>
              <a:off x="294271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A81A9E1B-40F8-4C7E-9C25-9C0A9F046F6D}"/>
                </a:ext>
              </a:extLst>
            </p:cNvPr>
            <p:cNvSpPr/>
            <p:nvPr/>
          </p:nvSpPr>
          <p:spPr>
            <a:xfrm>
              <a:off x="310896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158F0544-77D0-4C7E-84A9-169E3FFBBB41}"/>
                </a:ext>
              </a:extLst>
            </p:cNvPr>
            <p:cNvSpPr/>
            <p:nvPr/>
          </p:nvSpPr>
          <p:spPr>
            <a:xfrm>
              <a:off x="327522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E1681704-97B8-4C64-A581-FC877BAE62E6}"/>
                </a:ext>
              </a:extLst>
            </p:cNvPr>
            <p:cNvSpPr/>
            <p:nvPr/>
          </p:nvSpPr>
          <p:spPr>
            <a:xfrm>
              <a:off x="344147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E2CF3A18-CBD8-4D70-A502-F555AA5A8322}"/>
                </a:ext>
              </a:extLst>
            </p:cNvPr>
            <p:cNvSpPr/>
            <p:nvPr/>
          </p:nvSpPr>
          <p:spPr>
            <a:xfrm>
              <a:off x="360773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AFD0E0FC-B8ED-40F8-83CE-E7CA81E8F36C}"/>
                </a:ext>
              </a:extLst>
            </p:cNvPr>
            <p:cNvSpPr/>
            <p:nvPr/>
          </p:nvSpPr>
          <p:spPr>
            <a:xfrm>
              <a:off x="377398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4F5025C5-4F5F-411B-B56A-97ED97B4A5C8}"/>
                </a:ext>
              </a:extLst>
            </p:cNvPr>
            <p:cNvSpPr/>
            <p:nvPr/>
          </p:nvSpPr>
          <p:spPr>
            <a:xfrm>
              <a:off x="394024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0F07B04D-7CCE-4B11-BBEC-BD9602B7AB3C}"/>
                </a:ext>
              </a:extLst>
            </p:cNvPr>
            <p:cNvSpPr/>
            <p:nvPr/>
          </p:nvSpPr>
          <p:spPr>
            <a:xfrm>
              <a:off x="410649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4F3AFF8E-C0F8-4EEF-AB6C-6F7970A886E9}"/>
                </a:ext>
              </a:extLst>
            </p:cNvPr>
            <p:cNvSpPr/>
            <p:nvPr/>
          </p:nvSpPr>
          <p:spPr>
            <a:xfrm>
              <a:off x="427275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389803E0-3FBD-4E0D-B856-56649945D1F1}"/>
                </a:ext>
              </a:extLst>
            </p:cNvPr>
            <p:cNvSpPr/>
            <p:nvPr/>
          </p:nvSpPr>
          <p:spPr>
            <a:xfrm>
              <a:off x="443900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6" name="Rectangle 475">
              <a:extLst>
                <a:ext uri="{FF2B5EF4-FFF2-40B4-BE49-F238E27FC236}">
                  <a16:creationId xmlns:a16="http://schemas.microsoft.com/office/drawing/2014/main" id="{023BFE41-2535-416C-AE20-088720F57347}"/>
                </a:ext>
              </a:extLst>
            </p:cNvPr>
            <p:cNvSpPr/>
            <p:nvPr/>
          </p:nvSpPr>
          <p:spPr>
            <a:xfrm>
              <a:off x="460526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3267DA99-D4CD-4BB7-9F05-00EF1A5785EA}"/>
                </a:ext>
              </a:extLst>
            </p:cNvPr>
            <p:cNvSpPr/>
            <p:nvPr/>
          </p:nvSpPr>
          <p:spPr>
            <a:xfrm>
              <a:off x="477151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43EE58BB-B29D-446D-AC0E-AC0D24A7554F}"/>
                </a:ext>
              </a:extLst>
            </p:cNvPr>
            <p:cNvSpPr/>
            <p:nvPr/>
          </p:nvSpPr>
          <p:spPr>
            <a:xfrm>
              <a:off x="493777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9" name="Rectangle 478">
              <a:extLst>
                <a:ext uri="{FF2B5EF4-FFF2-40B4-BE49-F238E27FC236}">
                  <a16:creationId xmlns:a16="http://schemas.microsoft.com/office/drawing/2014/main" id="{8D92D4BE-2E07-41A1-BE21-220433C46136}"/>
                </a:ext>
              </a:extLst>
            </p:cNvPr>
            <p:cNvSpPr/>
            <p:nvPr/>
          </p:nvSpPr>
          <p:spPr>
            <a:xfrm>
              <a:off x="510402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47C64646-8C69-483E-8666-390CCD49100C}"/>
                </a:ext>
              </a:extLst>
            </p:cNvPr>
            <p:cNvSpPr/>
            <p:nvPr/>
          </p:nvSpPr>
          <p:spPr>
            <a:xfrm>
              <a:off x="527028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E1FC26B8-9367-437D-844C-25FDDFBAB7C0}"/>
                </a:ext>
              </a:extLst>
            </p:cNvPr>
            <p:cNvSpPr/>
            <p:nvPr/>
          </p:nvSpPr>
          <p:spPr>
            <a:xfrm>
              <a:off x="543653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60B200B4-79D4-4D4F-BAF9-BDE9140FE1E8}"/>
                </a:ext>
              </a:extLst>
            </p:cNvPr>
            <p:cNvSpPr/>
            <p:nvPr/>
          </p:nvSpPr>
          <p:spPr>
            <a:xfrm>
              <a:off x="560279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63FEF382-8D44-4B7F-AAA7-1D21B91487EA}"/>
                </a:ext>
              </a:extLst>
            </p:cNvPr>
            <p:cNvSpPr/>
            <p:nvPr/>
          </p:nvSpPr>
          <p:spPr>
            <a:xfrm>
              <a:off x="576904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7F4E59E1-EDC9-4ED8-980A-754CFEAF989E}"/>
                </a:ext>
              </a:extLst>
            </p:cNvPr>
            <p:cNvSpPr/>
            <p:nvPr/>
          </p:nvSpPr>
          <p:spPr>
            <a:xfrm>
              <a:off x="593530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AABA8FA0-2D52-49D6-A3CD-1EBC4BD83DDE}"/>
                </a:ext>
              </a:extLst>
            </p:cNvPr>
            <p:cNvSpPr/>
            <p:nvPr/>
          </p:nvSpPr>
          <p:spPr>
            <a:xfrm>
              <a:off x="78139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67616831-EBDF-4F26-B52C-E35624864641}"/>
                </a:ext>
              </a:extLst>
            </p:cNvPr>
            <p:cNvSpPr/>
            <p:nvPr/>
          </p:nvSpPr>
          <p:spPr>
            <a:xfrm>
              <a:off x="94765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A2506B56-0BE3-47F6-BEB6-BC06BA478197}"/>
                </a:ext>
              </a:extLst>
            </p:cNvPr>
            <p:cNvSpPr/>
            <p:nvPr/>
          </p:nvSpPr>
          <p:spPr>
            <a:xfrm>
              <a:off x="111390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D46410B3-273C-4D38-B849-DDA36DB2953E}"/>
                </a:ext>
              </a:extLst>
            </p:cNvPr>
            <p:cNvSpPr/>
            <p:nvPr/>
          </p:nvSpPr>
          <p:spPr>
            <a:xfrm>
              <a:off x="128016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B2FC9009-0941-496B-B958-8C4137151832}"/>
                </a:ext>
              </a:extLst>
            </p:cNvPr>
            <p:cNvSpPr/>
            <p:nvPr/>
          </p:nvSpPr>
          <p:spPr>
            <a:xfrm>
              <a:off x="144641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93F481ED-02E8-4716-8EA5-27535BB8414A}"/>
                </a:ext>
              </a:extLst>
            </p:cNvPr>
            <p:cNvSpPr/>
            <p:nvPr/>
          </p:nvSpPr>
          <p:spPr>
            <a:xfrm>
              <a:off x="161267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1388AC7D-7C99-4A3F-8EA8-C4462AC5298A}"/>
                </a:ext>
              </a:extLst>
            </p:cNvPr>
            <p:cNvSpPr/>
            <p:nvPr/>
          </p:nvSpPr>
          <p:spPr>
            <a:xfrm>
              <a:off x="177892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1FE1E503-9DAF-4BD9-ACEE-30E277BF4ED6}"/>
                </a:ext>
              </a:extLst>
            </p:cNvPr>
            <p:cNvSpPr/>
            <p:nvPr/>
          </p:nvSpPr>
          <p:spPr>
            <a:xfrm>
              <a:off x="194518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BFC76ADE-181B-46B2-9FE6-8184993EDE17}"/>
                </a:ext>
              </a:extLst>
            </p:cNvPr>
            <p:cNvSpPr/>
            <p:nvPr/>
          </p:nvSpPr>
          <p:spPr>
            <a:xfrm>
              <a:off x="211143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7A9EA632-0206-4240-A105-4524C80520FB}"/>
                </a:ext>
              </a:extLst>
            </p:cNvPr>
            <p:cNvSpPr/>
            <p:nvPr/>
          </p:nvSpPr>
          <p:spPr>
            <a:xfrm>
              <a:off x="227769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835381BA-1836-4B46-8DC3-B45440EBD2BC}"/>
                </a:ext>
              </a:extLst>
            </p:cNvPr>
            <p:cNvSpPr/>
            <p:nvPr/>
          </p:nvSpPr>
          <p:spPr>
            <a:xfrm>
              <a:off x="244394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225202F8-D503-460E-B471-0BA651631454}"/>
                </a:ext>
              </a:extLst>
            </p:cNvPr>
            <p:cNvSpPr/>
            <p:nvPr/>
          </p:nvSpPr>
          <p:spPr>
            <a:xfrm>
              <a:off x="261020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DA005916-A955-42E6-B9A8-25799620FFBF}"/>
                </a:ext>
              </a:extLst>
            </p:cNvPr>
            <p:cNvSpPr/>
            <p:nvPr/>
          </p:nvSpPr>
          <p:spPr>
            <a:xfrm>
              <a:off x="277645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0823701C-D364-42A0-80E5-EA6BFE3916FE}"/>
                </a:ext>
              </a:extLst>
            </p:cNvPr>
            <p:cNvSpPr/>
            <p:nvPr/>
          </p:nvSpPr>
          <p:spPr>
            <a:xfrm>
              <a:off x="294271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B2A51F8A-6D7D-418D-9160-60CAF82BA55E}"/>
                </a:ext>
              </a:extLst>
            </p:cNvPr>
            <p:cNvSpPr/>
            <p:nvPr/>
          </p:nvSpPr>
          <p:spPr>
            <a:xfrm>
              <a:off x="310896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69B672B2-BD09-4F46-96D2-447F41F058FD}"/>
                </a:ext>
              </a:extLst>
            </p:cNvPr>
            <p:cNvSpPr/>
            <p:nvPr/>
          </p:nvSpPr>
          <p:spPr>
            <a:xfrm>
              <a:off x="327522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0C98BA03-EF1E-4EF9-B9FC-2E4CAB7094DE}"/>
                </a:ext>
              </a:extLst>
            </p:cNvPr>
            <p:cNvSpPr/>
            <p:nvPr/>
          </p:nvSpPr>
          <p:spPr>
            <a:xfrm>
              <a:off x="344147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6CD23718-5EB9-4D10-A865-E6A35200D2EE}"/>
                </a:ext>
              </a:extLst>
            </p:cNvPr>
            <p:cNvSpPr/>
            <p:nvPr/>
          </p:nvSpPr>
          <p:spPr>
            <a:xfrm>
              <a:off x="360773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FF64AC29-E6DD-46A6-99AF-DF01145101A3}"/>
                </a:ext>
              </a:extLst>
            </p:cNvPr>
            <p:cNvSpPr/>
            <p:nvPr/>
          </p:nvSpPr>
          <p:spPr>
            <a:xfrm>
              <a:off x="377398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E3FFA5A1-8625-434D-B355-90490FEBFDD4}"/>
                </a:ext>
              </a:extLst>
            </p:cNvPr>
            <p:cNvSpPr/>
            <p:nvPr/>
          </p:nvSpPr>
          <p:spPr>
            <a:xfrm>
              <a:off x="394024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160FFE54-0355-4CA2-8827-52178D08B7F9}"/>
                </a:ext>
              </a:extLst>
            </p:cNvPr>
            <p:cNvSpPr/>
            <p:nvPr/>
          </p:nvSpPr>
          <p:spPr>
            <a:xfrm>
              <a:off x="410649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EFCAC340-EB10-4FE8-89BE-B49B34CC37CF}"/>
                </a:ext>
              </a:extLst>
            </p:cNvPr>
            <p:cNvSpPr/>
            <p:nvPr/>
          </p:nvSpPr>
          <p:spPr>
            <a:xfrm>
              <a:off x="427275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DF6327DB-2FFC-47C0-8B6E-E73ED459345F}"/>
                </a:ext>
              </a:extLst>
            </p:cNvPr>
            <p:cNvSpPr/>
            <p:nvPr/>
          </p:nvSpPr>
          <p:spPr>
            <a:xfrm>
              <a:off x="443900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C6EEB53C-754B-4446-BD1B-D8C083AA632B}"/>
                </a:ext>
              </a:extLst>
            </p:cNvPr>
            <p:cNvSpPr/>
            <p:nvPr/>
          </p:nvSpPr>
          <p:spPr>
            <a:xfrm>
              <a:off x="460526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072C3A85-B05E-45EA-BD67-DDDE1F67DAFE}"/>
                </a:ext>
              </a:extLst>
            </p:cNvPr>
            <p:cNvSpPr/>
            <p:nvPr/>
          </p:nvSpPr>
          <p:spPr>
            <a:xfrm>
              <a:off x="477151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FEB241A5-9A00-46C7-A450-EC7917770A2C}"/>
                </a:ext>
              </a:extLst>
            </p:cNvPr>
            <p:cNvSpPr/>
            <p:nvPr/>
          </p:nvSpPr>
          <p:spPr>
            <a:xfrm>
              <a:off x="493777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58434C92-9D99-41D7-B9A8-CB89AD24A6A0}"/>
                </a:ext>
              </a:extLst>
            </p:cNvPr>
            <p:cNvSpPr/>
            <p:nvPr/>
          </p:nvSpPr>
          <p:spPr>
            <a:xfrm>
              <a:off x="510402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D9CB0366-E791-44E2-AFF7-E350442DFEF8}"/>
                </a:ext>
              </a:extLst>
            </p:cNvPr>
            <p:cNvSpPr/>
            <p:nvPr/>
          </p:nvSpPr>
          <p:spPr>
            <a:xfrm>
              <a:off x="527028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FE3188ED-4B04-45F6-A7F9-191CE9FC1B8A}"/>
                </a:ext>
              </a:extLst>
            </p:cNvPr>
            <p:cNvSpPr/>
            <p:nvPr/>
          </p:nvSpPr>
          <p:spPr>
            <a:xfrm>
              <a:off x="543653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AD01EA35-35C6-4AF4-9FBF-B404B41410BF}"/>
                </a:ext>
              </a:extLst>
            </p:cNvPr>
            <p:cNvSpPr/>
            <p:nvPr/>
          </p:nvSpPr>
          <p:spPr>
            <a:xfrm>
              <a:off x="560279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51048990-4DEC-4296-BE3A-E261EE834B36}"/>
                </a:ext>
              </a:extLst>
            </p:cNvPr>
            <p:cNvSpPr/>
            <p:nvPr/>
          </p:nvSpPr>
          <p:spPr>
            <a:xfrm>
              <a:off x="576904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BA75BDF1-E589-4EA8-ABCF-DCDC0E53C2C9}"/>
                </a:ext>
              </a:extLst>
            </p:cNvPr>
            <p:cNvSpPr/>
            <p:nvPr/>
          </p:nvSpPr>
          <p:spPr>
            <a:xfrm>
              <a:off x="593530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D91D2583-EC92-4641-9FB3-41DCB2D87718}"/>
                </a:ext>
              </a:extLst>
            </p:cNvPr>
            <p:cNvSpPr/>
            <p:nvPr/>
          </p:nvSpPr>
          <p:spPr>
            <a:xfrm>
              <a:off x="78139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CE237E64-7F8B-44AA-897A-D5BB8864F1A2}"/>
                </a:ext>
              </a:extLst>
            </p:cNvPr>
            <p:cNvSpPr/>
            <p:nvPr/>
          </p:nvSpPr>
          <p:spPr>
            <a:xfrm>
              <a:off x="94765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AB83C716-1B80-40FC-AF5B-AE95DE4E35DB}"/>
                </a:ext>
              </a:extLst>
            </p:cNvPr>
            <p:cNvSpPr/>
            <p:nvPr/>
          </p:nvSpPr>
          <p:spPr>
            <a:xfrm>
              <a:off x="111390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7CA125D8-C97B-4DBF-B869-CA4784D63AB4}"/>
                </a:ext>
              </a:extLst>
            </p:cNvPr>
            <p:cNvSpPr/>
            <p:nvPr/>
          </p:nvSpPr>
          <p:spPr>
            <a:xfrm>
              <a:off x="128016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07341190-3538-4385-A833-EEA354A18BA3}"/>
                </a:ext>
              </a:extLst>
            </p:cNvPr>
            <p:cNvSpPr/>
            <p:nvPr/>
          </p:nvSpPr>
          <p:spPr>
            <a:xfrm>
              <a:off x="144641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C3163142-2BBC-4232-B982-A5834F2FDCDF}"/>
                </a:ext>
              </a:extLst>
            </p:cNvPr>
            <p:cNvSpPr/>
            <p:nvPr/>
          </p:nvSpPr>
          <p:spPr>
            <a:xfrm>
              <a:off x="161267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469943CC-4E88-4EAB-B20D-901C0E01FB50}"/>
                </a:ext>
              </a:extLst>
            </p:cNvPr>
            <p:cNvSpPr/>
            <p:nvPr/>
          </p:nvSpPr>
          <p:spPr>
            <a:xfrm>
              <a:off x="177892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4" name="Rectangle 523">
              <a:extLst>
                <a:ext uri="{FF2B5EF4-FFF2-40B4-BE49-F238E27FC236}">
                  <a16:creationId xmlns:a16="http://schemas.microsoft.com/office/drawing/2014/main" id="{D5DBCBF0-D2E6-49B8-BEFC-507F704B90AA}"/>
                </a:ext>
              </a:extLst>
            </p:cNvPr>
            <p:cNvSpPr/>
            <p:nvPr/>
          </p:nvSpPr>
          <p:spPr>
            <a:xfrm>
              <a:off x="194518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5" name="Rectangle 524">
              <a:extLst>
                <a:ext uri="{FF2B5EF4-FFF2-40B4-BE49-F238E27FC236}">
                  <a16:creationId xmlns:a16="http://schemas.microsoft.com/office/drawing/2014/main" id="{6A22A2AC-7A9B-467A-853B-FD11FAC3FFA1}"/>
                </a:ext>
              </a:extLst>
            </p:cNvPr>
            <p:cNvSpPr/>
            <p:nvPr/>
          </p:nvSpPr>
          <p:spPr>
            <a:xfrm>
              <a:off x="211143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6" name="Rectangle 525">
              <a:extLst>
                <a:ext uri="{FF2B5EF4-FFF2-40B4-BE49-F238E27FC236}">
                  <a16:creationId xmlns:a16="http://schemas.microsoft.com/office/drawing/2014/main" id="{4D062310-839A-4FA5-8459-844E18B0051F}"/>
                </a:ext>
              </a:extLst>
            </p:cNvPr>
            <p:cNvSpPr/>
            <p:nvPr/>
          </p:nvSpPr>
          <p:spPr>
            <a:xfrm>
              <a:off x="227769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C3886DE7-2ECC-473A-AFAA-222A18FF2B43}"/>
                </a:ext>
              </a:extLst>
            </p:cNvPr>
            <p:cNvSpPr/>
            <p:nvPr/>
          </p:nvSpPr>
          <p:spPr>
            <a:xfrm>
              <a:off x="244394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8" name="Rectangle 527">
              <a:extLst>
                <a:ext uri="{FF2B5EF4-FFF2-40B4-BE49-F238E27FC236}">
                  <a16:creationId xmlns:a16="http://schemas.microsoft.com/office/drawing/2014/main" id="{F828AAFC-6D36-45E3-882C-A4ED4C66F285}"/>
                </a:ext>
              </a:extLst>
            </p:cNvPr>
            <p:cNvSpPr/>
            <p:nvPr/>
          </p:nvSpPr>
          <p:spPr>
            <a:xfrm>
              <a:off x="261020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C70EE2E6-DE58-4374-824A-069776C4ECBE}"/>
                </a:ext>
              </a:extLst>
            </p:cNvPr>
            <p:cNvSpPr/>
            <p:nvPr/>
          </p:nvSpPr>
          <p:spPr>
            <a:xfrm>
              <a:off x="277645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8B673CF4-2389-4602-BB54-9F89A2BDCC87}"/>
                </a:ext>
              </a:extLst>
            </p:cNvPr>
            <p:cNvSpPr/>
            <p:nvPr/>
          </p:nvSpPr>
          <p:spPr>
            <a:xfrm>
              <a:off x="294271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EEB34859-BD8B-4A58-B5D2-09A68CAAB63E}"/>
                </a:ext>
              </a:extLst>
            </p:cNvPr>
            <p:cNvSpPr/>
            <p:nvPr/>
          </p:nvSpPr>
          <p:spPr>
            <a:xfrm>
              <a:off x="310896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2" name="Rectangle 531">
              <a:extLst>
                <a:ext uri="{FF2B5EF4-FFF2-40B4-BE49-F238E27FC236}">
                  <a16:creationId xmlns:a16="http://schemas.microsoft.com/office/drawing/2014/main" id="{2A0EA886-535E-45AC-8C2A-1CD0434F2CE3}"/>
                </a:ext>
              </a:extLst>
            </p:cNvPr>
            <p:cNvSpPr/>
            <p:nvPr/>
          </p:nvSpPr>
          <p:spPr>
            <a:xfrm>
              <a:off x="327522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D0B67D0E-C34E-4F0C-B602-A365402ADFD8}"/>
                </a:ext>
              </a:extLst>
            </p:cNvPr>
            <p:cNvSpPr/>
            <p:nvPr/>
          </p:nvSpPr>
          <p:spPr>
            <a:xfrm>
              <a:off x="344147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5D34A29F-EDE2-458B-88F0-0432A827EC68}"/>
                </a:ext>
              </a:extLst>
            </p:cNvPr>
            <p:cNvSpPr/>
            <p:nvPr/>
          </p:nvSpPr>
          <p:spPr>
            <a:xfrm>
              <a:off x="360773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C7DB91EB-128A-4BED-BAF7-7CAB539A2A2A}"/>
                </a:ext>
              </a:extLst>
            </p:cNvPr>
            <p:cNvSpPr/>
            <p:nvPr/>
          </p:nvSpPr>
          <p:spPr>
            <a:xfrm>
              <a:off x="377398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8448FC66-D0B4-4A46-B206-BA1D165BE588}"/>
                </a:ext>
              </a:extLst>
            </p:cNvPr>
            <p:cNvSpPr/>
            <p:nvPr/>
          </p:nvSpPr>
          <p:spPr>
            <a:xfrm>
              <a:off x="394024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C684AED9-1255-4488-A3D7-53E1129A27E7}"/>
                </a:ext>
              </a:extLst>
            </p:cNvPr>
            <p:cNvSpPr/>
            <p:nvPr/>
          </p:nvSpPr>
          <p:spPr>
            <a:xfrm>
              <a:off x="410649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D8E28F15-1852-4E4B-919C-2EE9F29D985D}"/>
                </a:ext>
              </a:extLst>
            </p:cNvPr>
            <p:cNvSpPr/>
            <p:nvPr/>
          </p:nvSpPr>
          <p:spPr>
            <a:xfrm>
              <a:off x="427275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F99537F3-DBD2-433C-A59C-1356A687D3D5}"/>
                </a:ext>
              </a:extLst>
            </p:cNvPr>
            <p:cNvSpPr/>
            <p:nvPr/>
          </p:nvSpPr>
          <p:spPr>
            <a:xfrm>
              <a:off x="443900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5847839D-6DB6-40F2-9801-6C5F8BBD3CDA}"/>
                </a:ext>
              </a:extLst>
            </p:cNvPr>
            <p:cNvSpPr/>
            <p:nvPr/>
          </p:nvSpPr>
          <p:spPr>
            <a:xfrm>
              <a:off x="460526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A05923A6-BA2D-42CD-8732-F698DCEDE49E}"/>
                </a:ext>
              </a:extLst>
            </p:cNvPr>
            <p:cNvSpPr/>
            <p:nvPr/>
          </p:nvSpPr>
          <p:spPr>
            <a:xfrm>
              <a:off x="477151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A3A1F5D3-F17C-4CA4-8FC1-A6CFE633F96F}"/>
                </a:ext>
              </a:extLst>
            </p:cNvPr>
            <p:cNvSpPr/>
            <p:nvPr/>
          </p:nvSpPr>
          <p:spPr>
            <a:xfrm>
              <a:off x="493777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BEFBC3D2-190A-461F-9C06-AFA74FDFD51D}"/>
                </a:ext>
              </a:extLst>
            </p:cNvPr>
            <p:cNvSpPr/>
            <p:nvPr/>
          </p:nvSpPr>
          <p:spPr>
            <a:xfrm>
              <a:off x="510402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4" name="Rectangle 543">
              <a:extLst>
                <a:ext uri="{FF2B5EF4-FFF2-40B4-BE49-F238E27FC236}">
                  <a16:creationId xmlns:a16="http://schemas.microsoft.com/office/drawing/2014/main" id="{7E8980DB-68AA-4108-9F53-41EEE32D3199}"/>
                </a:ext>
              </a:extLst>
            </p:cNvPr>
            <p:cNvSpPr/>
            <p:nvPr/>
          </p:nvSpPr>
          <p:spPr>
            <a:xfrm>
              <a:off x="527028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5" name="Rectangle 544">
              <a:extLst>
                <a:ext uri="{FF2B5EF4-FFF2-40B4-BE49-F238E27FC236}">
                  <a16:creationId xmlns:a16="http://schemas.microsoft.com/office/drawing/2014/main" id="{179B8EF3-E0D1-4156-880F-7128647581F3}"/>
                </a:ext>
              </a:extLst>
            </p:cNvPr>
            <p:cNvSpPr/>
            <p:nvPr/>
          </p:nvSpPr>
          <p:spPr>
            <a:xfrm>
              <a:off x="543653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6" name="Rectangle 545">
              <a:extLst>
                <a:ext uri="{FF2B5EF4-FFF2-40B4-BE49-F238E27FC236}">
                  <a16:creationId xmlns:a16="http://schemas.microsoft.com/office/drawing/2014/main" id="{8D4AC7EB-2EB1-4D23-AE3E-F750FAE65CD2}"/>
                </a:ext>
              </a:extLst>
            </p:cNvPr>
            <p:cNvSpPr/>
            <p:nvPr/>
          </p:nvSpPr>
          <p:spPr>
            <a:xfrm>
              <a:off x="560279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2D00A66A-5A16-43EF-BA54-257C81ABC7CB}"/>
                </a:ext>
              </a:extLst>
            </p:cNvPr>
            <p:cNvSpPr/>
            <p:nvPr/>
          </p:nvSpPr>
          <p:spPr>
            <a:xfrm>
              <a:off x="576904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8" name="Rectangle 547">
              <a:extLst>
                <a:ext uri="{FF2B5EF4-FFF2-40B4-BE49-F238E27FC236}">
                  <a16:creationId xmlns:a16="http://schemas.microsoft.com/office/drawing/2014/main" id="{4E276BB4-4F15-4C71-94F3-309F6E5AF85E}"/>
                </a:ext>
              </a:extLst>
            </p:cNvPr>
            <p:cNvSpPr/>
            <p:nvPr/>
          </p:nvSpPr>
          <p:spPr>
            <a:xfrm>
              <a:off x="593530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97558D16-8F01-41FE-9CB8-C5DAD7312456}"/>
                </a:ext>
              </a:extLst>
            </p:cNvPr>
            <p:cNvSpPr/>
            <p:nvPr/>
          </p:nvSpPr>
          <p:spPr>
            <a:xfrm>
              <a:off x="78139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B0EF2178-3F3F-4E12-9751-B072A9A77971}"/>
                </a:ext>
              </a:extLst>
            </p:cNvPr>
            <p:cNvSpPr/>
            <p:nvPr/>
          </p:nvSpPr>
          <p:spPr>
            <a:xfrm>
              <a:off x="94765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3252BF8C-BC9E-4AFE-928B-ED311432E6AE}"/>
                </a:ext>
              </a:extLst>
            </p:cNvPr>
            <p:cNvSpPr/>
            <p:nvPr/>
          </p:nvSpPr>
          <p:spPr>
            <a:xfrm>
              <a:off x="111390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2" name="Rectangle 551">
              <a:extLst>
                <a:ext uri="{FF2B5EF4-FFF2-40B4-BE49-F238E27FC236}">
                  <a16:creationId xmlns:a16="http://schemas.microsoft.com/office/drawing/2014/main" id="{AF3E1521-A521-4A61-8692-B9CB497424F1}"/>
                </a:ext>
              </a:extLst>
            </p:cNvPr>
            <p:cNvSpPr/>
            <p:nvPr/>
          </p:nvSpPr>
          <p:spPr>
            <a:xfrm>
              <a:off x="128016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3" name="Rectangle 552">
              <a:extLst>
                <a:ext uri="{FF2B5EF4-FFF2-40B4-BE49-F238E27FC236}">
                  <a16:creationId xmlns:a16="http://schemas.microsoft.com/office/drawing/2014/main" id="{C9E6EF84-2F53-441A-9DC8-38557B7CABE0}"/>
                </a:ext>
              </a:extLst>
            </p:cNvPr>
            <p:cNvSpPr/>
            <p:nvPr/>
          </p:nvSpPr>
          <p:spPr>
            <a:xfrm>
              <a:off x="144641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42E876E9-428B-48A8-8951-93C819093877}"/>
                </a:ext>
              </a:extLst>
            </p:cNvPr>
            <p:cNvSpPr/>
            <p:nvPr/>
          </p:nvSpPr>
          <p:spPr>
            <a:xfrm>
              <a:off x="161267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5" name="Rectangle 554">
              <a:extLst>
                <a:ext uri="{FF2B5EF4-FFF2-40B4-BE49-F238E27FC236}">
                  <a16:creationId xmlns:a16="http://schemas.microsoft.com/office/drawing/2014/main" id="{051384D8-B502-4886-BFE9-6218B049001B}"/>
                </a:ext>
              </a:extLst>
            </p:cNvPr>
            <p:cNvSpPr/>
            <p:nvPr/>
          </p:nvSpPr>
          <p:spPr>
            <a:xfrm>
              <a:off x="177892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52AB4C7D-D511-4FB9-8785-34C218D2A130}"/>
                </a:ext>
              </a:extLst>
            </p:cNvPr>
            <p:cNvSpPr/>
            <p:nvPr/>
          </p:nvSpPr>
          <p:spPr>
            <a:xfrm>
              <a:off x="194518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7" name="Rectangle 556">
              <a:extLst>
                <a:ext uri="{FF2B5EF4-FFF2-40B4-BE49-F238E27FC236}">
                  <a16:creationId xmlns:a16="http://schemas.microsoft.com/office/drawing/2014/main" id="{4DBDCE70-AD5F-4321-9968-B16C328079D5}"/>
                </a:ext>
              </a:extLst>
            </p:cNvPr>
            <p:cNvSpPr/>
            <p:nvPr/>
          </p:nvSpPr>
          <p:spPr>
            <a:xfrm>
              <a:off x="211143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9680EB22-7856-40DB-8613-73B99DF47CF5}"/>
                </a:ext>
              </a:extLst>
            </p:cNvPr>
            <p:cNvSpPr/>
            <p:nvPr/>
          </p:nvSpPr>
          <p:spPr>
            <a:xfrm>
              <a:off x="227769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9" name="Rectangle 558">
              <a:extLst>
                <a:ext uri="{FF2B5EF4-FFF2-40B4-BE49-F238E27FC236}">
                  <a16:creationId xmlns:a16="http://schemas.microsoft.com/office/drawing/2014/main" id="{B5955144-ABF8-4556-8A2E-9AEBCA4EB5C0}"/>
                </a:ext>
              </a:extLst>
            </p:cNvPr>
            <p:cNvSpPr/>
            <p:nvPr/>
          </p:nvSpPr>
          <p:spPr>
            <a:xfrm>
              <a:off x="244394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0" name="Rectangle 559">
              <a:extLst>
                <a:ext uri="{FF2B5EF4-FFF2-40B4-BE49-F238E27FC236}">
                  <a16:creationId xmlns:a16="http://schemas.microsoft.com/office/drawing/2014/main" id="{5E74D515-47DD-48F3-995A-06D260A85935}"/>
                </a:ext>
              </a:extLst>
            </p:cNvPr>
            <p:cNvSpPr/>
            <p:nvPr/>
          </p:nvSpPr>
          <p:spPr>
            <a:xfrm>
              <a:off x="261020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1" name="Rectangle 560">
              <a:extLst>
                <a:ext uri="{FF2B5EF4-FFF2-40B4-BE49-F238E27FC236}">
                  <a16:creationId xmlns:a16="http://schemas.microsoft.com/office/drawing/2014/main" id="{DDB5193C-2505-4295-9B4D-646DD30C292F}"/>
                </a:ext>
              </a:extLst>
            </p:cNvPr>
            <p:cNvSpPr/>
            <p:nvPr/>
          </p:nvSpPr>
          <p:spPr>
            <a:xfrm>
              <a:off x="277645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2" name="Rectangle 561">
              <a:extLst>
                <a:ext uri="{FF2B5EF4-FFF2-40B4-BE49-F238E27FC236}">
                  <a16:creationId xmlns:a16="http://schemas.microsoft.com/office/drawing/2014/main" id="{41811DC9-05DB-42F5-B06E-64A97DE9D52C}"/>
                </a:ext>
              </a:extLst>
            </p:cNvPr>
            <p:cNvSpPr/>
            <p:nvPr/>
          </p:nvSpPr>
          <p:spPr>
            <a:xfrm>
              <a:off x="294271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3" name="Rectangle 562">
              <a:extLst>
                <a:ext uri="{FF2B5EF4-FFF2-40B4-BE49-F238E27FC236}">
                  <a16:creationId xmlns:a16="http://schemas.microsoft.com/office/drawing/2014/main" id="{0C67D925-90E1-449A-94DE-53C42A01125E}"/>
                </a:ext>
              </a:extLst>
            </p:cNvPr>
            <p:cNvSpPr/>
            <p:nvPr/>
          </p:nvSpPr>
          <p:spPr>
            <a:xfrm>
              <a:off x="310896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4" name="Rectangle 563">
              <a:extLst>
                <a:ext uri="{FF2B5EF4-FFF2-40B4-BE49-F238E27FC236}">
                  <a16:creationId xmlns:a16="http://schemas.microsoft.com/office/drawing/2014/main" id="{B1C702E4-401E-4223-89D2-AFB36361D87A}"/>
                </a:ext>
              </a:extLst>
            </p:cNvPr>
            <p:cNvSpPr/>
            <p:nvPr/>
          </p:nvSpPr>
          <p:spPr>
            <a:xfrm>
              <a:off x="327522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5" name="Rectangle 564">
              <a:extLst>
                <a:ext uri="{FF2B5EF4-FFF2-40B4-BE49-F238E27FC236}">
                  <a16:creationId xmlns:a16="http://schemas.microsoft.com/office/drawing/2014/main" id="{9227E4EB-D379-461A-B0B2-BCCFEA3C650B}"/>
                </a:ext>
              </a:extLst>
            </p:cNvPr>
            <p:cNvSpPr/>
            <p:nvPr/>
          </p:nvSpPr>
          <p:spPr>
            <a:xfrm>
              <a:off x="344147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C42F27B7-1ACD-40DB-ADAA-2226A467D1D1}"/>
                </a:ext>
              </a:extLst>
            </p:cNvPr>
            <p:cNvSpPr/>
            <p:nvPr/>
          </p:nvSpPr>
          <p:spPr>
            <a:xfrm>
              <a:off x="360773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7" name="Rectangle 566">
              <a:extLst>
                <a:ext uri="{FF2B5EF4-FFF2-40B4-BE49-F238E27FC236}">
                  <a16:creationId xmlns:a16="http://schemas.microsoft.com/office/drawing/2014/main" id="{3F338BB4-C691-456A-A38A-7EB3AAFDE884}"/>
                </a:ext>
              </a:extLst>
            </p:cNvPr>
            <p:cNvSpPr/>
            <p:nvPr/>
          </p:nvSpPr>
          <p:spPr>
            <a:xfrm>
              <a:off x="377398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8" name="Rectangle 567">
              <a:extLst>
                <a:ext uri="{FF2B5EF4-FFF2-40B4-BE49-F238E27FC236}">
                  <a16:creationId xmlns:a16="http://schemas.microsoft.com/office/drawing/2014/main" id="{6ED68473-D332-45D7-9D77-CAC1F070FC4E}"/>
                </a:ext>
              </a:extLst>
            </p:cNvPr>
            <p:cNvSpPr/>
            <p:nvPr/>
          </p:nvSpPr>
          <p:spPr>
            <a:xfrm>
              <a:off x="394024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9" name="Rectangle 568">
              <a:extLst>
                <a:ext uri="{FF2B5EF4-FFF2-40B4-BE49-F238E27FC236}">
                  <a16:creationId xmlns:a16="http://schemas.microsoft.com/office/drawing/2014/main" id="{22F1A4D6-1191-479D-894F-49BBBD4833A5}"/>
                </a:ext>
              </a:extLst>
            </p:cNvPr>
            <p:cNvSpPr/>
            <p:nvPr/>
          </p:nvSpPr>
          <p:spPr>
            <a:xfrm>
              <a:off x="410649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3FBA1730-CAE2-42D6-A061-A85BA830FA83}"/>
                </a:ext>
              </a:extLst>
            </p:cNvPr>
            <p:cNvSpPr/>
            <p:nvPr/>
          </p:nvSpPr>
          <p:spPr>
            <a:xfrm>
              <a:off x="427275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1" name="Rectangle 570">
              <a:extLst>
                <a:ext uri="{FF2B5EF4-FFF2-40B4-BE49-F238E27FC236}">
                  <a16:creationId xmlns:a16="http://schemas.microsoft.com/office/drawing/2014/main" id="{587FDE2D-D384-46F5-9070-BEE807119C72}"/>
                </a:ext>
              </a:extLst>
            </p:cNvPr>
            <p:cNvSpPr/>
            <p:nvPr/>
          </p:nvSpPr>
          <p:spPr>
            <a:xfrm>
              <a:off x="443900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2" name="Rectangle 571">
              <a:extLst>
                <a:ext uri="{FF2B5EF4-FFF2-40B4-BE49-F238E27FC236}">
                  <a16:creationId xmlns:a16="http://schemas.microsoft.com/office/drawing/2014/main" id="{DCB81313-1489-426F-BA88-4E7BC0072A80}"/>
                </a:ext>
              </a:extLst>
            </p:cNvPr>
            <p:cNvSpPr/>
            <p:nvPr/>
          </p:nvSpPr>
          <p:spPr>
            <a:xfrm>
              <a:off x="460526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3" name="Rectangle 572">
              <a:extLst>
                <a:ext uri="{FF2B5EF4-FFF2-40B4-BE49-F238E27FC236}">
                  <a16:creationId xmlns:a16="http://schemas.microsoft.com/office/drawing/2014/main" id="{39521085-3241-4F6D-AE26-0C50FEB3844B}"/>
                </a:ext>
              </a:extLst>
            </p:cNvPr>
            <p:cNvSpPr/>
            <p:nvPr/>
          </p:nvSpPr>
          <p:spPr>
            <a:xfrm>
              <a:off x="477151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4" name="Rectangle 573">
              <a:extLst>
                <a:ext uri="{FF2B5EF4-FFF2-40B4-BE49-F238E27FC236}">
                  <a16:creationId xmlns:a16="http://schemas.microsoft.com/office/drawing/2014/main" id="{142C9D41-CDE2-484F-8753-7F46CC1093B8}"/>
                </a:ext>
              </a:extLst>
            </p:cNvPr>
            <p:cNvSpPr/>
            <p:nvPr/>
          </p:nvSpPr>
          <p:spPr>
            <a:xfrm>
              <a:off x="493777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5" name="Rectangle 574">
              <a:extLst>
                <a:ext uri="{FF2B5EF4-FFF2-40B4-BE49-F238E27FC236}">
                  <a16:creationId xmlns:a16="http://schemas.microsoft.com/office/drawing/2014/main" id="{804607BD-F4F6-4A2E-980D-3969A5A82684}"/>
                </a:ext>
              </a:extLst>
            </p:cNvPr>
            <p:cNvSpPr/>
            <p:nvPr/>
          </p:nvSpPr>
          <p:spPr>
            <a:xfrm>
              <a:off x="510402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6" name="Rectangle 575">
              <a:extLst>
                <a:ext uri="{FF2B5EF4-FFF2-40B4-BE49-F238E27FC236}">
                  <a16:creationId xmlns:a16="http://schemas.microsoft.com/office/drawing/2014/main" id="{2C1B2624-FCA0-460F-A9FA-65F495D5047A}"/>
                </a:ext>
              </a:extLst>
            </p:cNvPr>
            <p:cNvSpPr/>
            <p:nvPr/>
          </p:nvSpPr>
          <p:spPr>
            <a:xfrm>
              <a:off x="527028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7" name="Rectangle 576">
              <a:extLst>
                <a:ext uri="{FF2B5EF4-FFF2-40B4-BE49-F238E27FC236}">
                  <a16:creationId xmlns:a16="http://schemas.microsoft.com/office/drawing/2014/main" id="{64420B78-0768-4513-8B44-060B33C19683}"/>
                </a:ext>
              </a:extLst>
            </p:cNvPr>
            <p:cNvSpPr/>
            <p:nvPr/>
          </p:nvSpPr>
          <p:spPr>
            <a:xfrm>
              <a:off x="543653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8" name="Rectangle 577">
              <a:extLst>
                <a:ext uri="{FF2B5EF4-FFF2-40B4-BE49-F238E27FC236}">
                  <a16:creationId xmlns:a16="http://schemas.microsoft.com/office/drawing/2014/main" id="{035BF68E-0A70-4CE0-8DB6-C19B2B05CE16}"/>
                </a:ext>
              </a:extLst>
            </p:cNvPr>
            <p:cNvSpPr/>
            <p:nvPr/>
          </p:nvSpPr>
          <p:spPr>
            <a:xfrm>
              <a:off x="560279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9" name="Rectangle 578">
              <a:extLst>
                <a:ext uri="{FF2B5EF4-FFF2-40B4-BE49-F238E27FC236}">
                  <a16:creationId xmlns:a16="http://schemas.microsoft.com/office/drawing/2014/main" id="{61E9E350-4A4E-4941-95B9-BF02EAF28B01}"/>
                </a:ext>
              </a:extLst>
            </p:cNvPr>
            <p:cNvSpPr/>
            <p:nvPr/>
          </p:nvSpPr>
          <p:spPr>
            <a:xfrm>
              <a:off x="576904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0" name="Rectangle 579">
              <a:extLst>
                <a:ext uri="{FF2B5EF4-FFF2-40B4-BE49-F238E27FC236}">
                  <a16:creationId xmlns:a16="http://schemas.microsoft.com/office/drawing/2014/main" id="{D659865D-6E78-406C-B0E2-8C7BC7898EEF}"/>
                </a:ext>
              </a:extLst>
            </p:cNvPr>
            <p:cNvSpPr/>
            <p:nvPr/>
          </p:nvSpPr>
          <p:spPr>
            <a:xfrm>
              <a:off x="593530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8B173010-1F93-4058-9ADD-3548C2559959}"/>
                </a:ext>
              </a:extLst>
            </p:cNvPr>
            <p:cNvSpPr/>
            <p:nvPr/>
          </p:nvSpPr>
          <p:spPr>
            <a:xfrm>
              <a:off x="78139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5936ED7B-D5AE-4497-898B-BFF025F9E573}"/>
                </a:ext>
              </a:extLst>
            </p:cNvPr>
            <p:cNvSpPr/>
            <p:nvPr/>
          </p:nvSpPr>
          <p:spPr>
            <a:xfrm>
              <a:off x="94765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3" name="Rectangle 582">
              <a:extLst>
                <a:ext uri="{FF2B5EF4-FFF2-40B4-BE49-F238E27FC236}">
                  <a16:creationId xmlns:a16="http://schemas.microsoft.com/office/drawing/2014/main" id="{29DCCE38-2471-4C05-9E00-EED6EEC71896}"/>
                </a:ext>
              </a:extLst>
            </p:cNvPr>
            <p:cNvSpPr/>
            <p:nvPr/>
          </p:nvSpPr>
          <p:spPr>
            <a:xfrm>
              <a:off x="111390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4" name="Rectangle 583">
              <a:extLst>
                <a:ext uri="{FF2B5EF4-FFF2-40B4-BE49-F238E27FC236}">
                  <a16:creationId xmlns:a16="http://schemas.microsoft.com/office/drawing/2014/main" id="{0A8B1D88-91C3-47E6-A5D5-F55CEE06B654}"/>
                </a:ext>
              </a:extLst>
            </p:cNvPr>
            <p:cNvSpPr/>
            <p:nvPr/>
          </p:nvSpPr>
          <p:spPr>
            <a:xfrm>
              <a:off x="128016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5" name="Rectangle 584">
              <a:extLst>
                <a:ext uri="{FF2B5EF4-FFF2-40B4-BE49-F238E27FC236}">
                  <a16:creationId xmlns:a16="http://schemas.microsoft.com/office/drawing/2014/main" id="{CB238DBB-A0A7-4E87-83FC-95AA6C881C72}"/>
                </a:ext>
              </a:extLst>
            </p:cNvPr>
            <p:cNvSpPr/>
            <p:nvPr/>
          </p:nvSpPr>
          <p:spPr>
            <a:xfrm>
              <a:off x="144641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6" name="Rectangle 585">
              <a:extLst>
                <a:ext uri="{FF2B5EF4-FFF2-40B4-BE49-F238E27FC236}">
                  <a16:creationId xmlns:a16="http://schemas.microsoft.com/office/drawing/2014/main" id="{33194C4A-8A37-4292-A735-8C1D9992E07D}"/>
                </a:ext>
              </a:extLst>
            </p:cNvPr>
            <p:cNvSpPr/>
            <p:nvPr/>
          </p:nvSpPr>
          <p:spPr>
            <a:xfrm>
              <a:off x="161267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7" name="Rectangle 586">
              <a:extLst>
                <a:ext uri="{FF2B5EF4-FFF2-40B4-BE49-F238E27FC236}">
                  <a16:creationId xmlns:a16="http://schemas.microsoft.com/office/drawing/2014/main" id="{73E043A0-0BD3-433F-8CF3-DAC838D3D67C}"/>
                </a:ext>
              </a:extLst>
            </p:cNvPr>
            <p:cNvSpPr/>
            <p:nvPr/>
          </p:nvSpPr>
          <p:spPr>
            <a:xfrm>
              <a:off x="177892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8" name="Rectangle 587">
              <a:extLst>
                <a:ext uri="{FF2B5EF4-FFF2-40B4-BE49-F238E27FC236}">
                  <a16:creationId xmlns:a16="http://schemas.microsoft.com/office/drawing/2014/main" id="{B6A3EBC6-83CE-4172-A053-2D1838536649}"/>
                </a:ext>
              </a:extLst>
            </p:cNvPr>
            <p:cNvSpPr/>
            <p:nvPr/>
          </p:nvSpPr>
          <p:spPr>
            <a:xfrm>
              <a:off x="194518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9" name="Rectangle 588">
              <a:extLst>
                <a:ext uri="{FF2B5EF4-FFF2-40B4-BE49-F238E27FC236}">
                  <a16:creationId xmlns:a16="http://schemas.microsoft.com/office/drawing/2014/main" id="{60BDE7B7-5EFA-46D5-A8F5-FCA0A032425A}"/>
                </a:ext>
              </a:extLst>
            </p:cNvPr>
            <p:cNvSpPr/>
            <p:nvPr/>
          </p:nvSpPr>
          <p:spPr>
            <a:xfrm>
              <a:off x="211143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0" name="Rectangle 589">
              <a:extLst>
                <a:ext uri="{FF2B5EF4-FFF2-40B4-BE49-F238E27FC236}">
                  <a16:creationId xmlns:a16="http://schemas.microsoft.com/office/drawing/2014/main" id="{AB1FFF1F-6E66-4117-9F32-9A770160C76D}"/>
                </a:ext>
              </a:extLst>
            </p:cNvPr>
            <p:cNvSpPr/>
            <p:nvPr/>
          </p:nvSpPr>
          <p:spPr>
            <a:xfrm>
              <a:off x="227769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1" name="Rectangle 590">
              <a:extLst>
                <a:ext uri="{FF2B5EF4-FFF2-40B4-BE49-F238E27FC236}">
                  <a16:creationId xmlns:a16="http://schemas.microsoft.com/office/drawing/2014/main" id="{9A09752E-495E-4289-AF63-A535EC6B98D2}"/>
                </a:ext>
              </a:extLst>
            </p:cNvPr>
            <p:cNvSpPr/>
            <p:nvPr/>
          </p:nvSpPr>
          <p:spPr>
            <a:xfrm>
              <a:off x="244394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2" name="Rectangle 591">
              <a:extLst>
                <a:ext uri="{FF2B5EF4-FFF2-40B4-BE49-F238E27FC236}">
                  <a16:creationId xmlns:a16="http://schemas.microsoft.com/office/drawing/2014/main" id="{DD8A3F87-860A-4855-B252-4096BC16C8D3}"/>
                </a:ext>
              </a:extLst>
            </p:cNvPr>
            <p:cNvSpPr/>
            <p:nvPr/>
          </p:nvSpPr>
          <p:spPr>
            <a:xfrm>
              <a:off x="261020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3" name="Rectangle 592">
              <a:extLst>
                <a:ext uri="{FF2B5EF4-FFF2-40B4-BE49-F238E27FC236}">
                  <a16:creationId xmlns:a16="http://schemas.microsoft.com/office/drawing/2014/main" id="{9FC3B846-13A2-4C32-8FB6-DD79F0680653}"/>
                </a:ext>
              </a:extLst>
            </p:cNvPr>
            <p:cNvSpPr/>
            <p:nvPr/>
          </p:nvSpPr>
          <p:spPr>
            <a:xfrm>
              <a:off x="277645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4" name="Rectangle 593">
              <a:extLst>
                <a:ext uri="{FF2B5EF4-FFF2-40B4-BE49-F238E27FC236}">
                  <a16:creationId xmlns:a16="http://schemas.microsoft.com/office/drawing/2014/main" id="{797D1AE9-70EA-48B3-A1CE-18474B4170C1}"/>
                </a:ext>
              </a:extLst>
            </p:cNvPr>
            <p:cNvSpPr/>
            <p:nvPr/>
          </p:nvSpPr>
          <p:spPr>
            <a:xfrm>
              <a:off x="294271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5" name="Rectangle 594">
              <a:extLst>
                <a:ext uri="{FF2B5EF4-FFF2-40B4-BE49-F238E27FC236}">
                  <a16:creationId xmlns:a16="http://schemas.microsoft.com/office/drawing/2014/main" id="{40FB94B6-A526-4939-8AE6-3EF8CCEE0973}"/>
                </a:ext>
              </a:extLst>
            </p:cNvPr>
            <p:cNvSpPr/>
            <p:nvPr/>
          </p:nvSpPr>
          <p:spPr>
            <a:xfrm>
              <a:off x="310896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6" name="Rectangle 595">
              <a:extLst>
                <a:ext uri="{FF2B5EF4-FFF2-40B4-BE49-F238E27FC236}">
                  <a16:creationId xmlns:a16="http://schemas.microsoft.com/office/drawing/2014/main" id="{647A2E50-B36D-48C8-BFCB-97C4C685AFDF}"/>
                </a:ext>
              </a:extLst>
            </p:cNvPr>
            <p:cNvSpPr/>
            <p:nvPr/>
          </p:nvSpPr>
          <p:spPr>
            <a:xfrm>
              <a:off x="327522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7" name="Rectangle 596">
              <a:extLst>
                <a:ext uri="{FF2B5EF4-FFF2-40B4-BE49-F238E27FC236}">
                  <a16:creationId xmlns:a16="http://schemas.microsoft.com/office/drawing/2014/main" id="{4D17AD80-5E61-403A-A6C9-B30E5B17AFA9}"/>
                </a:ext>
              </a:extLst>
            </p:cNvPr>
            <p:cNvSpPr/>
            <p:nvPr/>
          </p:nvSpPr>
          <p:spPr>
            <a:xfrm>
              <a:off x="344147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8" name="Rectangle 597">
              <a:extLst>
                <a:ext uri="{FF2B5EF4-FFF2-40B4-BE49-F238E27FC236}">
                  <a16:creationId xmlns:a16="http://schemas.microsoft.com/office/drawing/2014/main" id="{E4AD53F4-BC5E-4444-959E-71F937056F22}"/>
                </a:ext>
              </a:extLst>
            </p:cNvPr>
            <p:cNvSpPr/>
            <p:nvPr/>
          </p:nvSpPr>
          <p:spPr>
            <a:xfrm>
              <a:off x="360773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9" name="Rectangle 598">
              <a:extLst>
                <a:ext uri="{FF2B5EF4-FFF2-40B4-BE49-F238E27FC236}">
                  <a16:creationId xmlns:a16="http://schemas.microsoft.com/office/drawing/2014/main" id="{702DD553-420E-4A67-B3E5-22E85149CD2B}"/>
                </a:ext>
              </a:extLst>
            </p:cNvPr>
            <p:cNvSpPr/>
            <p:nvPr/>
          </p:nvSpPr>
          <p:spPr>
            <a:xfrm>
              <a:off x="377398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0" name="Rectangle 599">
              <a:extLst>
                <a:ext uri="{FF2B5EF4-FFF2-40B4-BE49-F238E27FC236}">
                  <a16:creationId xmlns:a16="http://schemas.microsoft.com/office/drawing/2014/main" id="{B7A4D659-D16E-4F86-A8DA-2C6BA61F0360}"/>
                </a:ext>
              </a:extLst>
            </p:cNvPr>
            <p:cNvSpPr/>
            <p:nvPr/>
          </p:nvSpPr>
          <p:spPr>
            <a:xfrm>
              <a:off x="394024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1" name="Rectangle 600">
              <a:extLst>
                <a:ext uri="{FF2B5EF4-FFF2-40B4-BE49-F238E27FC236}">
                  <a16:creationId xmlns:a16="http://schemas.microsoft.com/office/drawing/2014/main" id="{E70F86EC-B3FB-43D0-A143-3FE493F633CF}"/>
                </a:ext>
              </a:extLst>
            </p:cNvPr>
            <p:cNvSpPr/>
            <p:nvPr/>
          </p:nvSpPr>
          <p:spPr>
            <a:xfrm>
              <a:off x="410649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2" name="Rectangle 601">
              <a:extLst>
                <a:ext uri="{FF2B5EF4-FFF2-40B4-BE49-F238E27FC236}">
                  <a16:creationId xmlns:a16="http://schemas.microsoft.com/office/drawing/2014/main" id="{3755821A-4967-4949-8AF5-C7D258739225}"/>
                </a:ext>
              </a:extLst>
            </p:cNvPr>
            <p:cNvSpPr/>
            <p:nvPr/>
          </p:nvSpPr>
          <p:spPr>
            <a:xfrm>
              <a:off x="427275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3" name="Rectangle 602">
              <a:extLst>
                <a:ext uri="{FF2B5EF4-FFF2-40B4-BE49-F238E27FC236}">
                  <a16:creationId xmlns:a16="http://schemas.microsoft.com/office/drawing/2014/main" id="{BCFEC05A-E096-47A5-BB9B-8F90DFED9D6E}"/>
                </a:ext>
              </a:extLst>
            </p:cNvPr>
            <p:cNvSpPr/>
            <p:nvPr/>
          </p:nvSpPr>
          <p:spPr>
            <a:xfrm>
              <a:off x="443900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4" name="Rectangle 603">
              <a:extLst>
                <a:ext uri="{FF2B5EF4-FFF2-40B4-BE49-F238E27FC236}">
                  <a16:creationId xmlns:a16="http://schemas.microsoft.com/office/drawing/2014/main" id="{BCE6C366-29CF-42A1-B2CC-AFCE66415E99}"/>
                </a:ext>
              </a:extLst>
            </p:cNvPr>
            <p:cNvSpPr/>
            <p:nvPr/>
          </p:nvSpPr>
          <p:spPr>
            <a:xfrm>
              <a:off x="460526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5" name="Rectangle 604">
              <a:extLst>
                <a:ext uri="{FF2B5EF4-FFF2-40B4-BE49-F238E27FC236}">
                  <a16:creationId xmlns:a16="http://schemas.microsoft.com/office/drawing/2014/main" id="{33B0DFB7-EE71-4646-B61F-6D4A13833958}"/>
                </a:ext>
              </a:extLst>
            </p:cNvPr>
            <p:cNvSpPr/>
            <p:nvPr/>
          </p:nvSpPr>
          <p:spPr>
            <a:xfrm>
              <a:off x="477151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6" name="Rectangle 605">
              <a:extLst>
                <a:ext uri="{FF2B5EF4-FFF2-40B4-BE49-F238E27FC236}">
                  <a16:creationId xmlns:a16="http://schemas.microsoft.com/office/drawing/2014/main" id="{FC935DB1-1900-43B5-A0EB-C9B86F518DC7}"/>
                </a:ext>
              </a:extLst>
            </p:cNvPr>
            <p:cNvSpPr/>
            <p:nvPr/>
          </p:nvSpPr>
          <p:spPr>
            <a:xfrm>
              <a:off x="493777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7" name="Rectangle 606">
              <a:extLst>
                <a:ext uri="{FF2B5EF4-FFF2-40B4-BE49-F238E27FC236}">
                  <a16:creationId xmlns:a16="http://schemas.microsoft.com/office/drawing/2014/main" id="{879F0CC7-8E8F-4FE2-80AD-009D95436930}"/>
                </a:ext>
              </a:extLst>
            </p:cNvPr>
            <p:cNvSpPr/>
            <p:nvPr/>
          </p:nvSpPr>
          <p:spPr>
            <a:xfrm>
              <a:off x="510402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8" name="Rectangle 607">
              <a:extLst>
                <a:ext uri="{FF2B5EF4-FFF2-40B4-BE49-F238E27FC236}">
                  <a16:creationId xmlns:a16="http://schemas.microsoft.com/office/drawing/2014/main" id="{2BC12756-C964-4F81-AF48-EAEC5C4323AC}"/>
                </a:ext>
              </a:extLst>
            </p:cNvPr>
            <p:cNvSpPr/>
            <p:nvPr/>
          </p:nvSpPr>
          <p:spPr>
            <a:xfrm>
              <a:off x="527028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9" name="Rectangle 608">
              <a:extLst>
                <a:ext uri="{FF2B5EF4-FFF2-40B4-BE49-F238E27FC236}">
                  <a16:creationId xmlns:a16="http://schemas.microsoft.com/office/drawing/2014/main" id="{07A4D6EA-ABC5-45FE-87E2-38E48B901DB5}"/>
                </a:ext>
              </a:extLst>
            </p:cNvPr>
            <p:cNvSpPr/>
            <p:nvPr/>
          </p:nvSpPr>
          <p:spPr>
            <a:xfrm>
              <a:off x="543653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0" name="Rectangle 609">
              <a:extLst>
                <a:ext uri="{FF2B5EF4-FFF2-40B4-BE49-F238E27FC236}">
                  <a16:creationId xmlns:a16="http://schemas.microsoft.com/office/drawing/2014/main" id="{50931310-61AC-4F59-A6EE-72C83F09F746}"/>
                </a:ext>
              </a:extLst>
            </p:cNvPr>
            <p:cNvSpPr/>
            <p:nvPr/>
          </p:nvSpPr>
          <p:spPr>
            <a:xfrm>
              <a:off x="560279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1" name="Rectangle 610">
              <a:extLst>
                <a:ext uri="{FF2B5EF4-FFF2-40B4-BE49-F238E27FC236}">
                  <a16:creationId xmlns:a16="http://schemas.microsoft.com/office/drawing/2014/main" id="{037E4882-2FEB-4A83-B907-FA625853C4CC}"/>
                </a:ext>
              </a:extLst>
            </p:cNvPr>
            <p:cNvSpPr/>
            <p:nvPr/>
          </p:nvSpPr>
          <p:spPr>
            <a:xfrm>
              <a:off x="576904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2" name="Rectangle 611">
              <a:extLst>
                <a:ext uri="{FF2B5EF4-FFF2-40B4-BE49-F238E27FC236}">
                  <a16:creationId xmlns:a16="http://schemas.microsoft.com/office/drawing/2014/main" id="{2A7C1AC7-85D1-4745-A9C3-86A4A26F8032}"/>
                </a:ext>
              </a:extLst>
            </p:cNvPr>
            <p:cNvSpPr/>
            <p:nvPr/>
          </p:nvSpPr>
          <p:spPr>
            <a:xfrm>
              <a:off x="593530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D9006A3E-DDA0-45BB-82D2-EC92FBAA15A6}"/>
              </a:ext>
            </a:extLst>
          </p:cNvPr>
          <p:cNvGrpSpPr/>
          <p:nvPr/>
        </p:nvGrpSpPr>
        <p:grpSpPr>
          <a:xfrm>
            <a:off x="1832124" y="257339"/>
            <a:ext cx="498765" cy="498765"/>
            <a:chOff x="8295177" y="919018"/>
            <a:chExt cx="498765" cy="498765"/>
          </a:xfrm>
        </p:grpSpPr>
        <p:sp>
          <p:nvSpPr>
            <p:cNvPr id="613" name="Rectangle 612">
              <a:extLst>
                <a:ext uri="{FF2B5EF4-FFF2-40B4-BE49-F238E27FC236}">
                  <a16:creationId xmlns:a16="http://schemas.microsoft.com/office/drawing/2014/main" id="{B118D45B-2051-49D7-9D66-F7B887139480}"/>
                </a:ext>
              </a:extLst>
            </p:cNvPr>
            <p:cNvSpPr/>
            <p:nvPr/>
          </p:nvSpPr>
          <p:spPr>
            <a:xfrm>
              <a:off x="829517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4" name="Rectangle 613">
              <a:extLst>
                <a:ext uri="{FF2B5EF4-FFF2-40B4-BE49-F238E27FC236}">
                  <a16:creationId xmlns:a16="http://schemas.microsoft.com/office/drawing/2014/main" id="{FB6B23DD-81D7-43BC-BB68-2B9DD1FCFB48}"/>
                </a:ext>
              </a:extLst>
            </p:cNvPr>
            <p:cNvSpPr/>
            <p:nvPr/>
          </p:nvSpPr>
          <p:spPr>
            <a:xfrm>
              <a:off x="8461432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" name="Rectangle 614">
              <a:extLst>
                <a:ext uri="{FF2B5EF4-FFF2-40B4-BE49-F238E27FC236}">
                  <a16:creationId xmlns:a16="http://schemas.microsoft.com/office/drawing/2014/main" id="{CC2A8BF7-9419-4110-B438-93CBF261020C}"/>
                </a:ext>
              </a:extLst>
            </p:cNvPr>
            <p:cNvSpPr/>
            <p:nvPr/>
          </p:nvSpPr>
          <p:spPr>
            <a:xfrm>
              <a:off x="862768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" name="Rectangle 615">
              <a:extLst>
                <a:ext uri="{FF2B5EF4-FFF2-40B4-BE49-F238E27FC236}">
                  <a16:creationId xmlns:a16="http://schemas.microsoft.com/office/drawing/2014/main" id="{EF37590A-F0F5-45B1-BAEC-D63FF5DD86A9}"/>
                </a:ext>
              </a:extLst>
            </p:cNvPr>
            <p:cNvSpPr/>
            <p:nvPr/>
          </p:nvSpPr>
          <p:spPr>
            <a:xfrm>
              <a:off x="829517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46604678-4B2F-47EE-8559-86E736FF6A10}"/>
                </a:ext>
              </a:extLst>
            </p:cNvPr>
            <p:cNvSpPr/>
            <p:nvPr/>
          </p:nvSpPr>
          <p:spPr>
            <a:xfrm>
              <a:off x="862768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" name="Rectangle 618">
              <a:extLst>
                <a:ext uri="{FF2B5EF4-FFF2-40B4-BE49-F238E27FC236}">
                  <a16:creationId xmlns:a16="http://schemas.microsoft.com/office/drawing/2014/main" id="{14A9BCAD-4983-4686-9305-E903E1AA309A}"/>
                </a:ext>
              </a:extLst>
            </p:cNvPr>
            <p:cNvSpPr/>
            <p:nvPr/>
          </p:nvSpPr>
          <p:spPr>
            <a:xfrm>
              <a:off x="829517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" name="Rectangle 619">
              <a:extLst>
                <a:ext uri="{FF2B5EF4-FFF2-40B4-BE49-F238E27FC236}">
                  <a16:creationId xmlns:a16="http://schemas.microsoft.com/office/drawing/2014/main" id="{91366382-E920-4049-A638-37EB1D2B043C}"/>
                </a:ext>
              </a:extLst>
            </p:cNvPr>
            <p:cNvSpPr/>
            <p:nvPr/>
          </p:nvSpPr>
          <p:spPr>
            <a:xfrm>
              <a:off x="8461432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" name="Rectangle 620">
              <a:extLst>
                <a:ext uri="{FF2B5EF4-FFF2-40B4-BE49-F238E27FC236}">
                  <a16:creationId xmlns:a16="http://schemas.microsoft.com/office/drawing/2014/main" id="{23551777-18B5-4749-ADCF-08FBB5D43329}"/>
                </a:ext>
              </a:extLst>
            </p:cNvPr>
            <p:cNvSpPr/>
            <p:nvPr/>
          </p:nvSpPr>
          <p:spPr>
            <a:xfrm>
              <a:off x="862768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7" name="Rectangle 616">
              <a:extLst>
                <a:ext uri="{FF2B5EF4-FFF2-40B4-BE49-F238E27FC236}">
                  <a16:creationId xmlns:a16="http://schemas.microsoft.com/office/drawing/2014/main" id="{D82C05E0-1C7C-4B48-9B94-20FA9CE213F6}"/>
                </a:ext>
              </a:extLst>
            </p:cNvPr>
            <p:cNvSpPr/>
            <p:nvPr/>
          </p:nvSpPr>
          <p:spPr>
            <a:xfrm>
              <a:off x="8461432" y="1085273"/>
              <a:ext cx="166255" cy="16625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5" name="TextBox 624">
            <a:extLst>
              <a:ext uri="{FF2B5EF4-FFF2-40B4-BE49-F238E27FC236}">
                <a16:creationId xmlns:a16="http://schemas.microsoft.com/office/drawing/2014/main" id="{34503E5F-C51E-4B14-BA95-20D0A8B50E21}"/>
              </a:ext>
            </a:extLst>
          </p:cNvPr>
          <p:cNvSpPr txBox="1"/>
          <p:nvPr/>
        </p:nvSpPr>
        <p:spPr>
          <a:xfrm>
            <a:off x="75743" y="1046642"/>
            <a:ext cx="1626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Imagine inițială</a:t>
            </a:r>
            <a:endParaRPr lang="en-US" dirty="0"/>
          </a:p>
        </p:txBody>
      </p:sp>
      <p:grpSp>
        <p:nvGrpSpPr>
          <p:cNvPr id="626" name="Group 625">
            <a:extLst>
              <a:ext uri="{FF2B5EF4-FFF2-40B4-BE49-F238E27FC236}">
                <a16:creationId xmlns:a16="http://schemas.microsoft.com/office/drawing/2014/main" id="{D014DF11-4508-4567-B9D9-34EAC1B6A639}"/>
              </a:ext>
            </a:extLst>
          </p:cNvPr>
          <p:cNvGrpSpPr/>
          <p:nvPr/>
        </p:nvGrpSpPr>
        <p:grpSpPr>
          <a:xfrm>
            <a:off x="1123994" y="2728151"/>
            <a:ext cx="498765" cy="498765"/>
            <a:chOff x="8295177" y="919018"/>
            <a:chExt cx="498765" cy="498765"/>
          </a:xfrm>
        </p:grpSpPr>
        <p:sp>
          <p:nvSpPr>
            <p:cNvPr id="627" name="Rectangle 626">
              <a:extLst>
                <a:ext uri="{FF2B5EF4-FFF2-40B4-BE49-F238E27FC236}">
                  <a16:creationId xmlns:a16="http://schemas.microsoft.com/office/drawing/2014/main" id="{28A43CD9-F710-40C2-A044-BDACCD494B2F}"/>
                </a:ext>
              </a:extLst>
            </p:cNvPr>
            <p:cNvSpPr/>
            <p:nvPr/>
          </p:nvSpPr>
          <p:spPr>
            <a:xfrm>
              <a:off x="829517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8" name="Rectangle 627">
              <a:extLst>
                <a:ext uri="{FF2B5EF4-FFF2-40B4-BE49-F238E27FC236}">
                  <a16:creationId xmlns:a16="http://schemas.microsoft.com/office/drawing/2014/main" id="{7FF8FDC3-03EB-4CA2-B70B-CC46F5D7D81A}"/>
                </a:ext>
              </a:extLst>
            </p:cNvPr>
            <p:cNvSpPr/>
            <p:nvPr/>
          </p:nvSpPr>
          <p:spPr>
            <a:xfrm>
              <a:off x="8461432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9" name="Rectangle 628">
              <a:extLst>
                <a:ext uri="{FF2B5EF4-FFF2-40B4-BE49-F238E27FC236}">
                  <a16:creationId xmlns:a16="http://schemas.microsoft.com/office/drawing/2014/main" id="{A90E69DB-ECB3-4EC9-B734-3343541B3D6C}"/>
                </a:ext>
              </a:extLst>
            </p:cNvPr>
            <p:cNvSpPr/>
            <p:nvPr/>
          </p:nvSpPr>
          <p:spPr>
            <a:xfrm>
              <a:off x="862768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0" name="Rectangle 629">
              <a:extLst>
                <a:ext uri="{FF2B5EF4-FFF2-40B4-BE49-F238E27FC236}">
                  <a16:creationId xmlns:a16="http://schemas.microsoft.com/office/drawing/2014/main" id="{1086022C-44AD-456E-BA48-174054B35548}"/>
                </a:ext>
              </a:extLst>
            </p:cNvPr>
            <p:cNvSpPr/>
            <p:nvPr/>
          </p:nvSpPr>
          <p:spPr>
            <a:xfrm>
              <a:off x="829517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1" name="Rectangle 630">
              <a:extLst>
                <a:ext uri="{FF2B5EF4-FFF2-40B4-BE49-F238E27FC236}">
                  <a16:creationId xmlns:a16="http://schemas.microsoft.com/office/drawing/2014/main" id="{529F7832-D32F-4318-832D-157700DB0D1A}"/>
                </a:ext>
              </a:extLst>
            </p:cNvPr>
            <p:cNvSpPr/>
            <p:nvPr/>
          </p:nvSpPr>
          <p:spPr>
            <a:xfrm>
              <a:off x="862768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2" name="Rectangle 631">
              <a:extLst>
                <a:ext uri="{FF2B5EF4-FFF2-40B4-BE49-F238E27FC236}">
                  <a16:creationId xmlns:a16="http://schemas.microsoft.com/office/drawing/2014/main" id="{F7FF93B1-2E6D-42B9-AA78-2AC91F4DDE18}"/>
                </a:ext>
              </a:extLst>
            </p:cNvPr>
            <p:cNvSpPr/>
            <p:nvPr/>
          </p:nvSpPr>
          <p:spPr>
            <a:xfrm>
              <a:off x="829517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3" name="Rectangle 632">
              <a:extLst>
                <a:ext uri="{FF2B5EF4-FFF2-40B4-BE49-F238E27FC236}">
                  <a16:creationId xmlns:a16="http://schemas.microsoft.com/office/drawing/2014/main" id="{0FE615C6-F0F1-4E6C-9E99-3D9E2383FD06}"/>
                </a:ext>
              </a:extLst>
            </p:cNvPr>
            <p:cNvSpPr/>
            <p:nvPr/>
          </p:nvSpPr>
          <p:spPr>
            <a:xfrm>
              <a:off x="8461432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4" name="Rectangle 633">
              <a:extLst>
                <a:ext uri="{FF2B5EF4-FFF2-40B4-BE49-F238E27FC236}">
                  <a16:creationId xmlns:a16="http://schemas.microsoft.com/office/drawing/2014/main" id="{05729424-99C2-4B6C-9EEA-9C2114BD5E47}"/>
                </a:ext>
              </a:extLst>
            </p:cNvPr>
            <p:cNvSpPr/>
            <p:nvPr/>
          </p:nvSpPr>
          <p:spPr>
            <a:xfrm>
              <a:off x="862768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5" name="Rectangle 634">
              <a:extLst>
                <a:ext uri="{FF2B5EF4-FFF2-40B4-BE49-F238E27FC236}">
                  <a16:creationId xmlns:a16="http://schemas.microsoft.com/office/drawing/2014/main" id="{CCE68ACC-F89F-4B95-B6A4-A6BEF6CA48F9}"/>
                </a:ext>
              </a:extLst>
            </p:cNvPr>
            <p:cNvSpPr/>
            <p:nvPr/>
          </p:nvSpPr>
          <p:spPr>
            <a:xfrm>
              <a:off x="8461432" y="1085273"/>
              <a:ext cx="166255" cy="16625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86" name="Group 685">
            <a:extLst>
              <a:ext uri="{FF2B5EF4-FFF2-40B4-BE49-F238E27FC236}">
                <a16:creationId xmlns:a16="http://schemas.microsoft.com/office/drawing/2014/main" id="{72959416-4B48-49BE-BC46-1CB1DE637271}"/>
              </a:ext>
            </a:extLst>
          </p:cNvPr>
          <p:cNvGrpSpPr/>
          <p:nvPr/>
        </p:nvGrpSpPr>
        <p:grpSpPr>
          <a:xfrm>
            <a:off x="3614587" y="3062355"/>
            <a:ext cx="498765" cy="498765"/>
            <a:chOff x="8295177" y="919018"/>
            <a:chExt cx="498765" cy="498765"/>
          </a:xfrm>
        </p:grpSpPr>
        <p:sp>
          <p:nvSpPr>
            <p:cNvPr id="687" name="Rectangle 686">
              <a:extLst>
                <a:ext uri="{FF2B5EF4-FFF2-40B4-BE49-F238E27FC236}">
                  <a16:creationId xmlns:a16="http://schemas.microsoft.com/office/drawing/2014/main" id="{E3A9C2FE-7FB8-4655-AEB3-37816D3F4754}"/>
                </a:ext>
              </a:extLst>
            </p:cNvPr>
            <p:cNvSpPr/>
            <p:nvPr/>
          </p:nvSpPr>
          <p:spPr>
            <a:xfrm>
              <a:off x="829517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8" name="Rectangle 687">
              <a:extLst>
                <a:ext uri="{FF2B5EF4-FFF2-40B4-BE49-F238E27FC236}">
                  <a16:creationId xmlns:a16="http://schemas.microsoft.com/office/drawing/2014/main" id="{972CEB28-CE12-4D4F-9EA9-6253C0CD3F8F}"/>
                </a:ext>
              </a:extLst>
            </p:cNvPr>
            <p:cNvSpPr/>
            <p:nvPr/>
          </p:nvSpPr>
          <p:spPr>
            <a:xfrm>
              <a:off x="8461432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9" name="Rectangle 688">
              <a:extLst>
                <a:ext uri="{FF2B5EF4-FFF2-40B4-BE49-F238E27FC236}">
                  <a16:creationId xmlns:a16="http://schemas.microsoft.com/office/drawing/2014/main" id="{FF3E534D-B991-40DF-A60B-1DBD0890470E}"/>
                </a:ext>
              </a:extLst>
            </p:cNvPr>
            <p:cNvSpPr/>
            <p:nvPr/>
          </p:nvSpPr>
          <p:spPr>
            <a:xfrm>
              <a:off x="862768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0" name="Rectangle 689">
              <a:extLst>
                <a:ext uri="{FF2B5EF4-FFF2-40B4-BE49-F238E27FC236}">
                  <a16:creationId xmlns:a16="http://schemas.microsoft.com/office/drawing/2014/main" id="{F2850B3D-C166-4CC9-BAC0-B61D662873BE}"/>
                </a:ext>
              </a:extLst>
            </p:cNvPr>
            <p:cNvSpPr/>
            <p:nvPr/>
          </p:nvSpPr>
          <p:spPr>
            <a:xfrm>
              <a:off x="829517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1" name="Rectangle 690">
              <a:extLst>
                <a:ext uri="{FF2B5EF4-FFF2-40B4-BE49-F238E27FC236}">
                  <a16:creationId xmlns:a16="http://schemas.microsoft.com/office/drawing/2014/main" id="{BFA81CF7-BE2A-4B7A-BBC9-DCF5542EFDC1}"/>
                </a:ext>
              </a:extLst>
            </p:cNvPr>
            <p:cNvSpPr/>
            <p:nvPr/>
          </p:nvSpPr>
          <p:spPr>
            <a:xfrm>
              <a:off x="862768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2" name="Rectangle 691">
              <a:extLst>
                <a:ext uri="{FF2B5EF4-FFF2-40B4-BE49-F238E27FC236}">
                  <a16:creationId xmlns:a16="http://schemas.microsoft.com/office/drawing/2014/main" id="{558AA9D0-54E5-4F1C-AB55-703D3CC07B36}"/>
                </a:ext>
              </a:extLst>
            </p:cNvPr>
            <p:cNvSpPr/>
            <p:nvPr/>
          </p:nvSpPr>
          <p:spPr>
            <a:xfrm>
              <a:off x="829517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3" name="Rectangle 692">
              <a:extLst>
                <a:ext uri="{FF2B5EF4-FFF2-40B4-BE49-F238E27FC236}">
                  <a16:creationId xmlns:a16="http://schemas.microsoft.com/office/drawing/2014/main" id="{579BCBD4-A576-4069-932A-68B819162CBE}"/>
                </a:ext>
              </a:extLst>
            </p:cNvPr>
            <p:cNvSpPr/>
            <p:nvPr/>
          </p:nvSpPr>
          <p:spPr>
            <a:xfrm>
              <a:off x="8461432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4" name="Rectangle 693">
              <a:extLst>
                <a:ext uri="{FF2B5EF4-FFF2-40B4-BE49-F238E27FC236}">
                  <a16:creationId xmlns:a16="http://schemas.microsoft.com/office/drawing/2014/main" id="{91210C87-CD37-4BDC-8EAC-BD0EABA61D2F}"/>
                </a:ext>
              </a:extLst>
            </p:cNvPr>
            <p:cNvSpPr/>
            <p:nvPr/>
          </p:nvSpPr>
          <p:spPr>
            <a:xfrm>
              <a:off x="862768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5" name="Rectangle 694">
              <a:extLst>
                <a:ext uri="{FF2B5EF4-FFF2-40B4-BE49-F238E27FC236}">
                  <a16:creationId xmlns:a16="http://schemas.microsoft.com/office/drawing/2014/main" id="{7E4065EC-52F1-4474-B720-5DC83940541A}"/>
                </a:ext>
              </a:extLst>
            </p:cNvPr>
            <p:cNvSpPr/>
            <p:nvPr/>
          </p:nvSpPr>
          <p:spPr>
            <a:xfrm>
              <a:off x="8461432" y="1085273"/>
              <a:ext cx="166255" cy="16625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06" name="Group 705">
            <a:extLst>
              <a:ext uri="{FF2B5EF4-FFF2-40B4-BE49-F238E27FC236}">
                <a16:creationId xmlns:a16="http://schemas.microsoft.com/office/drawing/2014/main" id="{BA4D7368-8580-4F83-A939-E74FBDEF1BA3}"/>
              </a:ext>
            </a:extLst>
          </p:cNvPr>
          <p:cNvGrpSpPr/>
          <p:nvPr/>
        </p:nvGrpSpPr>
        <p:grpSpPr>
          <a:xfrm>
            <a:off x="2286700" y="4392395"/>
            <a:ext cx="498765" cy="498765"/>
            <a:chOff x="8295177" y="919018"/>
            <a:chExt cx="498765" cy="498765"/>
          </a:xfrm>
        </p:grpSpPr>
        <p:sp>
          <p:nvSpPr>
            <p:cNvPr id="707" name="Rectangle 706">
              <a:extLst>
                <a:ext uri="{FF2B5EF4-FFF2-40B4-BE49-F238E27FC236}">
                  <a16:creationId xmlns:a16="http://schemas.microsoft.com/office/drawing/2014/main" id="{28206245-FEA1-433F-92D3-9185AAFEB06F}"/>
                </a:ext>
              </a:extLst>
            </p:cNvPr>
            <p:cNvSpPr/>
            <p:nvPr/>
          </p:nvSpPr>
          <p:spPr>
            <a:xfrm>
              <a:off x="829517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8" name="Rectangle 707">
              <a:extLst>
                <a:ext uri="{FF2B5EF4-FFF2-40B4-BE49-F238E27FC236}">
                  <a16:creationId xmlns:a16="http://schemas.microsoft.com/office/drawing/2014/main" id="{847E2E39-7519-4DBB-8902-DFFD9A161BF5}"/>
                </a:ext>
              </a:extLst>
            </p:cNvPr>
            <p:cNvSpPr/>
            <p:nvPr/>
          </p:nvSpPr>
          <p:spPr>
            <a:xfrm>
              <a:off x="8461432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9" name="Rectangle 708">
              <a:extLst>
                <a:ext uri="{FF2B5EF4-FFF2-40B4-BE49-F238E27FC236}">
                  <a16:creationId xmlns:a16="http://schemas.microsoft.com/office/drawing/2014/main" id="{58880223-214C-42EA-8AFA-05A7818C5C43}"/>
                </a:ext>
              </a:extLst>
            </p:cNvPr>
            <p:cNvSpPr/>
            <p:nvPr/>
          </p:nvSpPr>
          <p:spPr>
            <a:xfrm>
              <a:off x="862768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0" name="Rectangle 709">
              <a:extLst>
                <a:ext uri="{FF2B5EF4-FFF2-40B4-BE49-F238E27FC236}">
                  <a16:creationId xmlns:a16="http://schemas.microsoft.com/office/drawing/2014/main" id="{B6875285-A39D-47C1-A95C-B1C27DEFE9E0}"/>
                </a:ext>
              </a:extLst>
            </p:cNvPr>
            <p:cNvSpPr/>
            <p:nvPr/>
          </p:nvSpPr>
          <p:spPr>
            <a:xfrm>
              <a:off x="829517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1" name="Rectangle 710">
              <a:extLst>
                <a:ext uri="{FF2B5EF4-FFF2-40B4-BE49-F238E27FC236}">
                  <a16:creationId xmlns:a16="http://schemas.microsoft.com/office/drawing/2014/main" id="{F0DAC3E4-92F9-486E-9000-AF1B2102F00F}"/>
                </a:ext>
              </a:extLst>
            </p:cNvPr>
            <p:cNvSpPr/>
            <p:nvPr/>
          </p:nvSpPr>
          <p:spPr>
            <a:xfrm>
              <a:off x="862768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2" name="Rectangle 711">
              <a:extLst>
                <a:ext uri="{FF2B5EF4-FFF2-40B4-BE49-F238E27FC236}">
                  <a16:creationId xmlns:a16="http://schemas.microsoft.com/office/drawing/2014/main" id="{040974A9-0894-481D-8C78-273446A675E4}"/>
                </a:ext>
              </a:extLst>
            </p:cNvPr>
            <p:cNvSpPr/>
            <p:nvPr/>
          </p:nvSpPr>
          <p:spPr>
            <a:xfrm>
              <a:off x="829517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3" name="Rectangle 712">
              <a:extLst>
                <a:ext uri="{FF2B5EF4-FFF2-40B4-BE49-F238E27FC236}">
                  <a16:creationId xmlns:a16="http://schemas.microsoft.com/office/drawing/2014/main" id="{604660FC-5F15-4775-A731-6CA18E2978AB}"/>
                </a:ext>
              </a:extLst>
            </p:cNvPr>
            <p:cNvSpPr/>
            <p:nvPr/>
          </p:nvSpPr>
          <p:spPr>
            <a:xfrm>
              <a:off x="8461432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4" name="Rectangle 713">
              <a:extLst>
                <a:ext uri="{FF2B5EF4-FFF2-40B4-BE49-F238E27FC236}">
                  <a16:creationId xmlns:a16="http://schemas.microsoft.com/office/drawing/2014/main" id="{55299EC1-4428-430D-8072-66F227989F44}"/>
                </a:ext>
              </a:extLst>
            </p:cNvPr>
            <p:cNvSpPr/>
            <p:nvPr/>
          </p:nvSpPr>
          <p:spPr>
            <a:xfrm>
              <a:off x="862768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5" name="Rectangle 714">
              <a:extLst>
                <a:ext uri="{FF2B5EF4-FFF2-40B4-BE49-F238E27FC236}">
                  <a16:creationId xmlns:a16="http://schemas.microsoft.com/office/drawing/2014/main" id="{C02005A6-96E6-4957-91D6-A5D53BBFA79D}"/>
                </a:ext>
              </a:extLst>
            </p:cNvPr>
            <p:cNvSpPr/>
            <p:nvPr/>
          </p:nvSpPr>
          <p:spPr>
            <a:xfrm>
              <a:off x="8461432" y="1085273"/>
              <a:ext cx="166255" cy="16625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6" name="Group 715">
            <a:extLst>
              <a:ext uri="{FF2B5EF4-FFF2-40B4-BE49-F238E27FC236}">
                <a16:creationId xmlns:a16="http://schemas.microsoft.com/office/drawing/2014/main" id="{2C15AAA7-D39B-4045-8C1E-C48847304892}"/>
              </a:ext>
            </a:extLst>
          </p:cNvPr>
          <p:cNvGrpSpPr/>
          <p:nvPr/>
        </p:nvGrpSpPr>
        <p:grpSpPr>
          <a:xfrm>
            <a:off x="292576" y="2060881"/>
            <a:ext cx="498765" cy="498765"/>
            <a:chOff x="8295177" y="919018"/>
            <a:chExt cx="498765" cy="498765"/>
          </a:xfrm>
        </p:grpSpPr>
        <p:sp>
          <p:nvSpPr>
            <p:cNvPr id="717" name="Rectangle 716">
              <a:extLst>
                <a:ext uri="{FF2B5EF4-FFF2-40B4-BE49-F238E27FC236}">
                  <a16:creationId xmlns:a16="http://schemas.microsoft.com/office/drawing/2014/main" id="{07CBBBE4-05AA-43DF-9B50-5745D5BE9241}"/>
                </a:ext>
              </a:extLst>
            </p:cNvPr>
            <p:cNvSpPr/>
            <p:nvPr/>
          </p:nvSpPr>
          <p:spPr>
            <a:xfrm>
              <a:off x="829517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8" name="Rectangle 717">
              <a:extLst>
                <a:ext uri="{FF2B5EF4-FFF2-40B4-BE49-F238E27FC236}">
                  <a16:creationId xmlns:a16="http://schemas.microsoft.com/office/drawing/2014/main" id="{CD5C667E-C681-4B04-BD1A-4C8C59DB4A86}"/>
                </a:ext>
              </a:extLst>
            </p:cNvPr>
            <p:cNvSpPr/>
            <p:nvPr/>
          </p:nvSpPr>
          <p:spPr>
            <a:xfrm>
              <a:off x="8461432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9" name="Rectangle 718">
              <a:extLst>
                <a:ext uri="{FF2B5EF4-FFF2-40B4-BE49-F238E27FC236}">
                  <a16:creationId xmlns:a16="http://schemas.microsoft.com/office/drawing/2014/main" id="{A38744EA-2156-4E57-A7D3-29159402CB29}"/>
                </a:ext>
              </a:extLst>
            </p:cNvPr>
            <p:cNvSpPr/>
            <p:nvPr/>
          </p:nvSpPr>
          <p:spPr>
            <a:xfrm>
              <a:off x="862768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0" name="Rectangle 719">
              <a:extLst>
                <a:ext uri="{FF2B5EF4-FFF2-40B4-BE49-F238E27FC236}">
                  <a16:creationId xmlns:a16="http://schemas.microsoft.com/office/drawing/2014/main" id="{DDB7815A-CB49-4440-AC80-B19E5BA7E7EF}"/>
                </a:ext>
              </a:extLst>
            </p:cNvPr>
            <p:cNvSpPr/>
            <p:nvPr/>
          </p:nvSpPr>
          <p:spPr>
            <a:xfrm>
              <a:off x="829517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1" name="Rectangle 720">
              <a:extLst>
                <a:ext uri="{FF2B5EF4-FFF2-40B4-BE49-F238E27FC236}">
                  <a16:creationId xmlns:a16="http://schemas.microsoft.com/office/drawing/2014/main" id="{4484069B-56E9-4CA1-B7C8-E1D2EFC8A954}"/>
                </a:ext>
              </a:extLst>
            </p:cNvPr>
            <p:cNvSpPr/>
            <p:nvPr/>
          </p:nvSpPr>
          <p:spPr>
            <a:xfrm>
              <a:off x="862768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2" name="Rectangle 721">
              <a:extLst>
                <a:ext uri="{FF2B5EF4-FFF2-40B4-BE49-F238E27FC236}">
                  <a16:creationId xmlns:a16="http://schemas.microsoft.com/office/drawing/2014/main" id="{4F4E6B6D-A6E7-4031-94FD-9F850BC38348}"/>
                </a:ext>
              </a:extLst>
            </p:cNvPr>
            <p:cNvSpPr/>
            <p:nvPr/>
          </p:nvSpPr>
          <p:spPr>
            <a:xfrm>
              <a:off x="829517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3" name="Rectangle 722">
              <a:extLst>
                <a:ext uri="{FF2B5EF4-FFF2-40B4-BE49-F238E27FC236}">
                  <a16:creationId xmlns:a16="http://schemas.microsoft.com/office/drawing/2014/main" id="{B734C8BF-D165-45B3-B06A-0F497590CDA2}"/>
                </a:ext>
              </a:extLst>
            </p:cNvPr>
            <p:cNvSpPr/>
            <p:nvPr/>
          </p:nvSpPr>
          <p:spPr>
            <a:xfrm>
              <a:off x="8461432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4" name="Rectangle 723">
              <a:extLst>
                <a:ext uri="{FF2B5EF4-FFF2-40B4-BE49-F238E27FC236}">
                  <a16:creationId xmlns:a16="http://schemas.microsoft.com/office/drawing/2014/main" id="{8784FFAF-DDDC-48F8-8A7C-11DFE9CB4015}"/>
                </a:ext>
              </a:extLst>
            </p:cNvPr>
            <p:cNvSpPr/>
            <p:nvPr/>
          </p:nvSpPr>
          <p:spPr>
            <a:xfrm>
              <a:off x="862768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5" name="Rectangle 724">
              <a:extLst>
                <a:ext uri="{FF2B5EF4-FFF2-40B4-BE49-F238E27FC236}">
                  <a16:creationId xmlns:a16="http://schemas.microsoft.com/office/drawing/2014/main" id="{C13AF458-74A8-4D57-9493-F5547C15DA29}"/>
                </a:ext>
              </a:extLst>
            </p:cNvPr>
            <p:cNvSpPr/>
            <p:nvPr/>
          </p:nvSpPr>
          <p:spPr>
            <a:xfrm>
              <a:off x="8461432" y="1085273"/>
              <a:ext cx="166255" cy="16625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6" name="Group 725">
            <a:extLst>
              <a:ext uri="{FF2B5EF4-FFF2-40B4-BE49-F238E27FC236}">
                <a16:creationId xmlns:a16="http://schemas.microsoft.com/office/drawing/2014/main" id="{E2E72B42-F579-4A70-B05E-A584CA483919}"/>
              </a:ext>
            </a:extLst>
          </p:cNvPr>
          <p:cNvGrpSpPr/>
          <p:nvPr/>
        </p:nvGrpSpPr>
        <p:grpSpPr>
          <a:xfrm>
            <a:off x="2954628" y="2063130"/>
            <a:ext cx="498765" cy="498765"/>
            <a:chOff x="8295177" y="919018"/>
            <a:chExt cx="498765" cy="498765"/>
          </a:xfrm>
        </p:grpSpPr>
        <p:sp>
          <p:nvSpPr>
            <p:cNvPr id="727" name="Rectangle 726">
              <a:extLst>
                <a:ext uri="{FF2B5EF4-FFF2-40B4-BE49-F238E27FC236}">
                  <a16:creationId xmlns:a16="http://schemas.microsoft.com/office/drawing/2014/main" id="{992A9BA2-8D50-4887-8C77-ABFEEC3C0666}"/>
                </a:ext>
              </a:extLst>
            </p:cNvPr>
            <p:cNvSpPr/>
            <p:nvPr/>
          </p:nvSpPr>
          <p:spPr>
            <a:xfrm>
              <a:off x="829517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8" name="Rectangle 727">
              <a:extLst>
                <a:ext uri="{FF2B5EF4-FFF2-40B4-BE49-F238E27FC236}">
                  <a16:creationId xmlns:a16="http://schemas.microsoft.com/office/drawing/2014/main" id="{CFE13737-E432-446E-B1A8-2FD4CC7065D8}"/>
                </a:ext>
              </a:extLst>
            </p:cNvPr>
            <p:cNvSpPr/>
            <p:nvPr/>
          </p:nvSpPr>
          <p:spPr>
            <a:xfrm>
              <a:off x="8461432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9" name="Rectangle 728">
              <a:extLst>
                <a:ext uri="{FF2B5EF4-FFF2-40B4-BE49-F238E27FC236}">
                  <a16:creationId xmlns:a16="http://schemas.microsoft.com/office/drawing/2014/main" id="{51C7D897-CA69-4FA9-AFA4-241579D35370}"/>
                </a:ext>
              </a:extLst>
            </p:cNvPr>
            <p:cNvSpPr/>
            <p:nvPr/>
          </p:nvSpPr>
          <p:spPr>
            <a:xfrm>
              <a:off x="862768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0" name="Rectangle 729">
              <a:extLst>
                <a:ext uri="{FF2B5EF4-FFF2-40B4-BE49-F238E27FC236}">
                  <a16:creationId xmlns:a16="http://schemas.microsoft.com/office/drawing/2014/main" id="{48FD1D54-BE9B-4D3A-9C75-B8379544BBA0}"/>
                </a:ext>
              </a:extLst>
            </p:cNvPr>
            <p:cNvSpPr/>
            <p:nvPr/>
          </p:nvSpPr>
          <p:spPr>
            <a:xfrm>
              <a:off x="829517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1" name="Rectangle 730">
              <a:extLst>
                <a:ext uri="{FF2B5EF4-FFF2-40B4-BE49-F238E27FC236}">
                  <a16:creationId xmlns:a16="http://schemas.microsoft.com/office/drawing/2014/main" id="{84ED97D5-8DA5-4BFC-8C74-71E9378D8207}"/>
                </a:ext>
              </a:extLst>
            </p:cNvPr>
            <p:cNvSpPr/>
            <p:nvPr/>
          </p:nvSpPr>
          <p:spPr>
            <a:xfrm>
              <a:off x="862768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2" name="Rectangle 731">
              <a:extLst>
                <a:ext uri="{FF2B5EF4-FFF2-40B4-BE49-F238E27FC236}">
                  <a16:creationId xmlns:a16="http://schemas.microsoft.com/office/drawing/2014/main" id="{DDFDD88F-8260-4ADD-95E0-861B9D487AA1}"/>
                </a:ext>
              </a:extLst>
            </p:cNvPr>
            <p:cNvSpPr/>
            <p:nvPr/>
          </p:nvSpPr>
          <p:spPr>
            <a:xfrm>
              <a:off x="829517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3" name="Rectangle 732">
              <a:extLst>
                <a:ext uri="{FF2B5EF4-FFF2-40B4-BE49-F238E27FC236}">
                  <a16:creationId xmlns:a16="http://schemas.microsoft.com/office/drawing/2014/main" id="{902EA79F-2CBA-4523-A33B-E7D3325398CD}"/>
                </a:ext>
              </a:extLst>
            </p:cNvPr>
            <p:cNvSpPr/>
            <p:nvPr/>
          </p:nvSpPr>
          <p:spPr>
            <a:xfrm>
              <a:off x="8461432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4" name="Rectangle 733">
              <a:extLst>
                <a:ext uri="{FF2B5EF4-FFF2-40B4-BE49-F238E27FC236}">
                  <a16:creationId xmlns:a16="http://schemas.microsoft.com/office/drawing/2014/main" id="{BC694C6B-6389-4FF7-905D-6A613A995467}"/>
                </a:ext>
              </a:extLst>
            </p:cNvPr>
            <p:cNvSpPr/>
            <p:nvPr/>
          </p:nvSpPr>
          <p:spPr>
            <a:xfrm>
              <a:off x="862768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D2AF8EF7-1211-4D01-971E-DE68CF77251C}"/>
                </a:ext>
              </a:extLst>
            </p:cNvPr>
            <p:cNvSpPr/>
            <p:nvPr/>
          </p:nvSpPr>
          <p:spPr>
            <a:xfrm>
              <a:off x="8461432" y="1085273"/>
              <a:ext cx="166255" cy="16625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6" name="Group 735">
            <a:extLst>
              <a:ext uri="{FF2B5EF4-FFF2-40B4-BE49-F238E27FC236}">
                <a16:creationId xmlns:a16="http://schemas.microsoft.com/office/drawing/2014/main" id="{4230A58A-434A-43CC-A782-4A176A3B8D78}"/>
              </a:ext>
            </a:extLst>
          </p:cNvPr>
          <p:cNvGrpSpPr/>
          <p:nvPr/>
        </p:nvGrpSpPr>
        <p:grpSpPr>
          <a:xfrm>
            <a:off x="5437444" y="5054558"/>
            <a:ext cx="498765" cy="498765"/>
            <a:chOff x="8295177" y="919018"/>
            <a:chExt cx="498765" cy="498765"/>
          </a:xfrm>
        </p:grpSpPr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FBB5D76C-9B48-48EF-BBE3-79A6AA3F1C06}"/>
                </a:ext>
              </a:extLst>
            </p:cNvPr>
            <p:cNvSpPr/>
            <p:nvPr/>
          </p:nvSpPr>
          <p:spPr>
            <a:xfrm>
              <a:off x="829517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8" name="Rectangle 737">
              <a:extLst>
                <a:ext uri="{FF2B5EF4-FFF2-40B4-BE49-F238E27FC236}">
                  <a16:creationId xmlns:a16="http://schemas.microsoft.com/office/drawing/2014/main" id="{04979C3B-5102-4E00-9E03-E8147F9FCD23}"/>
                </a:ext>
              </a:extLst>
            </p:cNvPr>
            <p:cNvSpPr/>
            <p:nvPr/>
          </p:nvSpPr>
          <p:spPr>
            <a:xfrm>
              <a:off x="8461432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E96D590D-C9FC-47B9-A87F-BDAA987CDB2D}"/>
                </a:ext>
              </a:extLst>
            </p:cNvPr>
            <p:cNvSpPr/>
            <p:nvPr/>
          </p:nvSpPr>
          <p:spPr>
            <a:xfrm>
              <a:off x="862768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0" name="Rectangle 739">
              <a:extLst>
                <a:ext uri="{FF2B5EF4-FFF2-40B4-BE49-F238E27FC236}">
                  <a16:creationId xmlns:a16="http://schemas.microsoft.com/office/drawing/2014/main" id="{C6FAC8B9-BBE7-42C1-98EF-47EE67F99030}"/>
                </a:ext>
              </a:extLst>
            </p:cNvPr>
            <p:cNvSpPr/>
            <p:nvPr/>
          </p:nvSpPr>
          <p:spPr>
            <a:xfrm>
              <a:off x="829517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2CF73755-2B71-46C5-B126-B18C95C566D9}"/>
                </a:ext>
              </a:extLst>
            </p:cNvPr>
            <p:cNvSpPr/>
            <p:nvPr/>
          </p:nvSpPr>
          <p:spPr>
            <a:xfrm>
              <a:off x="862768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2" name="Rectangle 741">
              <a:extLst>
                <a:ext uri="{FF2B5EF4-FFF2-40B4-BE49-F238E27FC236}">
                  <a16:creationId xmlns:a16="http://schemas.microsoft.com/office/drawing/2014/main" id="{30A62BC6-6AFF-4C73-B9C3-AF192039F3A1}"/>
                </a:ext>
              </a:extLst>
            </p:cNvPr>
            <p:cNvSpPr/>
            <p:nvPr/>
          </p:nvSpPr>
          <p:spPr>
            <a:xfrm>
              <a:off x="829517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AE93E58D-CCF6-47AD-A074-32EBA44A9CD9}"/>
                </a:ext>
              </a:extLst>
            </p:cNvPr>
            <p:cNvSpPr/>
            <p:nvPr/>
          </p:nvSpPr>
          <p:spPr>
            <a:xfrm>
              <a:off x="8461432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4" name="Rectangle 743">
              <a:extLst>
                <a:ext uri="{FF2B5EF4-FFF2-40B4-BE49-F238E27FC236}">
                  <a16:creationId xmlns:a16="http://schemas.microsoft.com/office/drawing/2014/main" id="{BFD9F3FE-790D-4144-BF2C-0D030300144B}"/>
                </a:ext>
              </a:extLst>
            </p:cNvPr>
            <p:cNvSpPr/>
            <p:nvPr/>
          </p:nvSpPr>
          <p:spPr>
            <a:xfrm>
              <a:off x="862768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AB42E778-25C6-4EEE-967E-E86FED8376EB}"/>
                </a:ext>
              </a:extLst>
            </p:cNvPr>
            <p:cNvSpPr/>
            <p:nvPr/>
          </p:nvSpPr>
          <p:spPr>
            <a:xfrm>
              <a:off x="8461432" y="1085273"/>
              <a:ext cx="166255" cy="16625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6" name="Group 745">
            <a:extLst>
              <a:ext uri="{FF2B5EF4-FFF2-40B4-BE49-F238E27FC236}">
                <a16:creationId xmlns:a16="http://schemas.microsoft.com/office/drawing/2014/main" id="{13DFFFFF-2244-482A-A97E-BB75F510AA1A}"/>
              </a:ext>
            </a:extLst>
          </p:cNvPr>
          <p:cNvGrpSpPr/>
          <p:nvPr/>
        </p:nvGrpSpPr>
        <p:grpSpPr>
          <a:xfrm>
            <a:off x="6605859" y="2231080"/>
            <a:ext cx="5320160" cy="3158845"/>
            <a:chOff x="781395" y="1662545"/>
            <a:chExt cx="5320160" cy="3158845"/>
          </a:xfrm>
        </p:grpSpPr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B0800ED6-081F-4889-B4A8-630670F4F671}"/>
                </a:ext>
              </a:extLst>
            </p:cNvPr>
            <p:cNvSpPr/>
            <p:nvPr/>
          </p:nvSpPr>
          <p:spPr>
            <a:xfrm>
              <a:off x="78139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8" name="Rectangle 747">
              <a:extLst>
                <a:ext uri="{FF2B5EF4-FFF2-40B4-BE49-F238E27FC236}">
                  <a16:creationId xmlns:a16="http://schemas.microsoft.com/office/drawing/2014/main" id="{D7AC63F4-C53D-4A26-A3D6-7AD0DF10C752}"/>
                </a:ext>
              </a:extLst>
            </p:cNvPr>
            <p:cNvSpPr/>
            <p:nvPr/>
          </p:nvSpPr>
          <p:spPr>
            <a:xfrm>
              <a:off x="94765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C9AA5CCE-77D0-44F5-844F-8293326C5F81}"/>
                </a:ext>
              </a:extLst>
            </p:cNvPr>
            <p:cNvSpPr/>
            <p:nvPr/>
          </p:nvSpPr>
          <p:spPr>
            <a:xfrm>
              <a:off x="111390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0" name="Rectangle 749">
              <a:extLst>
                <a:ext uri="{FF2B5EF4-FFF2-40B4-BE49-F238E27FC236}">
                  <a16:creationId xmlns:a16="http://schemas.microsoft.com/office/drawing/2014/main" id="{3CD833A6-4484-460F-AD10-DD98927F9D09}"/>
                </a:ext>
              </a:extLst>
            </p:cNvPr>
            <p:cNvSpPr/>
            <p:nvPr/>
          </p:nvSpPr>
          <p:spPr>
            <a:xfrm>
              <a:off x="128016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1" name="Rectangle 750">
              <a:extLst>
                <a:ext uri="{FF2B5EF4-FFF2-40B4-BE49-F238E27FC236}">
                  <a16:creationId xmlns:a16="http://schemas.microsoft.com/office/drawing/2014/main" id="{ACB45354-6203-4143-9896-DDA0DF586794}"/>
                </a:ext>
              </a:extLst>
            </p:cNvPr>
            <p:cNvSpPr/>
            <p:nvPr/>
          </p:nvSpPr>
          <p:spPr>
            <a:xfrm>
              <a:off x="144641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2" name="Rectangle 751">
              <a:extLst>
                <a:ext uri="{FF2B5EF4-FFF2-40B4-BE49-F238E27FC236}">
                  <a16:creationId xmlns:a16="http://schemas.microsoft.com/office/drawing/2014/main" id="{2983215A-97E4-4ED5-A434-408FAF00987B}"/>
                </a:ext>
              </a:extLst>
            </p:cNvPr>
            <p:cNvSpPr/>
            <p:nvPr/>
          </p:nvSpPr>
          <p:spPr>
            <a:xfrm>
              <a:off x="161267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3" name="Rectangle 752">
              <a:extLst>
                <a:ext uri="{FF2B5EF4-FFF2-40B4-BE49-F238E27FC236}">
                  <a16:creationId xmlns:a16="http://schemas.microsoft.com/office/drawing/2014/main" id="{0353E47A-D076-4377-8E6C-3D1DE5B65746}"/>
                </a:ext>
              </a:extLst>
            </p:cNvPr>
            <p:cNvSpPr/>
            <p:nvPr/>
          </p:nvSpPr>
          <p:spPr>
            <a:xfrm>
              <a:off x="177892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4" name="Rectangle 753">
              <a:extLst>
                <a:ext uri="{FF2B5EF4-FFF2-40B4-BE49-F238E27FC236}">
                  <a16:creationId xmlns:a16="http://schemas.microsoft.com/office/drawing/2014/main" id="{02B2B065-9905-49F1-A18C-1358BF9E9FFD}"/>
                </a:ext>
              </a:extLst>
            </p:cNvPr>
            <p:cNvSpPr/>
            <p:nvPr/>
          </p:nvSpPr>
          <p:spPr>
            <a:xfrm>
              <a:off x="194518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5" name="Rectangle 754">
              <a:extLst>
                <a:ext uri="{FF2B5EF4-FFF2-40B4-BE49-F238E27FC236}">
                  <a16:creationId xmlns:a16="http://schemas.microsoft.com/office/drawing/2014/main" id="{85A8BF25-605D-4C9F-B158-6A1D3B85173D}"/>
                </a:ext>
              </a:extLst>
            </p:cNvPr>
            <p:cNvSpPr/>
            <p:nvPr/>
          </p:nvSpPr>
          <p:spPr>
            <a:xfrm>
              <a:off x="211143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EAADE858-131B-4F22-9A46-05F94558DE63}"/>
                </a:ext>
              </a:extLst>
            </p:cNvPr>
            <p:cNvSpPr/>
            <p:nvPr/>
          </p:nvSpPr>
          <p:spPr>
            <a:xfrm>
              <a:off x="227769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906DA126-A307-4E52-9385-92A5E9C4F097}"/>
                </a:ext>
              </a:extLst>
            </p:cNvPr>
            <p:cNvSpPr/>
            <p:nvPr/>
          </p:nvSpPr>
          <p:spPr>
            <a:xfrm>
              <a:off x="244394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8" name="Rectangle 757">
              <a:extLst>
                <a:ext uri="{FF2B5EF4-FFF2-40B4-BE49-F238E27FC236}">
                  <a16:creationId xmlns:a16="http://schemas.microsoft.com/office/drawing/2014/main" id="{BA9E11D9-DEF3-4A45-AD63-61FD593472FF}"/>
                </a:ext>
              </a:extLst>
            </p:cNvPr>
            <p:cNvSpPr/>
            <p:nvPr/>
          </p:nvSpPr>
          <p:spPr>
            <a:xfrm>
              <a:off x="261020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9" name="Rectangle 758">
              <a:extLst>
                <a:ext uri="{FF2B5EF4-FFF2-40B4-BE49-F238E27FC236}">
                  <a16:creationId xmlns:a16="http://schemas.microsoft.com/office/drawing/2014/main" id="{1A8C9AAE-6AFF-4BC0-A2FB-B61E58DFCDA4}"/>
                </a:ext>
              </a:extLst>
            </p:cNvPr>
            <p:cNvSpPr/>
            <p:nvPr/>
          </p:nvSpPr>
          <p:spPr>
            <a:xfrm>
              <a:off x="277645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0" name="Rectangle 759">
              <a:extLst>
                <a:ext uri="{FF2B5EF4-FFF2-40B4-BE49-F238E27FC236}">
                  <a16:creationId xmlns:a16="http://schemas.microsoft.com/office/drawing/2014/main" id="{9B5C1706-A4C7-4170-BE3F-EB6417CB0444}"/>
                </a:ext>
              </a:extLst>
            </p:cNvPr>
            <p:cNvSpPr/>
            <p:nvPr/>
          </p:nvSpPr>
          <p:spPr>
            <a:xfrm>
              <a:off x="294271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1" name="Rectangle 760">
              <a:extLst>
                <a:ext uri="{FF2B5EF4-FFF2-40B4-BE49-F238E27FC236}">
                  <a16:creationId xmlns:a16="http://schemas.microsoft.com/office/drawing/2014/main" id="{620A5060-8E13-48FA-80D3-93AEF476C33D}"/>
                </a:ext>
              </a:extLst>
            </p:cNvPr>
            <p:cNvSpPr/>
            <p:nvPr/>
          </p:nvSpPr>
          <p:spPr>
            <a:xfrm>
              <a:off x="310896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2" name="Rectangle 761">
              <a:extLst>
                <a:ext uri="{FF2B5EF4-FFF2-40B4-BE49-F238E27FC236}">
                  <a16:creationId xmlns:a16="http://schemas.microsoft.com/office/drawing/2014/main" id="{68074AB1-B10E-4BB5-916F-01B928351482}"/>
                </a:ext>
              </a:extLst>
            </p:cNvPr>
            <p:cNvSpPr/>
            <p:nvPr/>
          </p:nvSpPr>
          <p:spPr>
            <a:xfrm>
              <a:off x="327522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3" name="Rectangle 762">
              <a:extLst>
                <a:ext uri="{FF2B5EF4-FFF2-40B4-BE49-F238E27FC236}">
                  <a16:creationId xmlns:a16="http://schemas.microsoft.com/office/drawing/2014/main" id="{80405380-820B-4CDA-9A95-44368F256B4B}"/>
                </a:ext>
              </a:extLst>
            </p:cNvPr>
            <p:cNvSpPr/>
            <p:nvPr/>
          </p:nvSpPr>
          <p:spPr>
            <a:xfrm>
              <a:off x="344147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4" name="Rectangle 763">
              <a:extLst>
                <a:ext uri="{FF2B5EF4-FFF2-40B4-BE49-F238E27FC236}">
                  <a16:creationId xmlns:a16="http://schemas.microsoft.com/office/drawing/2014/main" id="{58A0BF5F-4838-4B0A-86E8-D29AA8290D1F}"/>
                </a:ext>
              </a:extLst>
            </p:cNvPr>
            <p:cNvSpPr/>
            <p:nvPr/>
          </p:nvSpPr>
          <p:spPr>
            <a:xfrm>
              <a:off x="360773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5" name="Rectangle 764">
              <a:extLst>
                <a:ext uri="{FF2B5EF4-FFF2-40B4-BE49-F238E27FC236}">
                  <a16:creationId xmlns:a16="http://schemas.microsoft.com/office/drawing/2014/main" id="{D7BB267E-1919-4EFF-B52C-933DEAFD2702}"/>
                </a:ext>
              </a:extLst>
            </p:cNvPr>
            <p:cNvSpPr/>
            <p:nvPr/>
          </p:nvSpPr>
          <p:spPr>
            <a:xfrm>
              <a:off x="377398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6" name="Rectangle 765">
              <a:extLst>
                <a:ext uri="{FF2B5EF4-FFF2-40B4-BE49-F238E27FC236}">
                  <a16:creationId xmlns:a16="http://schemas.microsoft.com/office/drawing/2014/main" id="{C9143D5F-B5D1-4DCF-8712-E022149A199A}"/>
                </a:ext>
              </a:extLst>
            </p:cNvPr>
            <p:cNvSpPr/>
            <p:nvPr/>
          </p:nvSpPr>
          <p:spPr>
            <a:xfrm>
              <a:off x="394024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7" name="Rectangle 766">
              <a:extLst>
                <a:ext uri="{FF2B5EF4-FFF2-40B4-BE49-F238E27FC236}">
                  <a16:creationId xmlns:a16="http://schemas.microsoft.com/office/drawing/2014/main" id="{AE4CFC89-3419-4B18-9FCE-7FB04658FB81}"/>
                </a:ext>
              </a:extLst>
            </p:cNvPr>
            <p:cNvSpPr/>
            <p:nvPr/>
          </p:nvSpPr>
          <p:spPr>
            <a:xfrm>
              <a:off x="410649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8" name="Rectangle 767">
              <a:extLst>
                <a:ext uri="{FF2B5EF4-FFF2-40B4-BE49-F238E27FC236}">
                  <a16:creationId xmlns:a16="http://schemas.microsoft.com/office/drawing/2014/main" id="{0FB4B6A0-AE20-436C-9841-49AA7C475AA1}"/>
                </a:ext>
              </a:extLst>
            </p:cNvPr>
            <p:cNvSpPr/>
            <p:nvPr/>
          </p:nvSpPr>
          <p:spPr>
            <a:xfrm>
              <a:off x="427275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9" name="Rectangle 768">
              <a:extLst>
                <a:ext uri="{FF2B5EF4-FFF2-40B4-BE49-F238E27FC236}">
                  <a16:creationId xmlns:a16="http://schemas.microsoft.com/office/drawing/2014/main" id="{1C735C9B-8589-4EAF-BB23-4D6FF2B49D76}"/>
                </a:ext>
              </a:extLst>
            </p:cNvPr>
            <p:cNvSpPr/>
            <p:nvPr/>
          </p:nvSpPr>
          <p:spPr>
            <a:xfrm>
              <a:off x="443900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0" name="Rectangle 769">
              <a:extLst>
                <a:ext uri="{FF2B5EF4-FFF2-40B4-BE49-F238E27FC236}">
                  <a16:creationId xmlns:a16="http://schemas.microsoft.com/office/drawing/2014/main" id="{1D55FE61-797A-4427-88C8-6CE5AA8779DF}"/>
                </a:ext>
              </a:extLst>
            </p:cNvPr>
            <p:cNvSpPr/>
            <p:nvPr/>
          </p:nvSpPr>
          <p:spPr>
            <a:xfrm>
              <a:off x="460526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1" name="Rectangle 770">
              <a:extLst>
                <a:ext uri="{FF2B5EF4-FFF2-40B4-BE49-F238E27FC236}">
                  <a16:creationId xmlns:a16="http://schemas.microsoft.com/office/drawing/2014/main" id="{3FDEE5AF-1105-43B9-9BE8-8FA1C3819BEF}"/>
                </a:ext>
              </a:extLst>
            </p:cNvPr>
            <p:cNvSpPr/>
            <p:nvPr/>
          </p:nvSpPr>
          <p:spPr>
            <a:xfrm>
              <a:off x="477151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2" name="Rectangle 771">
              <a:extLst>
                <a:ext uri="{FF2B5EF4-FFF2-40B4-BE49-F238E27FC236}">
                  <a16:creationId xmlns:a16="http://schemas.microsoft.com/office/drawing/2014/main" id="{E4A22D57-A351-46D1-8B4D-7B620A135DDC}"/>
                </a:ext>
              </a:extLst>
            </p:cNvPr>
            <p:cNvSpPr/>
            <p:nvPr/>
          </p:nvSpPr>
          <p:spPr>
            <a:xfrm>
              <a:off x="493777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3" name="Rectangle 772">
              <a:extLst>
                <a:ext uri="{FF2B5EF4-FFF2-40B4-BE49-F238E27FC236}">
                  <a16:creationId xmlns:a16="http://schemas.microsoft.com/office/drawing/2014/main" id="{645E5B7F-CC07-4DE6-A582-24D7488C527F}"/>
                </a:ext>
              </a:extLst>
            </p:cNvPr>
            <p:cNvSpPr/>
            <p:nvPr/>
          </p:nvSpPr>
          <p:spPr>
            <a:xfrm>
              <a:off x="510402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4" name="Rectangle 773">
              <a:extLst>
                <a:ext uri="{FF2B5EF4-FFF2-40B4-BE49-F238E27FC236}">
                  <a16:creationId xmlns:a16="http://schemas.microsoft.com/office/drawing/2014/main" id="{CAAD4195-64C8-47AC-9CBF-9157EE1C107E}"/>
                </a:ext>
              </a:extLst>
            </p:cNvPr>
            <p:cNvSpPr/>
            <p:nvPr/>
          </p:nvSpPr>
          <p:spPr>
            <a:xfrm>
              <a:off x="527028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5" name="Rectangle 774">
              <a:extLst>
                <a:ext uri="{FF2B5EF4-FFF2-40B4-BE49-F238E27FC236}">
                  <a16:creationId xmlns:a16="http://schemas.microsoft.com/office/drawing/2014/main" id="{E3D8AE07-ECB0-410D-88A3-5084C090C22E}"/>
                </a:ext>
              </a:extLst>
            </p:cNvPr>
            <p:cNvSpPr/>
            <p:nvPr/>
          </p:nvSpPr>
          <p:spPr>
            <a:xfrm>
              <a:off x="543653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6" name="Rectangle 775">
              <a:extLst>
                <a:ext uri="{FF2B5EF4-FFF2-40B4-BE49-F238E27FC236}">
                  <a16:creationId xmlns:a16="http://schemas.microsoft.com/office/drawing/2014/main" id="{12275BFC-1D55-4C2C-ABAA-764EE3812FA7}"/>
                </a:ext>
              </a:extLst>
            </p:cNvPr>
            <p:cNvSpPr/>
            <p:nvPr/>
          </p:nvSpPr>
          <p:spPr>
            <a:xfrm>
              <a:off x="560279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7" name="Rectangle 776">
              <a:extLst>
                <a:ext uri="{FF2B5EF4-FFF2-40B4-BE49-F238E27FC236}">
                  <a16:creationId xmlns:a16="http://schemas.microsoft.com/office/drawing/2014/main" id="{AFF24A91-D96A-43EF-B87D-032F187AEC0E}"/>
                </a:ext>
              </a:extLst>
            </p:cNvPr>
            <p:cNvSpPr/>
            <p:nvPr/>
          </p:nvSpPr>
          <p:spPr>
            <a:xfrm>
              <a:off x="576904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8" name="Rectangle 777">
              <a:extLst>
                <a:ext uri="{FF2B5EF4-FFF2-40B4-BE49-F238E27FC236}">
                  <a16:creationId xmlns:a16="http://schemas.microsoft.com/office/drawing/2014/main" id="{3EEC5E5B-65CA-4C24-93D8-2F1F4602F1AB}"/>
                </a:ext>
              </a:extLst>
            </p:cNvPr>
            <p:cNvSpPr/>
            <p:nvPr/>
          </p:nvSpPr>
          <p:spPr>
            <a:xfrm>
              <a:off x="593530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9" name="Rectangle 778">
              <a:extLst>
                <a:ext uri="{FF2B5EF4-FFF2-40B4-BE49-F238E27FC236}">
                  <a16:creationId xmlns:a16="http://schemas.microsoft.com/office/drawing/2014/main" id="{5ACB6939-B2E9-46F9-B6D2-B21EF81C1B91}"/>
                </a:ext>
              </a:extLst>
            </p:cNvPr>
            <p:cNvSpPr/>
            <p:nvPr/>
          </p:nvSpPr>
          <p:spPr>
            <a:xfrm>
              <a:off x="78139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0" name="Rectangle 779">
              <a:extLst>
                <a:ext uri="{FF2B5EF4-FFF2-40B4-BE49-F238E27FC236}">
                  <a16:creationId xmlns:a16="http://schemas.microsoft.com/office/drawing/2014/main" id="{188CB774-6025-40D8-8390-FDD7D940E772}"/>
                </a:ext>
              </a:extLst>
            </p:cNvPr>
            <p:cNvSpPr/>
            <p:nvPr/>
          </p:nvSpPr>
          <p:spPr>
            <a:xfrm>
              <a:off x="94765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1" name="Rectangle 780">
              <a:extLst>
                <a:ext uri="{FF2B5EF4-FFF2-40B4-BE49-F238E27FC236}">
                  <a16:creationId xmlns:a16="http://schemas.microsoft.com/office/drawing/2014/main" id="{FB33CB79-2B68-4D06-B19B-A12E6B3F8A08}"/>
                </a:ext>
              </a:extLst>
            </p:cNvPr>
            <p:cNvSpPr/>
            <p:nvPr/>
          </p:nvSpPr>
          <p:spPr>
            <a:xfrm>
              <a:off x="111390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2" name="Rectangle 781">
              <a:extLst>
                <a:ext uri="{FF2B5EF4-FFF2-40B4-BE49-F238E27FC236}">
                  <a16:creationId xmlns:a16="http://schemas.microsoft.com/office/drawing/2014/main" id="{54269A6C-3D3A-4C54-8862-2ED60C0B9CC3}"/>
                </a:ext>
              </a:extLst>
            </p:cNvPr>
            <p:cNvSpPr/>
            <p:nvPr/>
          </p:nvSpPr>
          <p:spPr>
            <a:xfrm>
              <a:off x="128016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3" name="Rectangle 782">
              <a:extLst>
                <a:ext uri="{FF2B5EF4-FFF2-40B4-BE49-F238E27FC236}">
                  <a16:creationId xmlns:a16="http://schemas.microsoft.com/office/drawing/2014/main" id="{7E3D0219-40D4-4F41-B9F7-A801D90B7A2A}"/>
                </a:ext>
              </a:extLst>
            </p:cNvPr>
            <p:cNvSpPr/>
            <p:nvPr/>
          </p:nvSpPr>
          <p:spPr>
            <a:xfrm>
              <a:off x="144641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4" name="Rectangle 783">
              <a:extLst>
                <a:ext uri="{FF2B5EF4-FFF2-40B4-BE49-F238E27FC236}">
                  <a16:creationId xmlns:a16="http://schemas.microsoft.com/office/drawing/2014/main" id="{6AA7275B-0C13-4597-AB22-34B3254D914D}"/>
                </a:ext>
              </a:extLst>
            </p:cNvPr>
            <p:cNvSpPr/>
            <p:nvPr/>
          </p:nvSpPr>
          <p:spPr>
            <a:xfrm>
              <a:off x="161267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5" name="Rectangle 784">
              <a:extLst>
                <a:ext uri="{FF2B5EF4-FFF2-40B4-BE49-F238E27FC236}">
                  <a16:creationId xmlns:a16="http://schemas.microsoft.com/office/drawing/2014/main" id="{8BB78929-8526-4A06-8FAF-46D509869D30}"/>
                </a:ext>
              </a:extLst>
            </p:cNvPr>
            <p:cNvSpPr/>
            <p:nvPr/>
          </p:nvSpPr>
          <p:spPr>
            <a:xfrm>
              <a:off x="177892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6" name="Rectangle 785">
              <a:extLst>
                <a:ext uri="{FF2B5EF4-FFF2-40B4-BE49-F238E27FC236}">
                  <a16:creationId xmlns:a16="http://schemas.microsoft.com/office/drawing/2014/main" id="{C6B9171F-3E29-4F1C-88C9-7D126184864E}"/>
                </a:ext>
              </a:extLst>
            </p:cNvPr>
            <p:cNvSpPr/>
            <p:nvPr/>
          </p:nvSpPr>
          <p:spPr>
            <a:xfrm>
              <a:off x="194518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7" name="Rectangle 786">
              <a:extLst>
                <a:ext uri="{FF2B5EF4-FFF2-40B4-BE49-F238E27FC236}">
                  <a16:creationId xmlns:a16="http://schemas.microsoft.com/office/drawing/2014/main" id="{5AE3C938-E2EB-4AF0-BE81-BA13658454EB}"/>
                </a:ext>
              </a:extLst>
            </p:cNvPr>
            <p:cNvSpPr/>
            <p:nvPr/>
          </p:nvSpPr>
          <p:spPr>
            <a:xfrm>
              <a:off x="211143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8" name="Rectangle 787">
              <a:extLst>
                <a:ext uri="{FF2B5EF4-FFF2-40B4-BE49-F238E27FC236}">
                  <a16:creationId xmlns:a16="http://schemas.microsoft.com/office/drawing/2014/main" id="{82E0EE81-FEBB-4AF5-9339-00843D86000E}"/>
                </a:ext>
              </a:extLst>
            </p:cNvPr>
            <p:cNvSpPr/>
            <p:nvPr/>
          </p:nvSpPr>
          <p:spPr>
            <a:xfrm>
              <a:off x="227769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9" name="Rectangle 788">
              <a:extLst>
                <a:ext uri="{FF2B5EF4-FFF2-40B4-BE49-F238E27FC236}">
                  <a16:creationId xmlns:a16="http://schemas.microsoft.com/office/drawing/2014/main" id="{2B44A411-01A2-4D37-93DD-EE068C2EBB6F}"/>
                </a:ext>
              </a:extLst>
            </p:cNvPr>
            <p:cNvSpPr/>
            <p:nvPr/>
          </p:nvSpPr>
          <p:spPr>
            <a:xfrm>
              <a:off x="244394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0" name="Rectangle 789">
              <a:extLst>
                <a:ext uri="{FF2B5EF4-FFF2-40B4-BE49-F238E27FC236}">
                  <a16:creationId xmlns:a16="http://schemas.microsoft.com/office/drawing/2014/main" id="{6CE81C76-79E6-4DF5-BFBE-F5E078D2073B}"/>
                </a:ext>
              </a:extLst>
            </p:cNvPr>
            <p:cNvSpPr/>
            <p:nvPr/>
          </p:nvSpPr>
          <p:spPr>
            <a:xfrm>
              <a:off x="261020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1" name="Rectangle 790">
              <a:extLst>
                <a:ext uri="{FF2B5EF4-FFF2-40B4-BE49-F238E27FC236}">
                  <a16:creationId xmlns:a16="http://schemas.microsoft.com/office/drawing/2014/main" id="{17CFCD3F-ACC9-4A9F-9BC8-F8B1853E998C}"/>
                </a:ext>
              </a:extLst>
            </p:cNvPr>
            <p:cNvSpPr/>
            <p:nvPr/>
          </p:nvSpPr>
          <p:spPr>
            <a:xfrm>
              <a:off x="277645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2" name="Rectangle 791">
              <a:extLst>
                <a:ext uri="{FF2B5EF4-FFF2-40B4-BE49-F238E27FC236}">
                  <a16:creationId xmlns:a16="http://schemas.microsoft.com/office/drawing/2014/main" id="{98DA8EB9-35B7-4F19-8D0A-29AE02C01922}"/>
                </a:ext>
              </a:extLst>
            </p:cNvPr>
            <p:cNvSpPr/>
            <p:nvPr/>
          </p:nvSpPr>
          <p:spPr>
            <a:xfrm>
              <a:off x="294271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3" name="Rectangle 792">
              <a:extLst>
                <a:ext uri="{FF2B5EF4-FFF2-40B4-BE49-F238E27FC236}">
                  <a16:creationId xmlns:a16="http://schemas.microsoft.com/office/drawing/2014/main" id="{665465CD-9C43-4B51-8708-5C52EE2B46CC}"/>
                </a:ext>
              </a:extLst>
            </p:cNvPr>
            <p:cNvSpPr/>
            <p:nvPr/>
          </p:nvSpPr>
          <p:spPr>
            <a:xfrm>
              <a:off x="310896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4" name="Rectangle 793">
              <a:extLst>
                <a:ext uri="{FF2B5EF4-FFF2-40B4-BE49-F238E27FC236}">
                  <a16:creationId xmlns:a16="http://schemas.microsoft.com/office/drawing/2014/main" id="{5B46161F-0624-422B-A1A6-277D9FC3703F}"/>
                </a:ext>
              </a:extLst>
            </p:cNvPr>
            <p:cNvSpPr/>
            <p:nvPr/>
          </p:nvSpPr>
          <p:spPr>
            <a:xfrm>
              <a:off x="327522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5" name="Rectangle 794">
              <a:extLst>
                <a:ext uri="{FF2B5EF4-FFF2-40B4-BE49-F238E27FC236}">
                  <a16:creationId xmlns:a16="http://schemas.microsoft.com/office/drawing/2014/main" id="{C3FD7C26-D394-4D67-A1D5-1BBE52D82D1C}"/>
                </a:ext>
              </a:extLst>
            </p:cNvPr>
            <p:cNvSpPr/>
            <p:nvPr/>
          </p:nvSpPr>
          <p:spPr>
            <a:xfrm>
              <a:off x="344147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6" name="Rectangle 795">
              <a:extLst>
                <a:ext uri="{FF2B5EF4-FFF2-40B4-BE49-F238E27FC236}">
                  <a16:creationId xmlns:a16="http://schemas.microsoft.com/office/drawing/2014/main" id="{86260EFB-49E3-49A7-9A34-C122F11ADA6A}"/>
                </a:ext>
              </a:extLst>
            </p:cNvPr>
            <p:cNvSpPr/>
            <p:nvPr/>
          </p:nvSpPr>
          <p:spPr>
            <a:xfrm>
              <a:off x="360773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7" name="Rectangle 796">
              <a:extLst>
                <a:ext uri="{FF2B5EF4-FFF2-40B4-BE49-F238E27FC236}">
                  <a16:creationId xmlns:a16="http://schemas.microsoft.com/office/drawing/2014/main" id="{B7800CD6-0D14-4067-BA59-EFA765F84759}"/>
                </a:ext>
              </a:extLst>
            </p:cNvPr>
            <p:cNvSpPr/>
            <p:nvPr/>
          </p:nvSpPr>
          <p:spPr>
            <a:xfrm>
              <a:off x="377398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8" name="Rectangle 797">
              <a:extLst>
                <a:ext uri="{FF2B5EF4-FFF2-40B4-BE49-F238E27FC236}">
                  <a16:creationId xmlns:a16="http://schemas.microsoft.com/office/drawing/2014/main" id="{3A6AA59B-26A6-48C2-A50C-D7AC58646F98}"/>
                </a:ext>
              </a:extLst>
            </p:cNvPr>
            <p:cNvSpPr/>
            <p:nvPr/>
          </p:nvSpPr>
          <p:spPr>
            <a:xfrm>
              <a:off x="394024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9" name="Rectangle 798">
              <a:extLst>
                <a:ext uri="{FF2B5EF4-FFF2-40B4-BE49-F238E27FC236}">
                  <a16:creationId xmlns:a16="http://schemas.microsoft.com/office/drawing/2014/main" id="{BD3F53C7-E028-41A5-8D6C-37EF7602C96D}"/>
                </a:ext>
              </a:extLst>
            </p:cNvPr>
            <p:cNvSpPr/>
            <p:nvPr/>
          </p:nvSpPr>
          <p:spPr>
            <a:xfrm>
              <a:off x="410649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0" name="Rectangle 799">
              <a:extLst>
                <a:ext uri="{FF2B5EF4-FFF2-40B4-BE49-F238E27FC236}">
                  <a16:creationId xmlns:a16="http://schemas.microsoft.com/office/drawing/2014/main" id="{F7283BB5-9514-4042-AD92-B6B9D5F62F27}"/>
                </a:ext>
              </a:extLst>
            </p:cNvPr>
            <p:cNvSpPr/>
            <p:nvPr/>
          </p:nvSpPr>
          <p:spPr>
            <a:xfrm>
              <a:off x="427275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1" name="Rectangle 800">
              <a:extLst>
                <a:ext uri="{FF2B5EF4-FFF2-40B4-BE49-F238E27FC236}">
                  <a16:creationId xmlns:a16="http://schemas.microsoft.com/office/drawing/2014/main" id="{07C1C5E9-3E0B-4E0F-9ACF-E1132782D604}"/>
                </a:ext>
              </a:extLst>
            </p:cNvPr>
            <p:cNvSpPr/>
            <p:nvPr/>
          </p:nvSpPr>
          <p:spPr>
            <a:xfrm>
              <a:off x="443900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2" name="Rectangle 801">
              <a:extLst>
                <a:ext uri="{FF2B5EF4-FFF2-40B4-BE49-F238E27FC236}">
                  <a16:creationId xmlns:a16="http://schemas.microsoft.com/office/drawing/2014/main" id="{C986467C-2D60-45CA-804F-918D238FDA70}"/>
                </a:ext>
              </a:extLst>
            </p:cNvPr>
            <p:cNvSpPr/>
            <p:nvPr/>
          </p:nvSpPr>
          <p:spPr>
            <a:xfrm>
              <a:off x="460526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3" name="Rectangle 802">
              <a:extLst>
                <a:ext uri="{FF2B5EF4-FFF2-40B4-BE49-F238E27FC236}">
                  <a16:creationId xmlns:a16="http://schemas.microsoft.com/office/drawing/2014/main" id="{44A57D8C-0784-402F-9B5C-C4B3FCE3EE4B}"/>
                </a:ext>
              </a:extLst>
            </p:cNvPr>
            <p:cNvSpPr/>
            <p:nvPr/>
          </p:nvSpPr>
          <p:spPr>
            <a:xfrm>
              <a:off x="477151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4" name="Rectangle 803">
              <a:extLst>
                <a:ext uri="{FF2B5EF4-FFF2-40B4-BE49-F238E27FC236}">
                  <a16:creationId xmlns:a16="http://schemas.microsoft.com/office/drawing/2014/main" id="{E13EC11B-4E35-4B96-A276-0D7ADB1F2D7A}"/>
                </a:ext>
              </a:extLst>
            </p:cNvPr>
            <p:cNvSpPr/>
            <p:nvPr/>
          </p:nvSpPr>
          <p:spPr>
            <a:xfrm>
              <a:off x="493777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5" name="Rectangle 804">
              <a:extLst>
                <a:ext uri="{FF2B5EF4-FFF2-40B4-BE49-F238E27FC236}">
                  <a16:creationId xmlns:a16="http://schemas.microsoft.com/office/drawing/2014/main" id="{26B11FA8-F013-4C29-8E56-B1F23F7469B6}"/>
                </a:ext>
              </a:extLst>
            </p:cNvPr>
            <p:cNvSpPr/>
            <p:nvPr/>
          </p:nvSpPr>
          <p:spPr>
            <a:xfrm>
              <a:off x="510402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6" name="Rectangle 805">
              <a:extLst>
                <a:ext uri="{FF2B5EF4-FFF2-40B4-BE49-F238E27FC236}">
                  <a16:creationId xmlns:a16="http://schemas.microsoft.com/office/drawing/2014/main" id="{400C7F0B-F314-4BC7-968F-9423DE17FB3E}"/>
                </a:ext>
              </a:extLst>
            </p:cNvPr>
            <p:cNvSpPr/>
            <p:nvPr/>
          </p:nvSpPr>
          <p:spPr>
            <a:xfrm>
              <a:off x="527028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7" name="Rectangle 806">
              <a:extLst>
                <a:ext uri="{FF2B5EF4-FFF2-40B4-BE49-F238E27FC236}">
                  <a16:creationId xmlns:a16="http://schemas.microsoft.com/office/drawing/2014/main" id="{15427372-0746-45B9-87FE-E288D6CDE493}"/>
                </a:ext>
              </a:extLst>
            </p:cNvPr>
            <p:cNvSpPr/>
            <p:nvPr/>
          </p:nvSpPr>
          <p:spPr>
            <a:xfrm>
              <a:off x="543653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8" name="Rectangle 807">
              <a:extLst>
                <a:ext uri="{FF2B5EF4-FFF2-40B4-BE49-F238E27FC236}">
                  <a16:creationId xmlns:a16="http://schemas.microsoft.com/office/drawing/2014/main" id="{4143BA88-6E1E-4A46-A09D-5D9FF568FFED}"/>
                </a:ext>
              </a:extLst>
            </p:cNvPr>
            <p:cNvSpPr/>
            <p:nvPr/>
          </p:nvSpPr>
          <p:spPr>
            <a:xfrm>
              <a:off x="560279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9" name="Rectangle 808">
              <a:extLst>
                <a:ext uri="{FF2B5EF4-FFF2-40B4-BE49-F238E27FC236}">
                  <a16:creationId xmlns:a16="http://schemas.microsoft.com/office/drawing/2014/main" id="{358DE9AC-A5C6-4FFB-9642-75E83CC10B32}"/>
                </a:ext>
              </a:extLst>
            </p:cNvPr>
            <p:cNvSpPr/>
            <p:nvPr/>
          </p:nvSpPr>
          <p:spPr>
            <a:xfrm>
              <a:off x="576904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0" name="Rectangle 809">
              <a:extLst>
                <a:ext uri="{FF2B5EF4-FFF2-40B4-BE49-F238E27FC236}">
                  <a16:creationId xmlns:a16="http://schemas.microsoft.com/office/drawing/2014/main" id="{ACAC36E4-C72F-45C7-950E-8D4BF8181C34}"/>
                </a:ext>
              </a:extLst>
            </p:cNvPr>
            <p:cNvSpPr/>
            <p:nvPr/>
          </p:nvSpPr>
          <p:spPr>
            <a:xfrm>
              <a:off x="593530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1" name="Rectangle 810">
              <a:extLst>
                <a:ext uri="{FF2B5EF4-FFF2-40B4-BE49-F238E27FC236}">
                  <a16:creationId xmlns:a16="http://schemas.microsoft.com/office/drawing/2014/main" id="{A36E511D-31E4-484F-88B7-F6F1C9C0F7F9}"/>
                </a:ext>
              </a:extLst>
            </p:cNvPr>
            <p:cNvSpPr/>
            <p:nvPr/>
          </p:nvSpPr>
          <p:spPr>
            <a:xfrm>
              <a:off x="78139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2" name="Rectangle 811">
              <a:extLst>
                <a:ext uri="{FF2B5EF4-FFF2-40B4-BE49-F238E27FC236}">
                  <a16:creationId xmlns:a16="http://schemas.microsoft.com/office/drawing/2014/main" id="{7087260A-AC8A-44F5-98BD-303E3B0F33E9}"/>
                </a:ext>
              </a:extLst>
            </p:cNvPr>
            <p:cNvSpPr/>
            <p:nvPr/>
          </p:nvSpPr>
          <p:spPr>
            <a:xfrm>
              <a:off x="94765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3" name="Rectangle 812">
              <a:extLst>
                <a:ext uri="{FF2B5EF4-FFF2-40B4-BE49-F238E27FC236}">
                  <a16:creationId xmlns:a16="http://schemas.microsoft.com/office/drawing/2014/main" id="{F8619593-C042-4C37-A032-8FAFF47F6B96}"/>
                </a:ext>
              </a:extLst>
            </p:cNvPr>
            <p:cNvSpPr/>
            <p:nvPr/>
          </p:nvSpPr>
          <p:spPr>
            <a:xfrm>
              <a:off x="111390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4" name="Rectangle 813">
              <a:extLst>
                <a:ext uri="{FF2B5EF4-FFF2-40B4-BE49-F238E27FC236}">
                  <a16:creationId xmlns:a16="http://schemas.microsoft.com/office/drawing/2014/main" id="{DA1E2D73-923C-4FE7-8441-B0D841290CCD}"/>
                </a:ext>
              </a:extLst>
            </p:cNvPr>
            <p:cNvSpPr/>
            <p:nvPr/>
          </p:nvSpPr>
          <p:spPr>
            <a:xfrm>
              <a:off x="128016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5" name="Rectangle 814">
              <a:extLst>
                <a:ext uri="{FF2B5EF4-FFF2-40B4-BE49-F238E27FC236}">
                  <a16:creationId xmlns:a16="http://schemas.microsoft.com/office/drawing/2014/main" id="{562865FF-0AD5-44BC-8EEE-7B74BEDE63E4}"/>
                </a:ext>
              </a:extLst>
            </p:cNvPr>
            <p:cNvSpPr/>
            <p:nvPr/>
          </p:nvSpPr>
          <p:spPr>
            <a:xfrm>
              <a:off x="144641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6" name="Rectangle 815">
              <a:extLst>
                <a:ext uri="{FF2B5EF4-FFF2-40B4-BE49-F238E27FC236}">
                  <a16:creationId xmlns:a16="http://schemas.microsoft.com/office/drawing/2014/main" id="{B1E013BA-3DFF-44FC-85BE-472A945617FB}"/>
                </a:ext>
              </a:extLst>
            </p:cNvPr>
            <p:cNvSpPr/>
            <p:nvPr/>
          </p:nvSpPr>
          <p:spPr>
            <a:xfrm>
              <a:off x="161267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7" name="Rectangle 816">
              <a:extLst>
                <a:ext uri="{FF2B5EF4-FFF2-40B4-BE49-F238E27FC236}">
                  <a16:creationId xmlns:a16="http://schemas.microsoft.com/office/drawing/2014/main" id="{A07AA072-20DA-4FE8-AA6E-4024A7EEBC21}"/>
                </a:ext>
              </a:extLst>
            </p:cNvPr>
            <p:cNvSpPr/>
            <p:nvPr/>
          </p:nvSpPr>
          <p:spPr>
            <a:xfrm>
              <a:off x="177892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id="{7327967D-E12E-4F2A-8A5C-6998754744D8}"/>
                </a:ext>
              </a:extLst>
            </p:cNvPr>
            <p:cNvSpPr/>
            <p:nvPr/>
          </p:nvSpPr>
          <p:spPr>
            <a:xfrm>
              <a:off x="194518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9" name="Rectangle 818">
              <a:extLst>
                <a:ext uri="{FF2B5EF4-FFF2-40B4-BE49-F238E27FC236}">
                  <a16:creationId xmlns:a16="http://schemas.microsoft.com/office/drawing/2014/main" id="{E67D55B7-18D3-4B76-AA21-F59F23196AFE}"/>
                </a:ext>
              </a:extLst>
            </p:cNvPr>
            <p:cNvSpPr/>
            <p:nvPr/>
          </p:nvSpPr>
          <p:spPr>
            <a:xfrm>
              <a:off x="211143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" name="Rectangle 819">
              <a:extLst>
                <a:ext uri="{FF2B5EF4-FFF2-40B4-BE49-F238E27FC236}">
                  <a16:creationId xmlns:a16="http://schemas.microsoft.com/office/drawing/2014/main" id="{DB9277D8-702A-44BA-9899-334FA9FD8896}"/>
                </a:ext>
              </a:extLst>
            </p:cNvPr>
            <p:cNvSpPr/>
            <p:nvPr/>
          </p:nvSpPr>
          <p:spPr>
            <a:xfrm>
              <a:off x="227769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1" name="Rectangle 820">
              <a:extLst>
                <a:ext uri="{FF2B5EF4-FFF2-40B4-BE49-F238E27FC236}">
                  <a16:creationId xmlns:a16="http://schemas.microsoft.com/office/drawing/2014/main" id="{29448C74-B3E5-4FDA-8F75-A95D808272DE}"/>
                </a:ext>
              </a:extLst>
            </p:cNvPr>
            <p:cNvSpPr/>
            <p:nvPr/>
          </p:nvSpPr>
          <p:spPr>
            <a:xfrm>
              <a:off x="244394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2" name="Rectangle 821">
              <a:extLst>
                <a:ext uri="{FF2B5EF4-FFF2-40B4-BE49-F238E27FC236}">
                  <a16:creationId xmlns:a16="http://schemas.microsoft.com/office/drawing/2014/main" id="{BF31CB06-1034-4C80-A6B7-E2007AA81657}"/>
                </a:ext>
              </a:extLst>
            </p:cNvPr>
            <p:cNvSpPr/>
            <p:nvPr/>
          </p:nvSpPr>
          <p:spPr>
            <a:xfrm>
              <a:off x="261020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3" name="Rectangle 822">
              <a:extLst>
                <a:ext uri="{FF2B5EF4-FFF2-40B4-BE49-F238E27FC236}">
                  <a16:creationId xmlns:a16="http://schemas.microsoft.com/office/drawing/2014/main" id="{2DCCB045-FF3F-4C64-B6E3-3C252087433C}"/>
                </a:ext>
              </a:extLst>
            </p:cNvPr>
            <p:cNvSpPr/>
            <p:nvPr/>
          </p:nvSpPr>
          <p:spPr>
            <a:xfrm>
              <a:off x="277645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4" name="Rectangle 823">
              <a:extLst>
                <a:ext uri="{FF2B5EF4-FFF2-40B4-BE49-F238E27FC236}">
                  <a16:creationId xmlns:a16="http://schemas.microsoft.com/office/drawing/2014/main" id="{11881EA9-4716-4FEE-87E2-43FBF158A81F}"/>
                </a:ext>
              </a:extLst>
            </p:cNvPr>
            <p:cNvSpPr/>
            <p:nvPr/>
          </p:nvSpPr>
          <p:spPr>
            <a:xfrm>
              <a:off x="294271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5" name="Rectangle 824">
              <a:extLst>
                <a:ext uri="{FF2B5EF4-FFF2-40B4-BE49-F238E27FC236}">
                  <a16:creationId xmlns:a16="http://schemas.microsoft.com/office/drawing/2014/main" id="{CB8A6561-E13C-47FD-AE22-C71CCEA5707D}"/>
                </a:ext>
              </a:extLst>
            </p:cNvPr>
            <p:cNvSpPr/>
            <p:nvPr/>
          </p:nvSpPr>
          <p:spPr>
            <a:xfrm>
              <a:off x="310896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6" name="Rectangle 825">
              <a:extLst>
                <a:ext uri="{FF2B5EF4-FFF2-40B4-BE49-F238E27FC236}">
                  <a16:creationId xmlns:a16="http://schemas.microsoft.com/office/drawing/2014/main" id="{98ED5613-C219-4340-99A7-2853A7C5FA8D}"/>
                </a:ext>
              </a:extLst>
            </p:cNvPr>
            <p:cNvSpPr/>
            <p:nvPr/>
          </p:nvSpPr>
          <p:spPr>
            <a:xfrm>
              <a:off x="327522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7" name="Rectangle 826">
              <a:extLst>
                <a:ext uri="{FF2B5EF4-FFF2-40B4-BE49-F238E27FC236}">
                  <a16:creationId xmlns:a16="http://schemas.microsoft.com/office/drawing/2014/main" id="{E9BE9844-2EC1-4097-AA08-DF85635CB9E8}"/>
                </a:ext>
              </a:extLst>
            </p:cNvPr>
            <p:cNvSpPr/>
            <p:nvPr/>
          </p:nvSpPr>
          <p:spPr>
            <a:xfrm>
              <a:off x="344147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8" name="Rectangle 827">
              <a:extLst>
                <a:ext uri="{FF2B5EF4-FFF2-40B4-BE49-F238E27FC236}">
                  <a16:creationId xmlns:a16="http://schemas.microsoft.com/office/drawing/2014/main" id="{E5FC1068-D9CD-4165-8145-38D40F2C5747}"/>
                </a:ext>
              </a:extLst>
            </p:cNvPr>
            <p:cNvSpPr/>
            <p:nvPr/>
          </p:nvSpPr>
          <p:spPr>
            <a:xfrm>
              <a:off x="360773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9" name="Rectangle 828">
              <a:extLst>
                <a:ext uri="{FF2B5EF4-FFF2-40B4-BE49-F238E27FC236}">
                  <a16:creationId xmlns:a16="http://schemas.microsoft.com/office/drawing/2014/main" id="{29FA2EA7-387E-4459-910B-EDBF7DF515F0}"/>
                </a:ext>
              </a:extLst>
            </p:cNvPr>
            <p:cNvSpPr/>
            <p:nvPr/>
          </p:nvSpPr>
          <p:spPr>
            <a:xfrm>
              <a:off x="377398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0" name="Rectangle 829">
              <a:extLst>
                <a:ext uri="{FF2B5EF4-FFF2-40B4-BE49-F238E27FC236}">
                  <a16:creationId xmlns:a16="http://schemas.microsoft.com/office/drawing/2014/main" id="{E1066AF5-9F5A-4C56-939E-910D1818FF9E}"/>
                </a:ext>
              </a:extLst>
            </p:cNvPr>
            <p:cNvSpPr/>
            <p:nvPr/>
          </p:nvSpPr>
          <p:spPr>
            <a:xfrm>
              <a:off x="394024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1" name="Rectangle 830">
              <a:extLst>
                <a:ext uri="{FF2B5EF4-FFF2-40B4-BE49-F238E27FC236}">
                  <a16:creationId xmlns:a16="http://schemas.microsoft.com/office/drawing/2014/main" id="{E8B15205-0654-4275-8E67-93AF9A41C93F}"/>
                </a:ext>
              </a:extLst>
            </p:cNvPr>
            <p:cNvSpPr/>
            <p:nvPr/>
          </p:nvSpPr>
          <p:spPr>
            <a:xfrm>
              <a:off x="410649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2" name="Rectangle 831">
              <a:extLst>
                <a:ext uri="{FF2B5EF4-FFF2-40B4-BE49-F238E27FC236}">
                  <a16:creationId xmlns:a16="http://schemas.microsoft.com/office/drawing/2014/main" id="{8C86EFB3-9EC1-4571-9BEC-F38CBACA66F8}"/>
                </a:ext>
              </a:extLst>
            </p:cNvPr>
            <p:cNvSpPr/>
            <p:nvPr/>
          </p:nvSpPr>
          <p:spPr>
            <a:xfrm>
              <a:off x="427275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3" name="Rectangle 832">
              <a:extLst>
                <a:ext uri="{FF2B5EF4-FFF2-40B4-BE49-F238E27FC236}">
                  <a16:creationId xmlns:a16="http://schemas.microsoft.com/office/drawing/2014/main" id="{4EFFF504-A09F-4B4C-88B0-1478730EEBB9}"/>
                </a:ext>
              </a:extLst>
            </p:cNvPr>
            <p:cNvSpPr/>
            <p:nvPr/>
          </p:nvSpPr>
          <p:spPr>
            <a:xfrm>
              <a:off x="443900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4" name="Rectangle 833">
              <a:extLst>
                <a:ext uri="{FF2B5EF4-FFF2-40B4-BE49-F238E27FC236}">
                  <a16:creationId xmlns:a16="http://schemas.microsoft.com/office/drawing/2014/main" id="{D55C7987-576A-43F1-90F5-50D9EA286FA7}"/>
                </a:ext>
              </a:extLst>
            </p:cNvPr>
            <p:cNvSpPr/>
            <p:nvPr/>
          </p:nvSpPr>
          <p:spPr>
            <a:xfrm>
              <a:off x="460526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5" name="Rectangle 834">
              <a:extLst>
                <a:ext uri="{FF2B5EF4-FFF2-40B4-BE49-F238E27FC236}">
                  <a16:creationId xmlns:a16="http://schemas.microsoft.com/office/drawing/2014/main" id="{24DD8042-F44C-42CC-9C47-B5C3D3C3BAEB}"/>
                </a:ext>
              </a:extLst>
            </p:cNvPr>
            <p:cNvSpPr/>
            <p:nvPr/>
          </p:nvSpPr>
          <p:spPr>
            <a:xfrm>
              <a:off x="477151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6" name="Rectangle 835">
              <a:extLst>
                <a:ext uri="{FF2B5EF4-FFF2-40B4-BE49-F238E27FC236}">
                  <a16:creationId xmlns:a16="http://schemas.microsoft.com/office/drawing/2014/main" id="{AB28ED63-5E3D-4386-BFE2-F31E610455D4}"/>
                </a:ext>
              </a:extLst>
            </p:cNvPr>
            <p:cNvSpPr/>
            <p:nvPr/>
          </p:nvSpPr>
          <p:spPr>
            <a:xfrm>
              <a:off x="493777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7" name="Rectangle 836">
              <a:extLst>
                <a:ext uri="{FF2B5EF4-FFF2-40B4-BE49-F238E27FC236}">
                  <a16:creationId xmlns:a16="http://schemas.microsoft.com/office/drawing/2014/main" id="{70DD1414-D1F0-4203-924A-755543866A3E}"/>
                </a:ext>
              </a:extLst>
            </p:cNvPr>
            <p:cNvSpPr/>
            <p:nvPr/>
          </p:nvSpPr>
          <p:spPr>
            <a:xfrm>
              <a:off x="510402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8" name="Rectangle 837">
              <a:extLst>
                <a:ext uri="{FF2B5EF4-FFF2-40B4-BE49-F238E27FC236}">
                  <a16:creationId xmlns:a16="http://schemas.microsoft.com/office/drawing/2014/main" id="{951E602B-9FFE-4CD7-8C9D-0A4093C70F5E}"/>
                </a:ext>
              </a:extLst>
            </p:cNvPr>
            <p:cNvSpPr/>
            <p:nvPr/>
          </p:nvSpPr>
          <p:spPr>
            <a:xfrm>
              <a:off x="527028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9" name="Rectangle 838">
              <a:extLst>
                <a:ext uri="{FF2B5EF4-FFF2-40B4-BE49-F238E27FC236}">
                  <a16:creationId xmlns:a16="http://schemas.microsoft.com/office/drawing/2014/main" id="{E02C9954-7731-4419-9641-8FCD88C8C3F8}"/>
                </a:ext>
              </a:extLst>
            </p:cNvPr>
            <p:cNvSpPr/>
            <p:nvPr/>
          </p:nvSpPr>
          <p:spPr>
            <a:xfrm>
              <a:off x="543653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0" name="Rectangle 839">
              <a:extLst>
                <a:ext uri="{FF2B5EF4-FFF2-40B4-BE49-F238E27FC236}">
                  <a16:creationId xmlns:a16="http://schemas.microsoft.com/office/drawing/2014/main" id="{D1473119-2CB6-41CA-9703-46ED323CA564}"/>
                </a:ext>
              </a:extLst>
            </p:cNvPr>
            <p:cNvSpPr/>
            <p:nvPr/>
          </p:nvSpPr>
          <p:spPr>
            <a:xfrm>
              <a:off x="560279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1" name="Rectangle 840">
              <a:extLst>
                <a:ext uri="{FF2B5EF4-FFF2-40B4-BE49-F238E27FC236}">
                  <a16:creationId xmlns:a16="http://schemas.microsoft.com/office/drawing/2014/main" id="{BF8B5185-519E-4956-9122-102443D07790}"/>
                </a:ext>
              </a:extLst>
            </p:cNvPr>
            <p:cNvSpPr/>
            <p:nvPr/>
          </p:nvSpPr>
          <p:spPr>
            <a:xfrm>
              <a:off x="576904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2" name="Rectangle 841">
              <a:extLst>
                <a:ext uri="{FF2B5EF4-FFF2-40B4-BE49-F238E27FC236}">
                  <a16:creationId xmlns:a16="http://schemas.microsoft.com/office/drawing/2014/main" id="{19AAFDE9-3AD2-4B7B-8661-E70C58B95643}"/>
                </a:ext>
              </a:extLst>
            </p:cNvPr>
            <p:cNvSpPr/>
            <p:nvPr/>
          </p:nvSpPr>
          <p:spPr>
            <a:xfrm>
              <a:off x="593530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3" name="Rectangle 842">
              <a:extLst>
                <a:ext uri="{FF2B5EF4-FFF2-40B4-BE49-F238E27FC236}">
                  <a16:creationId xmlns:a16="http://schemas.microsoft.com/office/drawing/2014/main" id="{4EC5D8D9-DE61-45F3-9FFB-6224A1D08BB2}"/>
                </a:ext>
              </a:extLst>
            </p:cNvPr>
            <p:cNvSpPr/>
            <p:nvPr/>
          </p:nvSpPr>
          <p:spPr>
            <a:xfrm>
              <a:off x="78139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4" name="Rectangle 843">
              <a:extLst>
                <a:ext uri="{FF2B5EF4-FFF2-40B4-BE49-F238E27FC236}">
                  <a16:creationId xmlns:a16="http://schemas.microsoft.com/office/drawing/2014/main" id="{09704AEC-8F05-48E5-9F10-9EBB4FD94021}"/>
                </a:ext>
              </a:extLst>
            </p:cNvPr>
            <p:cNvSpPr/>
            <p:nvPr/>
          </p:nvSpPr>
          <p:spPr>
            <a:xfrm>
              <a:off x="94765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5" name="Rectangle 844">
              <a:extLst>
                <a:ext uri="{FF2B5EF4-FFF2-40B4-BE49-F238E27FC236}">
                  <a16:creationId xmlns:a16="http://schemas.microsoft.com/office/drawing/2014/main" id="{255255C1-2889-4FB6-B6A9-DF34BB3638BC}"/>
                </a:ext>
              </a:extLst>
            </p:cNvPr>
            <p:cNvSpPr/>
            <p:nvPr/>
          </p:nvSpPr>
          <p:spPr>
            <a:xfrm>
              <a:off x="111390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6" name="Rectangle 845">
              <a:extLst>
                <a:ext uri="{FF2B5EF4-FFF2-40B4-BE49-F238E27FC236}">
                  <a16:creationId xmlns:a16="http://schemas.microsoft.com/office/drawing/2014/main" id="{96127893-3367-4C9D-A683-6A4A29B6992F}"/>
                </a:ext>
              </a:extLst>
            </p:cNvPr>
            <p:cNvSpPr/>
            <p:nvPr/>
          </p:nvSpPr>
          <p:spPr>
            <a:xfrm>
              <a:off x="128016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7" name="Rectangle 846">
              <a:extLst>
                <a:ext uri="{FF2B5EF4-FFF2-40B4-BE49-F238E27FC236}">
                  <a16:creationId xmlns:a16="http://schemas.microsoft.com/office/drawing/2014/main" id="{FE620C97-63D8-43FC-99D8-CF876F262E40}"/>
                </a:ext>
              </a:extLst>
            </p:cNvPr>
            <p:cNvSpPr/>
            <p:nvPr/>
          </p:nvSpPr>
          <p:spPr>
            <a:xfrm>
              <a:off x="144641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8" name="Rectangle 847">
              <a:extLst>
                <a:ext uri="{FF2B5EF4-FFF2-40B4-BE49-F238E27FC236}">
                  <a16:creationId xmlns:a16="http://schemas.microsoft.com/office/drawing/2014/main" id="{2AB5BAF4-55EE-4758-8F13-B4E460FD653F}"/>
                </a:ext>
              </a:extLst>
            </p:cNvPr>
            <p:cNvSpPr/>
            <p:nvPr/>
          </p:nvSpPr>
          <p:spPr>
            <a:xfrm>
              <a:off x="161267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9" name="Rectangle 848">
              <a:extLst>
                <a:ext uri="{FF2B5EF4-FFF2-40B4-BE49-F238E27FC236}">
                  <a16:creationId xmlns:a16="http://schemas.microsoft.com/office/drawing/2014/main" id="{3DAA2B0E-6B7B-42C5-8300-0034D33EB1E8}"/>
                </a:ext>
              </a:extLst>
            </p:cNvPr>
            <p:cNvSpPr/>
            <p:nvPr/>
          </p:nvSpPr>
          <p:spPr>
            <a:xfrm>
              <a:off x="177892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0" name="Rectangle 849">
              <a:extLst>
                <a:ext uri="{FF2B5EF4-FFF2-40B4-BE49-F238E27FC236}">
                  <a16:creationId xmlns:a16="http://schemas.microsoft.com/office/drawing/2014/main" id="{3387DEB9-936C-462C-AF85-41446F484E3A}"/>
                </a:ext>
              </a:extLst>
            </p:cNvPr>
            <p:cNvSpPr/>
            <p:nvPr/>
          </p:nvSpPr>
          <p:spPr>
            <a:xfrm>
              <a:off x="194518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1" name="Rectangle 850">
              <a:extLst>
                <a:ext uri="{FF2B5EF4-FFF2-40B4-BE49-F238E27FC236}">
                  <a16:creationId xmlns:a16="http://schemas.microsoft.com/office/drawing/2014/main" id="{194EA966-DFF3-4028-8443-0D483BA0AD68}"/>
                </a:ext>
              </a:extLst>
            </p:cNvPr>
            <p:cNvSpPr/>
            <p:nvPr/>
          </p:nvSpPr>
          <p:spPr>
            <a:xfrm>
              <a:off x="211143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2" name="Rectangle 851">
              <a:extLst>
                <a:ext uri="{FF2B5EF4-FFF2-40B4-BE49-F238E27FC236}">
                  <a16:creationId xmlns:a16="http://schemas.microsoft.com/office/drawing/2014/main" id="{4031ACB7-66CB-442A-BA4A-DA97EFF7827C}"/>
                </a:ext>
              </a:extLst>
            </p:cNvPr>
            <p:cNvSpPr/>
            <p:nvPr/>
          </p:nvSpPr>
          <p:spPr>
            <a:xfrm>
              <a:off x="227769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3" name="Rectangle 852">
              <a:extLst>
                <a:ext uri="{FF2B5EF4-FFF2-40B4-BE49-F238E27FC236}">
                  <a16:creationId xmlns:a16="http://schemas.microsoft.com/office/drawing/2014/main" id="{D940C6DE-B327-49C0-9FD9-9D177501B133}"/>
                </a:ext>
              </a:extLst>
            </p:cNvPr>
            <p:cNvSpPr/>
            <p:nvPr/>
          </p:nvSpPr>
          <p:spPr>
            <a:xfrm>
              <a:off x="244394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4" name="Rectangle 853">
              <a:extLst>
                <a:ext uri="{FF2B5EF4-FFF2-40B4-BE49-F238E27FC236}">
                  <a16:creationId xmlns:a16="http://schemas.microsoft.com/office/drawing/2014/main" id="{03FF657D-09A0-4EE3-B697-DE0420766E1F}"/>
                </a:ext>
              </a:extLst>
            </p:cNvPr>
            <p:cNvSpPr/>
            <p:nvPr/>
          </p:nvSpPr>
          <p:spPr>
            <a:xfrm>
              <a:off x="261020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5" name="Rectangle 854">
              <a:extLst>
                <a:ext uri="{FF2B5EF4-FFF2-40B4-BE49-F238E27FC236}">
                  <a16:creationId xmlns:a16="http://schemas.microsoft.com/office/drawing/2014/main" id="{279957F5-38EF-4D86-B477-9D6936F762CD}"/>
                </a:ext>
              </a:extLst>
            </p:cNvPr>
            <p:cNvSpPr/>
            <p:nvPr/>
          </p:nvSpPr>
          <p:spPr>
            <a:xfrm>
              <a:off x="277645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6" name="Rectangle 855">
              <a:extLst>
                <a:ext uri="{FF2B5EF4-FFF2-40B4-BE49-F238E27FC236}">
                  <a16:creationId xmlns:a16="http://schemas.microsoft.com/office/drawing/2014/main" id="{5F44B501-B1B1-4549-ADD8-902B6393BF1A}"/>
                </a:ext>
              </a:extLst>
            </p:cNvPr>
            <p:cNvSpPr/>
            <p:nvPr/>
          </p:nvSpPr>
          <p:spPr>
            <a:xfrm>
              <a:off x="294271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7" name="Rectangle 856">
              <a:extLst>
                <a:ext uri="{FF2B5EF4-FFF2-40B4-BE49-F238E27FC236}">
                  <a16:creationId xmlns:a16="http://schemas.microsoft.com/office/drawing/2014/main" id="{EAD4DD54-ED55-4D24-9512-3CF1CB9E2A00}"/>
                </a:ext>
              </a:extLst>
            </p:cNvPr>
            <p:cNvSpPr/>
            <p:nvPr/>
          </p:nvSpPr>
          <p:spPr>
            <a:xfrm>
              <a:off x="310896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95023FD6-826D-4692-9F1D-2D5E9254ACC1}"/>
                </a:ext>
              </a:extLst>
            </p:cNvPr>
            <p:cNvSpPr/>
            <p:nvPr/>
          </p:nvSpPr>
          <p:spPr>
            <a:xfrm>
              <a:off x="327522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9FC12E80-0CA1-4074-981A-68E41FED9865}"/>
                </a:ext>
              </a:extLst>
            </p:cNvPr>
            <p:cNvSpPr/>
            <p:nvPr/>
          </p:nvSpPr>
          <p:spPr>
            <a:xfrm>
              <a:off x="344147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F50D0CF5-4C49-4383-B763-1C7DA38412EB}"/>
                </a:ext>
              </a:extLst>
            </p:cNvPr>
            <p:cNvSpPr/>
            <p:nvPr/>
          </p:nvSpPr>
          <p:spPr>
            <a:xfrm>
              <a:off x="360773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1" name="Rectangle 860">
              <a:extLst>
                <a:ext uri="{FF2B5EF4-FFF2-40B4-BE49-F238E27FC236}">
                  <a16:creationId xmlns:a16="http://schemas.microsoft.com/office/drawing/2014/main" id="{15F3844F-FBC5-4F08-AE33-3025F42BA64F}"/>
                </a:ext>
              </a:extLst>
            </p:cNvPr>
            <p:cNvSpPr/>
            <p:nvPr/>
          </p:nvSpPr>
          <p:spPr>
            <a:xfrm>
              <a:off x="377398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2" name="Rectangle 861">
              <a:extLst>
                <a:ext uri="{FF2B5EF4-FFF2-40B4-BE49-F238E27FC236}">
                  <a16:creationId xmlns:a16="http://schemas.microsoft.com/office/drawing/2014/main" id="{FE8D7E8C-AAB0-4758-9123-AE1A09389FF5}"/>
                </a:ext>
              </a:extLst>
            </p:cNvPr>
            <p:cNvSpPr/>
            <p:nvPr/>
          </p:nvSpPr>
          <p:spPr>
            <a:xfrm>
              <a:off x="394024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3" name="Rectangle 862">
              <a:extLst>
                <a:ext uri="{FF2B5EF4-FFF2-40B4-BE49-F238E27FC236}">
                  <a16:creationId xmlns:a16="http://schemas.microsoft.com/office/drawing/2014/main" id="{5589EB38-CCE2-4E29-B949-75C2FE92A2B8}"/>
                </a:ext>
              </a:extLst>
            </p:cNvPr>
            <p:cNvSpPr/>
            <p:nvPr/>
          </p:nvSpPr>
          <p:spPr>
            <a:xfrm>
              <a:off x="410649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AAF6875D-9639-48CE-A0DC-573549C660BF}"/>
                </a:ext>
              </a:extLst>
            </p:cNvPr>
            <p:cNvSpPr/>
            <p:nvPr/>
          </p:nvSpPr>
          <p:spPr>
            <a:xfrm>
              <a:off x="427275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9FA7D30E-77B2-403C-8716-449FACCB3173}"/>
                </a:ext>
              </a:extLst>
            </p:cNvPr>
            <p:cNvSpPr/>
            <p:nvPr/>
          </p:nvSpPr>
          <p:spPr>
            <a:xfrm>
              <a:off x="443900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E3564387-F425-4689-8DCA-15B9F5C1DF24}"/>
                </a:ext>
              </a:extLst>
            </p:cNvPr>
            <p:cNvSpPr/>
            <p:nvPr/>
          </p:nvSpPr>
          <p:spPr>
            <a:xfrm>
              <a:off x="460526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76B3982D-C846-4CFB-A441-7AF9D76B8CC2}"/>
                </a:ext>
              </a:extLst>
            </p:cNvPr>
            <p:cNvSpPr/>
            <p:nvPr/>
          </p:nvSpPr>
          <p:spPr>
            <a:xfrm>
              <a:off x="477151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BC8FB8D4-C10D-4D68-AFEE-1B005650050A}"/>
                </a:ext>
              </a:extLst>
            </p:cNvPr>
            <p:cNvSpPr/>
            <p:nvPr/>
          </p:nvSpPr>
          <p:spPr>
            <a:xfrm>
              <a:off x="493777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9" name="Rectangle 868">
              <a:extLst>
                <a:ext uri="{FF2B5EF4-FFF2-40B4-BE49-F238E27FC236}">
                  <a16:creationId xmlns:a16="http://schemas.microsoft.com/office/drawing/2014/main" id="{F1CE3465-E1A0-4941-BB4E-A68187826560}"/>
                </a:ext>
              </a:extLst>
            </p:cNvPr>
            <p:cNvSpPr/>
            <p:nvPr/>
          </p:nvSpPr>
          <p:spPr>
            <a:xfrm>
              <a:off x="510402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0" name="Rectangle 869">
              <a:extLst>
                <a:ext uri="{FF2B5EF4-FFF2-40B4-BE49-F238E27FC236}">
                  <a16:creationId xmlns:a16="http://schemas.microsoft.com/office/drawing/2014/main" id="{ED275B52-CA40-4BA2-AAC6-36C2939E0BBF}"/>
                </a:ext>
              </a:extLst>
            </p:cNvPr>
            <p:cNvSpPr/>
            <p:nvPr/>
          </p:nvSpPr>
          <p:spPr>
            <a:xfrm>
              <a:off x="527028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1" name="Rectangle 870">
              <a:extLst>
                <a:ext uri="{FF2B5EF4-FFF2-40B4-BE49-F238E27FC236}">
                  <a16:creationId xmlns:a16="http://schemas.microsoft.com/office/drawing/2014/main" id="{07E99691-4C50-49B6-BA3E-A615D84641EC}"/>
                </a:ext>
              </a:extLst>
            </p:cNvPr>
            <p:cNvSpPr/>
            <p:nvPr/>
          </p:nvSpPr>
          <p:spPr>
            <a:xfrm>
              <a:off x="543653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2" name="Rectangle 871">
              <a:extLst>
                <a:ext uri="{FF2B5EF4-FFF2-40B4-BE49-F238E27FC236}">
                  <a16:creationId xmlns:a16="http://schemas.microsoft.com/office/drawing/2014/main" id="{00B52D81-3AC6-4A0E-A3A7-42EEE3CA62C8}"/>
                </a:ext>
              </a:extLst>
            </p:cNvPr>
            <p:cNvSpPr/>
            <p:nvPr/>
          </p:nvSpPr>
          <p:spPr>
            <a:xfrm>
              <a:off x="560279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3" name="Rectangle 872">
              <a:extLst>
                <a:ext uri="{FF2B5EF4-FFF2-40B4-BE49-F238E27FC236}">
                  <a16:creationId xmlns:a16="http://schemas.microsoft.com/office/drawing/2014/main" id="{AAAE3D84-C02F-4CF3-913C-27CDCB2AB08C}"/>
                </a:ext>
              </a:extLst>
            </p:cNvPr>
            <p:cNvSpPr/>
            <p:nvPr/>
          </p:nvSpPr>
          <p:spPr>
            <a:xfrm>
              <a:off x="576904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4" name="Rectangle 873">
              <a:extLst>
                <a:ext uri="{FF2B5EF4-FFF2-40B4-BE49-F238E27FC236}">
                  <a16:creationId xmlns:a16="http://schemas.microsoft.com/office/drawing/2014/main" id="{EE1B3116-7E5B-4A2B-989C-52C3C9D25BC2}"/>
                </a:ext>
              </a:extLst>
            </p:cNvPr>
            <p:cNvSpPr/>
            <p:nvPr/>
          </p:nvSpPr>
          <p:spPr>
            <a:xfrm>
              <a:off x="593530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5" name="Rectangle 874">
              <a:extLst>
                <a:ext uri="{FF2B5EF4-FFF2-40B4-BE49-F238E27FC236}">
                  <a16:creationId xmlns:a16="http://schemas.microsoft.com/office/drawing/2014/main" id="{EA087A66-1329-4677-9471-F635A396CA0B}"/>
                </a:ext>
              </a:extLst>
            </p:cNvPr>
            <p:cNvSpPr/>
            <p:nvPr/>
          </p:nvSpPr>
          <p:spPr>
            <a:xfrm>
              <a:off x="78139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6" name="Rectangle 875">
              <a:extLst>
                <a:ext uri="{FF2B5EF4-FFF2-40B4-BE49-F238E27FC236}">
                  <a16:creationId xmlns:a16="http://schemas.microsoft.com/office/drawing/2014/main" id="{20E7ADE4-F4F8-4017-A67E-E4286D28B2B6}"/>
                </a:ext>
              </a:extLst>
            </p:cNvPr>
            <p:cNvSpPr/>
            <p:nvPr/>
          </p:nvSpPr>
          <p:spPr>
            <a:xfrm>
              <a:off x="94765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7" name="Rectangle 876">
              <a:extLst>
                <a:ext uri="{FF2B5EF4-FFF2-40B4-BE49-F238E27FC236}">
                  <a16:creationId xmlns:a16="http://schemas.microsoft.com/office/drawing/2014/main" id="{ED045C40-7EFA-42AE-9211-621EE8283729}"/>
                </a:ext>
              </a:extLst>
            </p:cNvPr>
            <p:cNvSpPr/>
            <p:nvPr/>
          </p:nvSpPr>
          <p:spPr>
            <a:xfrm>
              <a:off x="111390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8" name="Rectangle 877">
              <a:extLst>
                <a:ext uri="{FF2B5EF4-FFF2-40B4-BE49-F238E27FC236}">
                  <a16:creationId xmlns:a16="http://schemas.microsoft.com/office/drawing/2014/main" id="{D77C8D06-E682-4CAC-AFDB-E2C4ACE17B5B}"/>
                </a:ext>
              </a:extLst>
            </p:cNvPr>
            <p:cNvSpPr/>
            <p:nvPr/>
          </p:nvSpPr>
          <p:spPr>
            <a:xfrm>
              <a:off x="128016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9" name="Rectangle 878">
              <a:extLst>
                <a:ext uri="{FF2B5EF4-FFF2-40B4-BE49-F238E27FC236}">
                  <a16:creationId xmlns:a16="http://schemas.microsoft.com/office/drawing/2014/main" id="{2FC3185A-F45F-48D7-943D-67D7BABA84B6}"/>
                </a:ext>
              </a:extLst>
            </p:cNvPr>
            <p:cNvSpPr/>
            <p:nvPr/>
          </p:nvSpPr>
          <p:spPr>
            <a:xfrm>
              <a:off x="144641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0" name="Rectangle 879">
              <a:extLst>
                <a:ext uri="{FF2B5EF4-FFF2-40B4-BE49-F238E27FC236}">
                  <a16:creationId xmlns:a16="http://schemas.microsoft.com/office/drawing/2014/main" id="{82CA17F1-ECFB-474E-AD96-4A5771E1E1D3}"/>
                </a:ext>
              </a:extLst>
            </p:cNvPr>
            <p:cNvSpPr/>
            <p:nvPr/>
          </p:nvSpPr>
          <p:spPr>
            <a:xfrm>
              <a:off x="161267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1" name="Rectangle 880">
              <a:extLst>
                <a:ext uri="{FF2B5EF4-FFF2-40B4-BE49-F238E27FC236}">
                  <a16:creationId xmlns:a16="http://schemas.microsoft.com/office/drawing/2014/main" id="{CD7BBAA5-8E69-4637-B7F9-3F41C5702F97}"/>
                </a:ext>
              </a:extLst>
            </p:cNvPr>
            <p:cNvSpPr/>
            <p:nvPr/>
          </p:nvSpPr>
          <p:spPr>
            <a:xfrm>
              <a:off x="177892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2" name="Rectangle 881">
              <a:extLst>
                <a:ext uri="{FF2B5EF4-FFF2-40B4-BE49-F238E27FC236}">
                  <a16:creationId xmlns:a16="http://schemas.microsoft.com/office/drawing/2014/main" id="{ED9B3C6A-BD8A-45E4-AEE7-5664E07EDF48}"/>
                </a:ext>
              </a:extLst>
            </p:cNvPr>
            <p:cNvSpPr/>
            <p:nvPr/>
          </p:nvSpPr>
          <p:spPr>
            <a:xfrm>
              <a:off x="194518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3" name="Rectangle 882">
              <a:extLst>
                <a:ext uri="{FF2B5EF4-FFF2-40B4-BE49-F238E27FC236}">
                  <a16:creationId xmlns:a16="http://schemas.microsoft.com/office/drawing/2014/main" id="{4DFFB423-20AB-487C-9764-08BCF660DF3C}"/>
                </a:ext>
              </a:extLst>
            </p:cNvPr>
            <p:cNvSpPr/>
            <p:nvPr/>
          </p:nvSpPr>
          <p:spPr>
            <a:xfrm>
              <a:off x="211143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4" name="Rectangle 883">
              <a:extLst>
                <a:ext uri="{FF2B5EF4-FFF2-40B4-BE49-F238E27FC236}">
                  <a16:creationId xmlns:a16="http://schemas.microsoft.com/office/drawing/2014/main" id="{3B91903E-18C4-478F-BA97-C50C78E37EAD}"/>
                </a:ext>
              </a:extLst>
            </p:cNvPr>
            <p:cNvSpPr/>
            <p:nvPr/>
          </p:nvSpPr>
          <p:spPr>
            <a:xfrm>
              <a:off x="227769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5" name="Rectangle 884">
              <a:extLst>
                <a:ext uri="{FF2B5EF4-FFF2-40B4-BE49-F238E27FC236}">
                  <a16:creationId xmlns:a16="http://schemas.microsoft.com/office/drawing/2014/main" id="{D1A5533B-5103-4A6E-A9A8-71D805155CE2}"/>
                </a:ext>
              </a:extLst>
            </p:cNvPr>
            <p:cNvSpPr/>
            <p:nvPr/>
          </p:nvSpPr>
          <p:spPr>
            <a:xfrm>
              <a:off x="244394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6" name="Rectangle 885">
              <a:extLst>
                <a:ext uri="{FF2B5EF4-FFF2-40B4-BE49-F238E27FC236}">
                  <a16:creationId xmlns:a16="http://schemas.microsoft.com/office/drawing/2014/main" id="{84C783D7-923F-46E2-B409-0BEAC851729B}"/>
                </a:ext>
              </a:extLst>
            </p:cNvPr>
            <p:cNvSpPr/>
            <p:nvPr/>
          </p:nvSpPr>
          <p:spPr>
            <a:xfrm>
              <a:off x="261020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7" name="Rectangle 886">
              <a:extLst>
                <a:ext uri="{FF2B5EF4-FFF2-40B4-BE49-F238E27FC236}">
                  <a16:creationId xmlns:a16="http://schemas.microsoft.com/office/drawing/2014/main" id="{394848C2-98D2-44A6-80E1-5797578CF3A9}"/>
                </a:ext>
              </a:extLst>
            </p:cNvPr>
            <p:cNvSpPr/>
            <p:nvPr/>
          </p:nvSpPr>
          <p:spPr>
            <a:xfrm>
              <a:off x="277645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8" name="Rectangle 887">
              <a:extLst>
                <a:ext uri="{FF2B5EF4-FFF2-40B4-BE49-F238E27FC236}">
                  <a16:creationId xmlns:a16="http://schemas.microsoft.com/office/drawing/2014/main" id="{EACDE499-A90C-431C-B077-56D74373C368}"/>
                </a:ext>
              </a:extLst>
            </p:cNvPr>
            <p:cNvSpPr/>
            <p:nvPr/>
          </p:nvSpPr>
          <p:spPr>
            <a:xfrm>
              <a:off x="294271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9" name="Rectangle 888">
              <a:extLst>
                <a:ext uri="{FF2B5EF4-FFF2-40B4-BE49-F238E27FC236}">
                  <a16:creationId xmlns:a16="http://schemas.microsoft.com/office/drawing/2014/main" id="{4E75AF6A-B640-42FB-913D-2AD616DD3499}"/>
                </a:ext>
              </a:extLst>
            </p:cNvPr>
            <p:cNvSpPr/>
            <p:nvPr/>
          </p:nvSpPr>
          <p:spPr>
            <a:xfrm>
              <a:off x="310896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0" name="Rectangle 889">
              <a:extLst>
                <a:ext uri="{FF2B5EF4-FFF2-40B4-BE49-F238E27FC236}">
                  <a16:creationId xmlns:a16="http://schemas.microsoft.com/office/drawing/2014/main" id="{204FB4F7-1DC2-444C-A5D8-AACCE4EF0963}"/>
                </a:ext>
              </a:extLst>
            </p:cNvPr>
            <p:cNvSpPr/>
            <p:nvPr/>
          </p:nvSpPr>
          <p:spPr>
            <a:xfrm>
              <a:off x="327522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1" name="Rectangle 890">
              <a:extLst>
                <a:ext uri="{FF2B5EF4-FFF2-40B4-BE49-F238E27FC236}">
                  <a16:creationId xmlns:a16="http://schemas.microsoft.com/office/drawing/2014/main" id="{E95E2531-95CB-4A5D-A8FA-4843173E9F3E}"/>
                </a:ext>
              </a:extLst>
            </p:cNvPr>
            <p:cNvSpPr/>
            <p:nvPr/>
          </p:nvSpPr>
          <p:spPr>
            <a:xfrm>
              <a:off x="344147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2" name="Rectangle 891">
              <a:extLst>
                <a:ext uri="{FF2B5EF4-FFF2-40B4-BE49-F238E27FC236}">
                  <a16:creationId xmlns:a16="http://schemas.microsoft.com/office/drawing/2014/main" id="{50002D72-9FF9-4BB4-99E9-CCEA86C543E0}"/>
                </a:ext>
              </a:extLst>
            </p:cNvPr>
            <p:cNvSpPr/>
            <p:nvPr/>
          </p:nvSpPr>
          <p:spPr>
            <a:xfrm>
              <a:off x="360773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3" name="Rectangle 892">
              <a:extLst>
                <a:ext uri="{FF2B5EF4-FFF2-40B4-BE49-F238E27FC236}">
                  <a16:creationId xmlns:a16="http://schemas.microsoft.com/office/drawing/2014/main" id="{1D567273-5264-4922-8EFA-B63E1882A689}"/>
                </a:ext>
              </a:extLst>
            </p:cNvPr>
            <p:cNvSpPr/>
            <p:nvPr/>
          </p:nvSpPr>
          <p:spPr>
            <a:xfrm>
              <a:off x="377398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4" name="Rectangle 893">
              <a:extLst>
                <a:ext uri="{FF2B5EF4-FFF2-40B4-BE49-F238E27FC236}">
                  <a16:creationId xmlns:a16="http://schemas.microsoft.com/office/drawing/2014/main" id="{A2FDCD2C-A7D8-4BA1-9A34-F6AE5F89069B}"/>
                </a:ext>
              </a:extLst>
            </p:cNvPr>
            <p:cNvSpPr/>
            <p:nvPr/>
          </p:nvSpPr>
          <p:spPr>
            <a:xfrm>
              <a:off x="394024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5" name="Rectangle 894">
              <a:extLst>
                <a:ext uri="{FF2B5EF4-FFF2-40B4-BE49-F238E27FC236}">
                  <a16:creationId xmlns:a16="http://schemas.microsoft.com/office/drawing/2014/main" id="{7E99BDD1-863A-4256-B347-40D90385F81E}"/>
                </a:ext>
              </a:extLst>
            </p:cNvPr>
            <p:cNvSpPr/>
            <p:nvPr/>
          </p:nvSpPr>
          <p:spPr>
            <a:xfrm>
              <a:off x="410649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6" name="Rectangle 895">
              <a:extLst>
                <a:ext uri="{FF2B5EF4-FFF2-40B4-BE49-F238E27FC236}">
                  <a16:creationId xmlns:a16="http://schemas.microsoft.com/office/drawing/2014/main" id="{EAE15EC8-309B-4E7A-8A24-2D9F9DBA949E}"/>
                </a:ext>
              </a:extLst>
            </p:cNvPr>
            <p:cNvSpPr/>
            <p:nvPr/>
          </p:nvSpPr>
          <p:spPr>
            <a:xfrm>
              <a:off x="427275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7" name="Rectangle 896">
              <a:extLst>
                <a:ext uri="{FF2B5EF4-FFF2-40B4-BE49-F238E27FC236}">
                  <a16:creationId xmlns:a16="http://schemas.microsoft.com/office/drawing/2014/main" id="{589A4BD4-0621-4B46-B999-AF26B930001E}"/>
                </a:ext>
              </a:extLst>
            </p:cNvPr>
            <p:cNvSpPr/>
            <p:nvPr/>
          </p:nvSpPr>
          <p:spPr>
            <a:xfrm>
              <a:off x="443900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8" name="Rectangle 897">
              <a:extLst>
                <a:ext uri="{FF2B5EF4-FFF2-40B4-BE49-F238E27FC236}">
                  <a16:creationId xmlns:a16="http://schemas.microsoft.com/office/drawing/2014/main" id="{780799B8-994C-49E5-A797-BC92B47E4A95}"/>
                </a:ext>
              </a:extLst>
            </p:cNvPr>
            <p:cNvSpPr/>
            <p:nvPr/>
          </p:nvSpPr>
          <p:spPr>
            <a:xfrm>
              <a:off x="460526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9" name="Rectangle 898">
              <a:extLst>
                <a:ext uri="{FF2B5EF4-FFF2-40B4-BE49-F238E27FC236}">
                  <a16:creationId xmlns:a16="http://schemas.microsoft.com/office/drawing/2014/main" id="{AC122972-E265-4903-95EF-9E2D9F4CDBAC}"/>
                </a:ext>
              </a:extLst>
            </p:cNvPr>
            <p:cNvSpPr/>
            <p:nvPr/>
          </p:nvSpPr>
          <p:spPr>
            <a:xfrm>
              <a:off x="477151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0" name="Rectangle 899">
              <a:extLst>
                <a:ext uri="{FF2B5EF4-FFF2-40B4-BE49-F238E27FC236}">
                  <a16:creationId xmlns:a16="http://schemas.microsoft.com/office/drawing/2014/main" id="{7BAA3A6B-CDBC-47F9-92CF-EAEBA062E8B3}"/>
                </a:ext>
              </a:extLst>
            </p:cNvPr>
            <p:cNvSpPr/>
            <p:nvPr/>
          </p:nvSpPr>
          <p:spPr>
            <a:xfrm>
              <a:off x="493777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1" name="Rectangle 900">
              <a:extLst>
                <a:ext uri="{FF2B5EF4-FFF2-40B4-BE49-F238E27FC236}">
                  <a16:creationId xmlns:a16="http://schemas.microsoft.com/office/drawing/2014/main" id="{55846D15-3041-4462-A522-FA249E430278}"/>
                </a:ext>
              </a:extLst>
            </p:cNvPr>
            <p:cNvSpPr/>
            <p:nvPr/>
          </p:nvSpPr>
          <p:spPr>
            <a:xfrm>
              <a:off x="510402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2" name="Rectangle 901">
              <a:extLst>
                <a:ext uri="{FF2B5EF4-FFF2-40B4-BE49-F238E27FC236}">
                  <a16:creationId xmlns:a16="http://schemas.microsoft.com/office/drawing/2014/main" id="{E54494BF-9049-4C92-914A-F95A875D4402}"/>
                </a:ext>
              </a:extLst>
            </p:cNvPr>
            <p:cNvSpPr/>
            <p:nvPr/>
          </p:nvSpPr>
          <p:spPr>
            <a:xfrm>
              <a:off x="527028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3" name="Rectangle 902">
              <a:extLst>
                <a:ext uri="{FF2B5EF4-FFF2-40B4-BE49-F238E27FC236}">
                  <a16:creationId xmlns:a16="http://schemas.microsoft.com/office/drawing/2014/main" id="{37C94BD7-2EF9-469C-8D80-C5FFE8A5BCF7}"/>
                </a:ext>
              </a:extLst>
            </p:cNvPr>
            <p:cNvSpPr/>
            <p:nvPr/>
          </p:nvSpPr>
          <p:spPr>
            <a:xfrm>
              <a:off x="543653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4" name="Rectangle 903">
              <a:extLst>
                <a:ext uri="{FF2B5EF4-FFF2-40B4-BE49-F238E27FC236}">
                  <a16:creationId xmlns:a16="http://schemas.microsoft.com/office/drawing/2014/main" id="{EBB7B912-8A45-4B81-8F1A-C15EA132D39A}"/>
                </a:ext>
              </a:extLst>
            </p:cNvPr>
            <p:cNvSpPr/>
            <p:nvPr/>
          </p:nvSpPr>
          <p:spPr>
            <a:xfrm>
              <a:off x="560279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5" name="Rectangle 904">
              <a:extLst>
                <a:ext uri="{FF2B5EF4-FFF2-40B4-BE49-F238E27FC236}">
                  <a16:creationId xmlns:a16="http://schemas.microsoft.com/office/drawing/2014/main" id="{59A8C0FE-C786-4A7C-BA9B-E0F1AFBE8838}"/>
                </a:ext>
              </a:extLst>
            </p:cNvPr>
            <p:cNvSpPr/>
            <p:nvPr/>
          </p:nvSpPr>
          <p:spPr>
            <a:xfrm>
              <a:off x="576904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6" name="Rectangle 905">
              <a:extLst>
                <a:ext uri="{FF2B5EF4-FFF2-40B4-BE49-F238E27FC236}">
                  <a16:creationId xmlns:a16="http://schemas.microsoft.com/office/drawing/2014/main" id="{F7603FEF-88A2-4B93-A484-94050A426FDF}"/>
                </a:ext>
              </a:extLst>
            </p:cNvPr>
            <p:cNvSpPr/>
            <p:nvPr/>
          </p:nvSpPr>
          <p:spPr>
            <a:xfrm>
              <a:off x="593530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7" name="Rectangle 906">
              <a:extLst>
                <a:ext uri="{FF2B5EF4-FFF2-40B4-BE49-F238E27FC236}">
                  <a16:creationId xmlns:a16="http://schemas.microsoft.com/office/drawing/2014/main" id="{981F6778-4A86-4C37-857E-AB223143298D}"/>
                </a:ext>
              </a:extLst>
            </p:cNvPr>
            <p:cNvSpPr/>
            <p:nvPr/>
          </p:nvSpPr>
          <p:spPr>
            <a:xfrm>
              <a:off x="78139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8" name="Rectangle 907">
              <a:extLst>
                <a:ext uri="{FF2B5EF4-FFF2-40B4-BE49-F238E27FC236}">
                  <a16:creationId xmlns:a16="http://schemas.microsoft.com/office/drawing/2014/main" id="{3F263461-5CDA-435C-BCEC-8825B8CD208A}"/>
                </a:ext>
              </a:extLst>
            </p:cNvPr>
            <p:cNvSpPr/>
            <p:nvPr/>
          </p:nvSpPr>
          <p:spPr>
            <a:xfrm>
              <a:off x="94765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9" name="Rectangle 908">
              <a:extLst>
                <a:ext uri="{FF2B5EF4-FFF2-40B4-BE49-F238E27FC236}">
                  <a16:creationId xmlns:a16="http://schemas.microsoft.com/office/drawing/2014/main" id="{90A490D7-33E2-44A3-B0D8-AF6CCFC642A1}"/>
                </a:ext>
              </a:extLst>
            </p:cNvPr>
            <p:cNvSpPr/>
            <p:nvPr/>
          </p:nvSpPr>
          <p:spPr>
            <a:xfrm>
              <a:off x="111390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0" name="Rectangle 909">
              <a:extLst>
                <a:ext uri="{FF2B5EF4-FFF2-40B4-BE49-F238E27FC236}">
                  <a16:creationId xmlns:a16="http://schemas.microsoft.com/office/drawing/2014/main" id="{7AB49299-6660-48CE-B216-78B4A3C55326}"/>
                </a:ext>
              </a:extLst>
            </p:cNvPr>
            <p:cNvSpPr/>
            <p:nvPr/>
          </p:nvSpPr>
          <p:spPr>
            <a:xfrm>
              <a:off x="128016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1" name="Rectangle 910">
              <a:extLst>
                <a:ext uri="{FF2B5EF4-FFF2-40B4-BE49-F238E27FC236}">
                  <a16:creationId xmlns:a16="http://schemas.microsoft.com/office/drawing/2014/main" id="{640B073C-5B52-42B6-8E6B-CCC5D9A67F7E}"/>
                </a:ext>
              </a:extLst>
            </p:cNvPr>
            <p:cNvSpPr/>
            <p:nvPr/>
          </p:nvSpPr>
          <p:spPr>
            <a:xfrm>
              <a:off x="144641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2" name="Rectangle 911">
              <a:extLst>
                <a:ext uri="{FF2B5EF4-FFF2-40B4-BE49-F238E27FC236}">
                  <a16:creationId xmlns:a16="http://schemas.microsoft.com/office/drawing/2014/main" id="{DAD985C3-D618-4784-BFCA-7F0F12B8F946}"/>
                </a:ext>
              </a:extLst>
            </p:cNvPr>
            <p:cNvSpPr/>
            <p:nvPr/>
          </p:nvSpPr>
          <p:spPr>
            <a:xfrm>
              <a:off x="161267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3" name="Rectangle 912">
              <a:extLst>
                <a:ext uri="{FF2B5EF4-FFF2-40B4-BE49-F238E27FC236}">
                  <a16:creationId xmlns:a16="http://schemas.microsoft.com/office/drawing/2014/main" id="{DC055756-3040-4307-AA10-3BA2448D897A}"/>
                </a:ext>
              </a:extLst>
            </p:cNvPr>
            <p:cNvSpPr/>
            <p:nvPr/>
          </p:nvSpPr>
          <p:spPr>
            <a:xfrm>
              <a:off x="177892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4" name="Rectangle 913">
              <a:extLst>
                <a:ext uri="{FF2B5EF4-FFF2-40B4-BE49-F238E27FC236}">
                  <a16:creationId xmlns:a16="http://schemas.microsoft.com/office/drawing/2014/main" id="{07E68480-4E9C-4510-8C87-29325D981D94}"/>
                </a:ext>
              </a:extLst>
            </p:cNvPr>
            <p:cNvSpPr/>
            <p:nvPr/>
          </p:nvSpPr>
          <p:spPr>
            <a:xfrm>
              <a:off x="194518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5" name="Rectangle 914">
              <a:extLst>
                <a:ext uri="{FF2B5EF4-FFF2-40B4-BE49-F238E27FC236}">
                  <a16:creationId xmlns:a16="http://schemas.microsoft.com/office/drawing/2014/main" id="{F6E93D31-D614-44F8-907A-A9BEE508F196}"/>
                </a:ext>
              </a:extLst>
            </p:cNvPr>
            <p:cNvSpPr/>
            <p:nvPr/>
          </p:nvSpPr>
          <p:spPr>
            <a:xfrm>
              <a:off x="211143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6" name="Rectangle 915">
              <a:extLst>
                <a:ext uri="{FF2B5EF4-FFF2-40B4-BE49-F238E27FC236}">
                  <a16:creationId xmlns:a16="http://schemas.microsoft.com/office/drawing/2014/main" id="{F8F23F44-D40A-4B77-AC4E-2A1077157BC3}"/>
                </a:ext>
              </a:extLst>
            </p:cNvPr>
            <p:cNvSpPr/>
            <p:nvPr/>
          </p:nvSpPr>
          <p:spPr>
            <a:xfrm>
              <a:off x="227769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7" name="Rectangle 916">
              <a:extLst>
                <a:ext uri="{FF2B5EF4-FFF2-40B4-BE49-F238E27FC236}">
                  <a16:creationId xmlns:a16="http://schemas.microsoft.com/office/drawing/2014/main" id="{BBC31BD8-DFF3-415E-9B16-A2D9731BB217}"/>
                </a:ext>
              </a:extLst>
            </p:cNvPr>
            <p:cNvSpPr/>
            <p:nvPr/>
          </p:nvSpPr>
          <p:spPr>
            <a:xfrm>
              <a:off x="244394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8" name="Rectangle 917">
              <a:extLst>
                <a:ext uri="{FF2B5EF4-FFF2-40B4-BE49-F238E27FC236}">
                  <a16:creationId xmlns:a16="http://schemas.microsoft.com/office/drawing/2014/main" id="{1C3C66C1-7733-477C-B3D0-7E4E9F21EC94}"/>
                </a:ext>
              </a:extLst>
            </p:cNvPr>
            <p:cNvSpPr/>
            <p:nvPr/>
          </p:nvSpPr>
          <p:spPr>
            <a:xfrm>
              <a:off x="261020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9" name="Rectangle 918">
              <a:extLst>
                <a:ext uri="{FF2B5EF4-FFF2-40B4-BE49-F238E27FC236}">
                  <a16:creationId xmlns:a16="http://schemas.microsoft.com/office/drawing/2014/main" id="{01CECF61-EE4F-416F-8E09-A3CD32D9FF68}"/>
                </a:ext>
              </a:extLst>
            </p:cNvPr>
            <p:cNvSpPr/>
            <p:nvPr/>
          </p:nvSpPr>
          <p:spPr>
            <a:xfrm>
              <a:off x="277645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0" name="Rectangle 919">
              <a:extLst>
                <a:ext uri="{FF2B5EF4-FFF2-40B4-BE49-F238E27FC236}">
                  <a16:creationId xmlns:a16="http://schemas.microsoft.com/office/drawing/2014/main" id="{FD7FFEEC-7EDE-4198-A63E-CF33327C803F}"/>
                </a:ext>
              </a:extLst>
            </p:cNvPr>
            <p:cNvSpPr/>
            <p:nvPr/>
          </p:nvSpPr>
          <p:spPr>
            <a:xfrm>
              <a:off x="294271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1" name="Rectangle 920">
              <a:extLst>
                <a:ext uri="{FF2B5EF4-FFF2-40B4-BE49-F238E27FC236}">
                  <a16:creationId xmlns:a16="http://schemas.microsoft.com/office/drawing/2014/main" id="{6377CEB3-DE77-4CBC-80B1-8C2E03D9EC4F}"/>
                </a:ext>
              </a:extLst>
            </p:cNvPr>
            <p:cNvSpPr/>
            <p:nvPr/>
          </p:nvSpPr>
          <p:spPr>
            <a:xfrm>
              <a:off x="310896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2" name="Rectangle 921">
              <a:extLst>
                <a:ext uri="{FF2B5EF4-FFF2-40B4-BE49-F238E27FC236}">
                  <a16:creationId xmlns:a16="http://schemas.microsoft.com/office/drawing/2014/main" id="{59336603-4545-4979-90C0-3B14C8C51F24}"/>
                </a:ext>
              </a:extLst>
            </p:cNvPr>
            <p:cNvSpPr/>
            <p:nvPr/>
          </p:nvSpPr>
          <p:spPr>
            <a:xfrm>
              <a:off x="327522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3" name="Rectangle 922">
              <a:extLst>
                <a:ext uri="{FF2B5EF4-FFF2-40B4-BE49-F238E27FC236}">
                  <a16:creationId xmlns:a16="http://schemas.microsoft.com/office/drawing/2014/main" id="{89759075-9491-438C-97E6-36ACFEA5CA83}"/>
                </a:ext>
              </a:extLst>
            </p:cNvPr>
            <p:cNvSpPr/>
            <p:nvPr/>
          </p:nvSpPr>
          <p:spPr>
            <a:xfrm>
              <a:off x="344147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4" name="Rectangle 923">
              <a:extLst>
                <a:ext uri="{FF2B5EF4-FFF2-40B4-BE49-F238E27FC236}">
                  <a16:creationId xmlns:a16="http://schemas.microsoft.com/office/drawing/2014/main" id="{9F5B2C07-644E-40DB-8A6A-1C7DB2C59C05}"/>
                </a:ext>
              </a:extLst>
            </p:cNvPr>
            <p:cNvSpPr/>
            <p:nvPr/>
          </p:nvSpPr>
          <p:spPr>
            <a:xfrm>
              <a:off x="360773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5" name="Rectangle 924">
              <a:extLst>
                <a:ext uri="{FF2B5EF4-FFF2-40B4-BE49-F238E27FC236}">
                  <a16:creationId xmlns:a16="http://schemas.microsoft.com/office/drawing/2014/main" id="{E5CB08D4-2300-4623-AF26-55338B79D227}"/>
                </a:ext>
              </a:extLst>
            </p:cNvPr>
            <p:cNvSpPr/>
            <p:nvPr/>
          </p:nvSpPr>
          <p:spPr>
            <a:xfrm>
              <a:off x="377398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6" name="Rectangle 925">
              <a:extLst>
                <a:ext uri="{FF2B5EF4-FFF2-40B4-BE49-F238E27FC236}">
                  <a16:creationId xmlns:a16="http://schemas.microsoft.com/office/drawing/2014/main" id="{15F0CFE1-D713-4447-AD58-AE9D9920731F}"/>
                </a:ext>
              </a:extLst>
            </p:cNvPr>
            <p:cNvSpPr/>
            <p:nvPr/>
          </p:nvSpPr>
          <p:spPr>
            <a:xfrm>
              <a:off x="394024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7" name="Rectangle 926">
              <a:extLst>
                <a:ext uri="{FF2B5EF4-FFF2-40B4-BE49-F238E27FC236}">
                  <a16:creationId xmlns:a16="http://schemas.microsoft.com/office/drawing/2014/main" id="{075177C0-2B65-437A-B130-FD01069C6CF0}"/>
                </a:ext>
              </a:extLst>
            </p:cNvPr>
            <p:cNvSpPr/>
            <p:nvPr/>
          </p:nvSpPr>
          <p:spPr>
            <a:xfrm>
              <a:off x="410649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8" name="Rectangle 927">
              <a:extLst>
                <a:ext uri="{FF2B5EF4-FFF2-40B4-BE49-F238E27FC236}">
                  <a16:creationId xmlns:a16="http://schemas.microsoft.com/office/drawing/2014/main" id="{7A9225F2-2FC9-4ECF-B8E2-615A0AF35E9B}"/>
                </a:ext>
              </a:extLst>
            </p:cNvPr>
            <p:cNvSpPr/>
            <p:nvPr/>
          </p:nvSpPr>
          <p:spPr>
            <a:xfrm>
              <a:off x="427275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9" name="Rectangle 928">
              <a:extLst>
                <a:ext uri="{FF2B5EF4-FFF2-40B4-BE49-F238E27FC236}">
                  <a16:creationId xmlns:a16="http://schemas.microsoft.com/office/drawing/2014/main" id="{0FB0CF73-52A5-41F0-BE5D-9600ED663D3E}"/>
                </a:ext>
              </a:extLst>
            </p:cNvPr>
            <p:cNvSpPr/>
            <p:nvPr/>
          </p:nvSpPr>
          <p:spPr>
            <a:xfrm>
              <a:off x="443900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0" name="Rectangle 929">
              <a:extLst>
                <a:ext uri="{FF2B5EF4-FFF2-40B4-BE49-F238E27FC236}">
                  <a16:creationId xmlns:a16="http://schemas.microsoft.com/office/drawing/2014/main" id="{AAEDA923-24AD-44E3-A8EA-007EE7CF95F7}"/>
                </a:ext>
              </a:extLst>
            </p:cNvPr>
            <p:cNvSpPr/>
            <p:nvPr/>
          </p:nvSpPr>
          <p:spPr>
            <a:xfrm>
              <a:off x="460526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1" name="Rectangle 930">
              <a:extLst>
                <a:ext uri="{FF2B5EF4-FFF2-40B4-BE49-F238E27FC236}">
                  <a16:creationId xmlns:a16="http://schemas.microsoft.com/office/drawing/2014/main" id="{DF6FD0E7-EF26-42BA-A9B6-3048AD91A7DF}"/>
                </a:ext>
              </a:extLst>
            </p:cNvPr>
            <p:cNvSpPr/>
            <p:nvPr/>
          </p:nvSpPr>
          <p:spPr>
            <a:xfrm>
              <a:off x="477151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2" name="Rectangle 931">
              <a:extLst>
                <a:ext uri="{FF2B5EF4-FFF2-40B4-BE49-F238E27FC236}">
                  <a16:creationId xmlns:a16="http://schemas.microsoft.com/office/drawing/2014/main" id="{00F2AF78-2FC3-440E-AB9A-1D622A68FB4A}"/>
                </a:ext>
              </a:extLst>
            </p:cNvPr>
            <p:cNvSpPr/>
            <p:nvPr/>
          </p:nvSpPr>
          <p:spPr>
            <a:xfrm>
              <a:off x="493777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3" name="Rectangle 932">
              <a:extLst>
                <a:ext uri="{FF2B5EF4-FFF2-40B4-BE49-F238E27FC236}">
                  <a16:creationId xmlns:a16="http://schemas.microsoft.com/office/drawing/2014/main" id="{5E914AC7-6830-460F-8CA5-DBD5DC982C47}"/>
                </a:ext>
              </a:extLst>
            </p:cNvPr>
            <p:cNvSpPr/>
            <p:nvPr/>
          </p:nvSpPr>
          <p:spPr>
            <a:xfrm>
              <a:off x="510402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4" name="Rectangle 933">
              <a:extLst>
                <a:ext uri="{FF2B5EF4-FFF2-40B4-BE49-F238E27FC236}">
                  <a16:creationId xmlns:a16="http://schemas.microsoft.com/office/drawing/2014/main" id="{4F3E719D-93DF-43E2-97B4-7188B56052FF}"/>
                </a:ext>
              </a:extLst>
            </p:cNvPr>
            <p:cNvSpPr/>
            <p:nvPr/>
          </p:nvSpPr>
          <p:spPr>
            <a:xfrm>
              <a:off x="527028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5" name="Rectangle 934">
              <a:extLst>
                <a:ext uri="{FF2B5EF4-FFF2-40B4-BE49-F238E27FC236}">
                  <a16:creationId xmlns:a16="http://schemas.microsoft.com/office/drawing/2014/main" id="{7A86DF1E-B626-4924-8033-012E07ADC1CE}"/>
                </a:ext>
              </a:extLst>
            </p:cNvPr>
            <p:cNvSpPr/>
            <p:nvPr/>
          </p:nvSpPr>
          <p:spPr>
            <a:xfrm>
              <a:off x="543653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6" name="Rectangle 935">
              <a:extLst>
                <a:ext uri="{FF2B5EF4-FFF2-40B4-BE49-F238E27FC236}">
                  <a16:creationId xmlns:a16="http://schemas.microsoft.com/office/drawing/2014/main" id="{542F2F00-3E38-4214-AD45-674D5EAE84BB}"/>
                </a:ext>
              </a:extLst>
            </p:cNvPr>
            <p:cNvSpPr/>
            <p:nvPr/>
          </p:nvSpPr>
          <p:spPr>
            <a:xfrm>
              <a:off x="560279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7" name="Rectangle 936">
              <a:extLst>
                <a:ext uri="{FF2B5EF4-FFF2-40B4-BE49-F238E27FC236}">
                  <a16:creationId xmlns:a16="http://schemas.microsoft.com/office/drawing/2014/main" id="{8A010EE5-594F-449B-8724-D0337270B585}"/>
                </a:ext>
              </a:extLst>
            </p:cNvPr>
            <p:cNvSpPr/>
            <p:nvPr/>
          </p:nvSpPr>
          <p:spPr>
            <a:xfrm>
              <a:off x="576904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8" name="Rectangle 937">
              <a:extLst>
                <a:ext uri="{FF2B5EF4-FFF2-40B4-BE49-F238E27FC236}">
                  <a16:creationId xmlns:a16="http://schemas.microsoft.com/office/drawing/2014/main" id="{D2EFC191-E48A-47CC-9018-2A72B65C1531}"/>
                </a:ext>
              </a:extLst>
            </p:cNvPr>
            <p:cNvSpPr/>
            <p:nvPr/>
          </p:nvSpPr>
          <p:spPr>
            <a:xfrm>
              <a:off x="593530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9" name="Rectangle 938">
              <a:extLst>
                <a:ext uri="{FF2B5EF4-FFF2-40B4-BE49-F238E27FC236}">
                  <a16:creationId xmlns:a16="http://schemas.microsoft.com/office/drawing/2014/main" id="{05532C66-2D93-4D1B-9E03-B4F9640ED7C1}"/>
                </a:ext>
              </a:extLst>
            </p:cNvPr>
            <p:cNvSpPr/>
            <p:nvPr/>
          </p:nvSpPr>
          <p:spPr>
            <a:xfrm>
              <a:off x="78139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0" name="Rectangle 939">
              <a:extLst>
                <a:ext uri="{FF2B5EF4-FFF2-40B4-BE49-F238E27FC236}">
                  <a16:creationId xmlns:a16="http://schemas.microsoft.com/office/drawing/2014/main" id="{0F99E13C-48EB-459A-9274-8DB3A1EB3024}"/>
                </a:ext>
              </a:extLst>
            </p:cNvPr>
            <p:cNvSpPr/>
            <p:nvPr/>
          </p:nvSpPr>
          <p:spPr>
            <a:xfrm>
              <a:off x="94765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1" name="Rectangle 940">
              <a:extLst>
                <a:ext uri="{FF2B5EF4-FFF2-40B4-BE49-F238E27FC236}">
                  <a16:creationId xmlns:a16="http://schemas.microsoft.com/office/drawing/2014/main" id="{8AA98577-2F4E-454F-B019-0F6F00BF049E}"/>
                </a:ext>
              </a:extLst>
            </p:cNvPr>
            <p:cNvSpPr/>
            <p:nvPr/>
          </p:nvSpPr>
          <p:spPr>
            <a:xfrm>
              <a:off x="111390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2" name="Rectangle 941">
              <a:extLst>
                <a:ext uri="{FF2B5EF4-FFF2-40B4-BE49-F238E27FC236}">
                  <a16:creationId xmlns:a16="http://schemas.microsoft.com/office/drawing/2014/main" id="{5B20E2B3-FA42-44A6-A771-7E3E63E41E65}"/>
                </a:ext>
              </a:extLst>
            </p:cNvPr>
            <p:cNvSpPr/>
            <p:nvPr/>
          </p:nvSpPr>
          <p:spPr>
            <a:xfrm>
              <a:off x="128016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3" name="Rectangle 942">
              <a:extLst>
                <a:ext uri="{FF2B5EF4-FFF2-40B4-BE49-F238E27FC236}">
                  <a16:creationId xmlns:a16="http://schemas.microsoft.com/office/drawing/2014/main" id="{FA161F3B-22FF-4278-98E5-D83B6C2A7575}"/>
                </a:ext>
              </a:extLst>
            </p:cNvPr>
            <p:cNvSpPr/>
            <p:nvPr/>
          </p:nvSpPr>
          <p:spPr>
            <a:xfrm>
              <a:off x="144641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4" name="Rectangle 943">
              <a:extLst>
                <a:ext uri="{FF2B5EF4-FFF2-40B4-BE49-F238E27FC236}">
                  <a16:creationId xmlns:a16="http://schemas.microsoft.com/office/drawing/2014/main" id="{EB308FE8-CB31-40A1-9264-D2E839FBCE9D}"/>
                </a:ext>
              </a:extLst>
            </p:cNvPr>
            <p:cNvSpPr/>
            <p:nvPr/>
          </p:nvSpPr>
          <p:spPr>
            <a:xfrm>
              <a:off x="161267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5" name="Rectangle 944">
              <a:extLst>
                <a:ext uri="{FF2B5EF4-FFF2-40B4-BE49-F238E27FC236}">
                  <a16:creationId xmlns:a16="http://schemas.microsoft.com/office/drawing/2014/main" id="{CB946E40-E59C-4298-85F9-F496BD699A8C}"/>
                </a:ext>
              </a:extLst>
            </p:cNvPr>
            <p:cNvSpPr/>
            <p:nvPr/>
          </p:nvSpPr>
          <p:spPr>
            <a:xfrm>
              <a:off x="177892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6" name="Rectangle 945">
              <a:extLst>
                <a:ext uri="{FF2B5EF4-FFF2-40B4-BE49-F238E27FC236}">
                  <a16:creationId xmlns:a16="http://schemas.microsoft.com/office/drawing/2014/main" id="{EDA4D25C-9291-45B7-ABEB-0F342A89E73E}"/>
                </a:ext>
              </a:extLst>
            </p:cNvPr>
            <p:cNvSpPr/>
            <p:nvPr/>
          </p:nvSpPr>
          <p:spPr>
            <a:xfrm>
              <a:off x="194518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7" name="Rectangle 946">
              <a:extLst>
                <a:ext uri="{FF2B5EF4-FFF2-40B4-BE49-F238E27FC236}">
                  <a16:creationId xmlns:a16="http://schemas.microsoft.com/office/drawing/2014/main" id="{50E0ABB2-67D3-49C2-B0E9-CB372CAD700F}"/>
                </a:ext>
              </a:extLst>
            </p:cNvPr>
            <p:cNvSpPr/>
            <p:nvPr/>
          </p:nvSpPr>
          <p:spPr>
            <a:xfrm>
              <a:off x="211143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8" name="Rectangle 947">
              <a:extLst>
                <a:ext uri="{FF2B5EF4-FFF2-40B4-BE49-F238E27FC236}">
                  <a16:creationId xmlns:a16="http://schemas.microsoft.com/office/drawing/2014/main" id="{3C3CAE94-71E8-4D10-93FA-41FD7DB1057F}"/>
                </a:ext>
              </a:extLst>
            </p:cNvPr>
            <p:cNvSpPr/>
            <p:nvPr/>
          </p:nvSpPr>
          <p:spPr>
            <a:xfrm>
              <a:off x="227769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9" name="Rectangle 948">
              <a:extLst>
                <a:ext uri="{FF2B5EF4-FFF2-40B4-BE49-F238E27FC236}">
                  <a16:creationId xmlns:a16="http://schemas.microsoft.com/office/drawing/2014/main" id="{0A07E4FD-8862-4BE6-9F7A-B1299D7625C1}"/>
                </a:ext>
              </a:extLst>
            </p:cNvPr>
            <p:cNvSpPr/>
            <p:nvPr/>
          </p:nvSpPr>
          <p:spPr>
            <a:xfrm>
              <a:off x="244394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0" name="Rectangle 949">
              <a:extLst>
                <a:ext uri="{FF2B5EF4-FFF2-40B4-BE49-F238E27FC236}">
                  <a16:creationId xmlns:a16="http://schemas.microsoft.com/office/drawing/2014/main" id="{42EC6A94-AC20-4FAD-9639-5E4D3CDB656F}"/>
                </a:ext>
              </a:extLst>
            </p:cNvPr>
            <p:cNvSpPr/>
            <p:nvPr/>
          </p:nvSpPr>
          <p:spPr>
            <a:xfrm>
              <a:off x="261020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1" name="Rectangle 950">
              <a:extLst>
                <a:ext uri="{FF2B5EF4-FFF2-40B4-BE49-F238E27FC236}">
                  <a16:creationId xmlns:a16="http://schemas.microsoft.com/office/drawing/2014/main" id="{07216D9F-DE03-4E1D-81BC-33D081324834}"/>
                </a:ext>
              </a:extLst>
            </p:cNvPr>
            <p:cNvSpPr/>
            <p:nvPr/>
          </p:nvSpPr>
          <p:spPr>
            <a:xfrm>
              <a:off x="277645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2" name="Rectangle 951">
              <a:extLst>
                <a:ext uri="{FF2B5EF4-FFF2-40B4-BE49-F238E27FC236}">
                  <a16:creationId xmlns:a16="http://schemas.microsoft.com/office/drawing/2014/main" id="{B0D80CC0-47C6-47A9-9E1E-480C2D02143F}"/>
                </a:ext>
              </a:extLst>
            </p:cNvPr>
            <p:cNvSpPr/>
            <p:nvPr/>
          </p:nvSpPr>
          <p:spPr>
            <a:xfrm>
              <a:off x="294271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3" name="Rectangle 952">
              <a:extLst>
                <a:ext uri="{FF2B5EF4-FFF2-40B4-BE49-F238E27FC236}">
                  <a16:creationId xmlns:a16="http://schemas.microsoft.com/office/drawing/2014/main" id="{9D39C77F-7A61-4B5F-8543-C95C320B4FB0}"/>
                </a:ext>
              </a:extLst>
            </p:cNvPr>
            <p:cNvSpPr/>
            <p:nvPr/>
          </p:nvSpPr>
          <p:spPr>
            <a:xfrm>
              <a:off x="310896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4" name="Rectangle 953">
              <a:extLst>
                <a:ext uri="{FF2B5EF4-FFF2-40B4-BE49-F238E27FC236}">
                  <a16:creationId xmlns:a16="http://schemas.microsoft.com/office/drawing/2014/main" id="{2423C64E-0E45-4C56-ADF1-D47B6054CBAA}"/>
                </a:ext>
              </a:extLst>
            </p:cNvPr>
            <p:cNvSpPr/>
            <p:nvPr/>
          </p:nvSpPr>
          <p:spPr>
            <a:xfrm>
              <a:off x="327522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5" name="Rectangle 954">
              <a:extLst>
                <a:ext uri="{FF2B5EF4-FFF2-40B4-BE49-F238E27FC236}">
                  <a16:creationId xmlns:a16="http://schemas.microsoft.com/office/drawing/2014/main" id="{58F4E1B1-B5B7-4114-863D-875638A66791}"/>
                </a:ext>
              </a:extLst>
            </p:cNvPr>
            <p:cNvSpPr/>
            <p:nvPr/>
          </p:nvSpPr>
          <p:spPr>
            <a:xfrm>
              <a:off x="344147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6" name="Rectangle 955">
              <a:extLst>
                <a:ext uri="{FF2B5EF4-FFF2-40B4-BE49-F238E27FC236}">
                  <a16:creationId xmlns:a16="http://schemas.microsoft.com/office/drawing/2014/main" id="{711F49CD-FE5A-4DAD-9FD5-3EFA287AAA8F}"/>
                </a:ext>
              </a:extLst>
            </p:cNvPr>
            <p:cNvSpPr/>
            <p:nvPr/>
          </p:nvSpPr>
          <p:spPr>
            <a:xfrm>
              <a:off x="360773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7" name="Rectangle 956">
              <a:extLst>
                <a:ext uri="{FF2B5EF4-FFF2-40B4-BE49-F238E27FC236}">
                  <a16:creationId xmlns:a16="http://schemas.microsoft.com/office/drawing/2014/main" id="{91A2F15A-E930-4637-A68E-879707296386}"/>
                </a:ext>
              </a:extLst>
            </p:cNvPr>
            <p:cNvSpPr/>
            <p:nvPr/>
          </p:nvSpPr>
          <p:spPr>
            <a:xfrm>
              <a:off x="377398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8" name="Rectangle 957">
              <a:extLst>
                <a:ext uri="{FF2B5EF4-FFF2-40B4-BE49-F238E27FC236}">
                  <a16:creationId xmlns:a16="http://schemas.microsoft.com/office/drawing/2014/main" id="{3AF149B6-9F52-4B5F-B946-7BDEB36BCB99}"/>
                </a:ext>
              </a:extLst>
            </p:cNvPr>
            <p:cNvSpPr/>
            <p:nvPr/>
          </p:nvSpPr>
          <p:spPr>
            <a:xfrm>
              <a:off x="394024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9" name="Rectangle 958">
              <a:extLst>
                <a:ext uri="{FF2B5EF4-FFF2-40B4-BE49-F238E27FC236}">
                  <a16:creationId xmlns:a16="http://schemas.microsoft.com/office/drawing/2014/main" id="{EEE0AC60-FADD-4DDA-A63C-1D8DAE460491}"/>
                </a:ext>
              </a:extLst>
            </p:cNvPr>
            <p:cNvSpPr/>
            <p:nvPr/>
          </p:nvSpPr>
          <p:spPr>
            <a:xfrm>
              <a:off x="410649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0" name="Rectangle 959">
              <a:extLst>
                <a:ext uri="{FF2B5EF4-FFF2-40B4-BE49-F238E27FC236}">
                  <a16:creationId xmlns:a16="http://schemas.microsoft.com/office/drawing/2014/main" id="{7B9FFA1A-81FF-422B-BEEB-F519D26DD487}"/>
                </a:ext>
              </a:extLst>
            </p:cNvPr>
            <p:cNvSpPr/>
            <p:nvPr/>
          </p:nvSpPr>
          <p:spPr>
            <a:xfrm>
              <a:off x="427275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1" name="Rectangle 960">
              <a:extLst>
                <a:ext uri="{FF2B5EF4-FFF2-40B4-BE49-F238E27FC236}">
                  <a16:creationId xmlns:a16="http://schemas.microsoft.com/office/drawing/2014/main" id="{984D9D37-5FDF-4C64-B503-42522DBECBD1}"/>
                </a:ext>
              </a:extLst>
            </p:cNvPr>
            <p:cNvSpPr/>
            <p:nvPr/>
          </p:nvSpPr>
          <p:spPr>
            <a:xfrm>
              <a:off x="443900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2" name="Rectangle 961">
              <a:extLst>
                <a:ext uri="{FF2B5EF4-FFF2-40B4-BE49-F238E27FC236}">
                  <a16:creationId xmlns:a16="http://schemas.microsoft.com/office/drawing/2014/main" id="{5FE9DBC4-B5D1-4A71-8A50-128F4956B100}"/>
                </a:ext>
              </a:extLst>
            </p:cNvPr>
            <p:cNvSpPr/>
            <p:nvPr/>
          </p:nvSpPr>
          <p:spPr>
            <a:xfrm>
              <a:off x="460526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3" name="Rectangle 962">
              <a:extLst>
                <a:ext uri="{FF2B5EF4-FFF2-40B4-BE49-F238E27FC236}">
                  <a16:creationId xmlns:a16="http://schemas.microsoft.com/office/drawing/2014/main" id="{DF4841CA-5AED-4FC1-919B-CB755C54BBF5}"/>
                </a:ext>
              </a:extLst>
            </p:cNvPr>
            <p:cNvSpPr/>
            <p:nvPr/>
          </p:nvSpPr>
          <p:spPr>
            <a:xfrm>
              <a:off x="477151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4" name="Rectangle 963">
              <a:extLst>
                <a:ext uri="{FF2B5EF4-FFF2-40B4-BE49-F238E27FC236}">
                  <a16:creationId xmlns:a16="http://schemas.microsoft.com/office/drawing/2014/main" id="{45351CF9-FCCC-4A32-8180-F1D545FC720B}"/>
                </a:ext>
              </a:extLst>
            </p:cNvPr>
            <p:cNvSpPr/>
            <p:nvPr/>
          </p:nvSpPr>
          <p:spPr>
            <a:xfrm>
              <a:off x="493777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5" name="Rectangle 964">
              <a:extLst>
                <a:ext uri="{FF2B5EF4-FFF2-40B4-BE49-F238E27FC236}">
                  <a16:creationId xmlns:a16="http://schemas.microsoft.com/office/drawing/2014/main" id="{514202F8-F9A7-4161-AA63-9BA859C31C08}"/>
                </a:ext>
              </a:extLst>
            </p:cNvPr>
            <p:cNvSpPr/>
            <p:nvPr/>
          </p:nvSpPr>
          <p:spPr>
            <a:xfrm>
              <a:off x="510402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6" name="Rectangle 965">
              <a:extLst>
                <a:ext uri="{FF2B5EF4-FFF2-40B4-BE49-F238E27FC236}">
                  <a16:creationId xmlns:a16="http://schemas.microsoft.com/office/drawing/2014/main" id="{25827DE5-FB1F-4409-A530-1AE6DBE70BA3}"/>
                </a:ext>
              </a:extLst>
            </p:cNvPr>
            <p:cNvSpPr/>
            <p:nvPr/>
          </p:nvSpPr>
          <p:spPr>
            <a:xfrm>
              <a:off x="527028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7" name="Rectangle 966">
              <a:extLst>
                <a:ext uri="{FF2B5EF4-FFF2-40B4-BE49-F238E27FC236}">
                  <a16:creationId xmlns:a16="http://schemas.microsoft.com/office/drawing/2014/main" id="{D689650D-4FDB-4702-A918-FC3EC540B049}"/>
                </a:ext>
              </a:extLst>
            </p:cNvPr>
            <p:cNvSpPr/>
            <p:nvPr/>
          </p:nvSpPr>
          <p:spPr>
            <a:xfrm>
              <a:off x="543653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8" name="Rectangle 967">
              <a:extLst>
                <a:ext uri="{FF2B5EF4-FFF2-40B4-BE49-F238E27FC236}">
                  <a16:creationId xmlns:a16="http://schemas.microsoft.com/office/drawing/2014/main" id="{C6A48E91-32D9-4605-B47B-8DDC9B7F42A6}"/>
                </a:ext>
              </a:extLst>
            </p:cNvPr>
            <p:cNvSpPr/>
            <p:nvPr/>
          </p:nvSpPr>
          <p:spPr>
            <a:xfrm>
              <a:off x="560279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9" name="Rectangle 968">
              <a:extLst>
                <a:ext uri="{FF2B5EF4-FFF2-40B4-BE49-F238E27FC236}">
                  <a16:creationId xmlns:a16="http://schemas.microsoft.com/office/drawing/2014/main" id="{948B986B-F4E9-4248-8BB2-62780A62515E}"/>
                </a:ext>
              </a:extLst>
            </p:cNvPr>
            <p:cNvSpPr/>
            <p:nvPr/>
          </p:nvSpPr>
          <p:spPr>
            <a:xfrm>
              <a:off x="576904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0" name="Rectangle 969">
              <a:extLst>
                <a:ext uri="{FF2B5EF4-FFF2-40B4-BE49-F238E27FC236}">
                  <a16:creationId xmlns:a16="http://schemas.microsoft.com/office/drawing/2014/main" id="{47C30F0C-4702-4915-800A-4943D21A9E01}"/>
                </a:ext>
              </a:extLst>
            </p:cNvPr>
            <p:cNvSpPr/>
            <p:nvPr/>
          </p:nvSpPr>
          <p:spPr>
            <a:xfrm>
              <a:off x="593530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1" name="Rectangle 970">
              <a:extLst>
                <a:ext uri="{FF2B5EF4-FFF2-40B4-BE49-F238E27FC236}">
                  <a16:creationId xmlns:a16="http://schemas.microsoft.com/office/drawing/2014/main" id="{A6ED1E2A-7139-4FF7-BCFC-25C1ECE3B7B8}"/>
                </a:ext>
              </a:extLst>
            </p:cNvPr>
            <p:cNvSpPr/>
            <p:nvPr/>
          </p:nvSpPr>
          <p:spPr>
            <a:xfrm>
              <a:off x="78139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2" name="Rectangle 971">
              <a:extLst>
                <a:ext uri="{FF2B5EF4-FFF2-40B4-BE49-F238E27FC236}">
                  <a16:creationId xmlns:a16="http://schemas.microsoft.com/office/drawing/2014/main" id="{6C19FA6C-6DEE-4202-8E0B-01B9EA19BEE2}"/>
                </a:ext>
              </a:extLst>
            </p:cNvPr>
            <p:cNvSpPr/>
            <p:nvPr/>
          </p:nvSpPr>
          <p:spPr>
            <a:xfrm>
              <a:off x="94765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3" name="Rectangle 972">
              <a:extLst>
                <a:ext uri="{FF2B5EF4-FFF2-40B4-BE49-F238E27FC236}">
                  <a16:creationId xmlns:a16="http://schemas.microsoft.com/office/drawing/2014/main" id="{854E4EDF-9972-4818-9EAB-0C84FFE1D62B}"/>
                </a:ext>
              </a:extLst>
            </p:cNvPr>
            <p:cNvSpPr/>
            <p:nvPr/>
          </p:nvSpPr>
          <p:spPr>
            <a:xfrm>
              <a:off x="111390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4" name="Rectangle 973">
              <a:extLst>
                <a:ext uri="{FF2B5EF4-FFF2-40B4-BE49-F238E27FC236}">
                  <a16:creationId xmlns:a16="http://schemas.microsoft.com/office/drawing/2014/main" id="{3CA3F5A8-3112-4889-B4F3-7440157C6EE3}"/>
                </a:ext>
              </a:extLst>
            </p:cNvPr>
            <p:cNvSpPr/>
            <p:nvPr/>
          </p:nvSpPr>
          <p:spPr>
            <a:xfrm>
              <a:off x="128016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5" name="Rectangle 974">
              <a:extLst>
                <a:ext uri="{FF2B5EF4-FFF2-40B4-BE49-F238E27FC236}">
                  <a16:creationId xmlns:a16="http://schemas.microsoft.com/office/drawing/2014/main" id="{F1B8CB2A-CDA9-42D0-ABB7-4B83B4D788D0}"/>
                </a:ext>
              </a:extLst>
            </p:cNvPr>
            <p:cNvSpPr/>
            <p:nvPr/>
          </p:nvSpPr>
          <p:spPr>
            <a:xfrm>
              <a:off x="144641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6" name="Rectangle 975">
              <a:extLst>
                <a:ext uri="{FF2B5EF4-FFF2-40B4-BE49-F238E27FC236}">
                  <a16:creationId xmlns:a16="http://schemas.microsoft.com/office/drawing/2014/main" id="{3A608385-2DF9-49D1-81E7-B47213A1E4B4}"/>
                </a:ext>
              </a:extLst>
            </p:cNvPr>
            <p:cNvSpPr/>
            <p:nvPr/>
          </p:nvSpPr>
          <p:spPr>
            <a:xfrm>
              <a:off x="161267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7" name="Rectangle 976">
              <a:extLst>
                <a:ext uri="{FF2B5EF4-FFF2-40B4-BE49-F238E27FC236}">
                  <a16:creationId xmlns:a16="http://schemas.microsoft.com/office/drawing/2014/main" id="{03F73108-60DC-488A-96F1-D4045C597427}"/>
                </a:ext>
              </a:extLst>
            </p:cNvPr>
            <p:cNvSpPr/>
            <p:nvPr/>
          </p:nvSpPr>
          <p:spPr>
            <a:xfrm>
              <a:off x="177892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8" name="Rectangle 977">
              <a:extLst>
                <a:ext uri="{FF2B5EF4-FFF2-40B4-BE49-F238E27FC236}">
                  <a16:creationId xmlns:a16="http://schemas.microsoft.com/office/drawing/2014/main" id="{AB317653-5195-4899-A7AB-A37E5B43741B}"/>
                </a:ext>
              </a:extLst>
            </p:cNvPr>
            <p:cNvSpPr/>
            <p:nvPr/>
          </p:nvSpPr>
          <p:spPr>
            <a:xfrm>
              <a:off x="194518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9" name="Rectangle 978">
              <a:extLst>
                <a:ext uri="{FF2B5EF4-FFF2-40B4-BE49-F238E27FC236}">
                  <a16:creationId xmlns:a16="http://schemas.microsoft.com/office/drawing/2014/main" id="{F585AE60-0312-43A4-A417-35ED4177179F}"/>
                </a:ext>
              </a:extLst>
            </p:cNvPr>
            <p:cNvSpPr/>
            <p:nvPr/>
          </p:nvSpPr>
          <p:spPr>
            <a:xfrm>
              <a:off x="211143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0" name="Rectangle 979">
              <a:extLst>
                <a:ext uri="{FF2B5EF4-FFF2-40B4-BE49-F238E27FC236}">
                  <a16:creationId xmlns:a16="http://schemas.microsoft.com/office/drawing/2014/main" id="{0474A42B-36EA-45C4-BECF-FDFBB05A76E4}"/>
                </a:ext>
              </a:extLst>
            </p:cNvPr>
            <p:cNvSpPr/>
            <p:nvPr/>
          </p:nvSpPr>
          <p:spPr>
            <a:xfrm>
              <a:off x="227769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1" name="Rectangle 980">
              <a:extLst>
                <a:ext uri="{FF2B5EF4-FFF2-40B4-BE49-F238E27FC236}">
                  <a16:creationId xmlns:a16="http://schemas.microsoft.com/office/drawing/2014/main" id="{970C3CE5-4F38-476B-A279-8073D474689E}"/>
                </a:ext>
              </a:extLst>
            </p:cNvPr>
            <p:cNvSpPr/>
            <p:nvPr/>
          </p:nvSpPr>
          <p:spPr>
            <a:xfrm>
              <a:off x="244394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2" name="Rectangle 981">
              <a:extLst>
                <a:ext uri="{FF2B5EF4-FFF2-40B4-BE49-F238E27FC236}">
                  <a16:creationId xmlns:a16="http://schemas.microsoft.com/office/drawing/2014/main" id="{B6994B51-F3F8-4083-BA74-B90D17783A65}"/>
                </a:ext>
              </a:extLst>
            </p:cNvPr>
            <p:cNvSpPr/>
            <p:nvPr/>
          </p:nvSpPr>
          <p:spPr>
            <a:xfrm>
              <a:off x="261020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A609BB87-ED39-457D-8098-DE0C8D090B1B}"/>
                </a:ext>
              </a:extLst>
            </p:cNvPr>
            <p:cNvSpPr/>
            <p:nvPr/>
          </p:nvSpPr>
          <p:spPr>
            <a:xfrm>
              <a:off x="277645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8FF2FFDD-D53F-42FF-88DB-909B3FDC3D0E}"/>
                </a:ext>
              </a:extLst>
            </p:cNvPr>
            <p:cNvSpPr/>
            <p:nvPr/>
          </p:nvSpPr>
          <p:spPr>
            <a:xfrm>
              <a:off x="294271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04256E91-4FBE-4E09-B77E-8FD4A504C3A5}"/>
                </a:ext>
              </a:extLst>
            </p:cNvPr>
            <p:cNvSpPr/>
            <p:nvPr/>
          </p:nvSpPr>
          <p:spPr>
            <a:xfrm>
              <a:off x="310896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F9E80D2B-A6F9-493B-82BA-CFECB0F039F8}"/>
                </a:ext>
              </a:extLst>
            </p:cNvPr>
            <p:cNvSpPr/>
            <p:nvPr/>
          </p:nvSpPr>
          <p:spPr>
            <a:xfrm>
              <a:off x="327522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07ACDD07-9599-45B2-A2DA-DE4054E4D025}"/>
                </a:ext>
              </a:extLst>
            </p:cNvPr>
            <p:cNvSpPr/>
            <p:nvPr/>
          </p:nvSpPr>
          <p:spPr>
            <a:xfrm>
              <a:off x="344147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8" name="Rectangle 987">
              <a:extLst>
                <a:ext uri="{FF2B5EF4-FFF2-40B4-BE49-F238E27FC236}">
                  <a16:creationId xmlns:a16="http://schemas.microsoft.com/office/drawing/2014/main" id="{91E173E9-9460-48F9-93D4-E34504D53114}"/>
                </a:ext>
              </a:extLst>
            </p:cNvPr>
            <p:cNvSpPr/>
            <p:nvPr/>
          </p:nvSpPr>
          <p:spPr>
            <a:xfrm>
              <a:off x="360773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9" name="Rectangle 988">
              <a:extLst>
                <a:ext uri="{FF2B5EF4-FFF2-40B4-BE49-F238E27FC236}">
                  <a16:creationId xmlns:a16="http://schemas.microsoft.com/office/drawing/2014/main" id="{FB681CED-1D5A-455A-9854-67CA81144750}"/>
                </a:ext>
              </a:extLst>
            </p:cNvPr>
            <p:cNvSpPr/>
            <p:nvPr/>
          </p:nvSpPr>
          <p:spPr>
            <a:xfrm>
              <a:off x="377398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0" name="Rectangle 989">
              <a:extLst>
                <a:ext uri="{FF2B5EF4-FFF2-40B4-BE49-F238E27FC236}">
                  <a16:creationId xmlns:a16="http://schemas.microsoft.com/office/drawing/2014/main" id="{481B6ED5-72EB-47E6-BF2C-1FF3431875EF}"/>
                </a:ext>
              </a:extLst>
            </p:cNvPr>
            <p:cNvSpPr/>
            <p:nvPr/>
          </p:nvSpPr>
          <p:spPr>
            <a:xfrm>
              <a:off x="394024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1" name="Rectangle 990">
              <a:extLst>
                <a:ext uri="{FF2B5EF4-FFF2-40B4-BE49-F238E27FC236}">
                  <a16:creationId xmlns:a16="http://schemas.microsoft.com/office/drawing/2014/main" id="{ED37BBF9-E218-4547-B9E0-F0FA51F373E9}"/>
                </a:ext>
              </a:extLst>
            </p:cNvPr>
            <p:cNvSpPr/>
            <p:nvPr/>
          </p:nvSpPr>
          <p:spPr>
            <a:xfrm>
              <a:off x="410649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2" name="Rectangle 991">
              <a:extLst>
                <a:ext uri="{FF2B5EF4-FFF2-40B4-BE49-F238E27FC236}">
                  <a16:creationId xmlns:a16="http://schemas.microsoft.com/office/drawing/2014/main" id="{8112E2E2-6198-4A46-9EBA-ADC275E164A2}"/>
                </a:ext>
              </a:extLst>
            </p:cNvPr>
            <p:cNvSpPr/>
            <p:nvPr/>
          </p:nvSpPr>
          <p:spPr>
            <a:xfrm>
              <a:off x="427275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3" name="Rectangle 992">
              <a:extLst>
                <a:ext uri="{FF2B5EF4-FFF2-40B4-BE49-F238E27FC236}">
                  <a16:creationId xmlns:a16="http://schemas.microsoft.com/office/drawing/2014/main" id="{1A49AEFB-0AAB-4CE5-BAFD-DC1C2571E145}"/>
                </a:ext>
              </a:extLst>
            </p:cNvPr>
            <p:cNvSpPr/>
            <p:nvPr/>
          </p:nvSpPr>
          <p:spPr>
            <a:xfrm>
              <a:off x="443900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4" name="Rectangle 993">
              <a:extLst>
                <a:ext uri="{FF2B5EF4-FFF2-40B4-BE49-F238E27FC236}">
                  <a16:creationId xmlns:a16="http://schemas.microsoft.com/office/drawing/2014/main" id="{0EE40DAE-6803-4B29-BA8C-1F461577047D}"/>
                </a:ext>
              </a:extLst>
            </p:cNvPr>
            <p:cNvSpPr/>
            <p:nvPr/>
          </p:nvSpPr>
          <p:spPr>
            <a:xfrm>
              <a:off x="460526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5" name="Rectangle 994">
              <a:extLst>
                <a:ext uri="{FF2B5EF4-FFF2-40B4-BE49-F238E27FC236}">
                  <a16:creationId xmlns:a16="http://schemas.microsoft.com/office/drawing/2014/main" id="{4C714146-BC4A-4E40-8B3D-3FC53EE89BA0}"/>
                </a:ext>
              </a:extLst>
            </p:cNvPr>
            <p:cNvSpPr/>
            <p:nvPr/>
          </p:nvSpPr>
          <p:spPr>
            <a:xfrm>
              <a:off x="477151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6" name="Rectangle 995">
              <a:extLst>
                <a:ext uri="{FF2B5EF4-FFF2-40B4-BE49-F238E27FC236}">
                  <a16:creationId xmlns:a16="http://schemas.microsoft.com/office/drawing/2014/main" id="{D12B1495-247D-494B-810C-68B8C56041D4}"/>
                </a:ext>
              </a:extLst>
            </p:cNvPr>
            <p:cNvSpPr/>
            <p:nvPr/>
          </p:nvSpPr>
          <p:spPr>
            <a:xfrm>
              <a:off x="493777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7" name="Rectangle 996">
              <a:extLst>
                <a:ext uri="{FF2B5EF4-FFF2-40B4-BE49-F238E27FC236}">
                  <a16:creationId xmlns:a16="http://schemas.microsoft.com/office/drawing/2014/main" id="{3C4A7746-8DEE-43E7-8F3C-622D18D33A7C}"/>
                </a:ext>
              </a:extLst>
            </p:cNvPr>
            <p:cNvSpPr/>
            <p:nvPr/>
          </p:nvSpPr>
          <p:spPr>
            <a:xfrm>
              <a:off x="510402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8" name="Rectangle 997">
              <a:extLst>
                <a:ext uri="{FF2B5EF4-FFF2-40B4-BE49-F238E27FC236}">
                  <a16:creationId xmlns:a16="http://schemas.microsoft.com/office/drawing/2014/main" id="{099168D2-CFEA-42FD-8FCD-DE520DB04A28}"/>
                </a:ext>
              </a:extLst>
            </p:cNvPr>
            <p:cNvSpPr/>
            <p:nvPr/>
          </p:nvSpPr>
          <p:spPr>
            <a:xfrm>
              <a:off x="527028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9" name="Rectangle 998">
              <a:extLst>
                <a:ext uri="{FF2B5EF4-FFF2-40B4-BE49-F238E27FC236}">
                  <a16:creationId xmlns:a16="http://schemas.microsoft.com/office/drawing/2014/main" id="{B0374B26-2F35-42DD-A0D6-8F5C27D468E5}"/>
                </a:ext>
              </a:extLst>
            </p:cNvPr>
            <p:cNvSpPr/>
            <p:nvPr/>
          </p:nvSpPr>
          <p:spPr>
            <a:xfrm>
              <a:off x="543653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0" name="Rectangle 999">
              <a:extLst>
                <a:ext uri="{FF2B5EF4-FFF2-40B4-BE49-F238E27FC236}">
                  <a16:creationId xmlns:a16="http://schemas.microsoft.com/office/drawing/2014/main" id="{74F749CC-AF1D-4303-900E-D8347D8D4A59}"/>
                </a:ext>
              </a:extLst>
            </p:cNvPr>
            <p:cNvSpPr/>
            <p:nvPr/>
          </p:nvSpPr>
          <p:spPr>
            <a:xfrm>
              <a:off x="560279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1" name="Rectangle 1000">
              <a:extLst>
                <a:ext uri="{FF2B5EF4-FFF2-40B4-BE49-F238E27FC236}">
                  <a16:creationId xmlns:a16="http://schemas.microsoft.com/office/drawing/2014/main" id="{032C1E57-2DFE-406C-8F5B-C32261CB435D}"/>
                </a:ext>
              </a:extLst>
            </p:cNvPr>
            <p:cNvSpPr/>
            <p:nvPr/>
          </p:nvSpPr>
          <p:spPr>
            <a:xfrm>
              <a:off x="576904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2" name="Rectangle 1001">
              <a:extLst>
                <a:ext uri="{FF2B5EF4-FFF2-40B4-BE49-F238E27FC236}">
                  <a16:creationId xmlns:a16="http://schemas.microsoft.com/office/drawing/2014/main" id="{1771473C-C17B-4EC0-9184-4D466B1E85FB}"/>
                </a:ext>
              </a:extLst>
            </p:cNvPr>
            <p:cNvSpPr/>
            <p:nvPr/>
          </p:nvSpPr>
          <p:spPr>
            <a:xfrm>
              <a:off x="593530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3" name="Rectangle 1002">
              <a:extLst>
                <a:ext uri="{FF2B5EF4-FFF2-40B4-BE49-F238E27FC236}">
                  <a16:creationId xmlns:a16="http://schemas.microsoft.com/office/drawing/2014/main" id="{66FB2C0C-7E95-4C3E-AC99-F1D7C8EAC93B}"/>
                </a:ext>
              </a:extLst>
            </p:cNvPr>
            <p:cNvSpPr/>
            <p:nvPr/>
          </p:nvSpPr>
          <p:spPr>
            <a:xfrm>
              <a:off x="78139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4" name="Rectangle 1003">
              <a:extLst>
                <a:ext uri="{FF2B5EF4-FFF2-40B4-BE49-F238E27FC236}">
                  <a16:creationId xmlns:a16="http://schemas.microsoft.com/office/drawing/2014/main" id="{6E502CEE-754D-40B5-B443-DDCEA87A7DA7}"/>
                </a:ext>
              </a:extLst>
            </p:cNvPr>
            <p:cNvSpPr/>
            <p:nvPr/>
          </p:nvSpPr>
          <p:spPr>
            <a:xfrm>
              <a:off x="94765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5" name="Rectangle 1004">
              <a:extLst>
                <a:ext uri="{FF2B5EF4-FFF2-40B4-BE49-F238E27FC236}">
                  <a16:creationId xmlns:a16="http://schemas.microsoft.com/office/drawing/2014/main" id="{1F37BCB4-38C8-4882-9090-66582AB41F48}"/>
                </a:ext>
              </a:extLst>
            </p:cNvPr>
            <p:cNvSpPr/>
            <p:nvPr/>
          </p:nvSpPr>
          <p:spPr>
            <a:xfrm>
              <a:off x="111390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6" name="Rectangle 1005">
              <a:extLst>
                <a:ext uri="{FF2B5EF4-FFF2-40B4-BE49-F238E27FC236}">
                  <a16:creationId xmlns:a16="http://schemas.microsoft.com/office/drawing/2014/main" id="{3DE37626-DCA3-46F0-874F-83B9DB9C1E2C}"/>
                </a:ext>
              </a:extLst>
            </p:cNvPr>
            <p:cNvSpPr/>
            <p:nvPr/>
          </p:nvSpPr>
          <p:spPr>
            <a:xfrm>
              <a:off x="128016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7" name="Rectangle 1006">
              <a:extLst>
                <a:ext uri="{FF2B5EF4-FFF2-40B4-BE49-F238E27FC236}">
                  <a16:creationId xmlns:a16="http://schemas.microsoft.com/office/drawing/2014/main" id="{E7E51E40-8BCE-4947-A6D2-14BDEE8594BA}"/>
                </a:ext>
              </a:extLst>
            </p:cNvPr>
            <p:cNvSpPr/>
            <p:nvPr/>
          </p:nvSpPr>
          <p:spPr>
            <a:xfrm>
              <a:off x="144641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8" name="Rectangle 1007">
              <a:extLst>
                <a:ext uri="{FF2B5EF4-FFF2-40B4-BE49-F238E27FC236}">
                  <a16:creationId xmlns:a16="http://schemas.microsoft.com/office/drawing/2014/main" id="{41DD70FC-C181-4AE4-AF41-1BBF0AB7443B}"/>
                </a:ext>
              </a:extLst>
            </p:cNvPr>
            <p:cNvSpPr/>
            <p:nvPr/>
          </p:nvSpPr>
          <p:spPr>
            <a:xfrm>
              <a:off x="161267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9" name="Rectangle 1008">
              <a:extLst>
                <a:ext uri="{FF2B5EF4-FFF2-40B4-BE49-F238E27FC236}">
                  <a16:creationId xmlns:a16="http://schemas.microsoft.com/office/drawing/2014/main" id="{29DFCECE-6E84-420F-8D6A-F53C22EBC007}"/>
                </a:ext>
              </a:extLst>
            </p:cNvPr>
            <p:cNvSpPr/>
            <p:nvPr/>
          </p:nvSpPr>
          <p:spPr>
            <a:xfrm>
              <a:off x="177892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0" name="Rectangle 1009">
              <a:extLst>
                <a:ext uri="{FF2B5EF4-FFF2-40B4-BE49-F238E27FC236}">
                  <a16:creationId xmlns:a16="http://schemas.microsoft.com/office/drawing/2014/main" id="{C90FC6AF-1DDD-4418-AFB8-B5F3C9A42BD4}"/>
                </a:ext>
              </a:extLst>
            </p:cNvPr>
            <p:cNvSpPr/>
            <p:nvPr/>
          </p:nvSpPr>
          <p:spPr>
            <a:xfrm>
              <a:off x="194518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1" name="Rectangle 1010">
              <a:extLst>
                <a:ext uri="{FF2B5EF4-FFF2-40B4-BE49-F238E27FC236}">
                  <a16:creationId xmlns:a16="http://schemas.microsoft.com/office/drawing/2014/main" id="{83F689AE-E82C-48B7-9207-F2CA47FFAEF4}"/>
                </a:ext>
              </a:extLst>
            </p:cNvPr>
            <p:cNvSpPr/>
            <p:nvPr/>
          </p:nvSpPr>
          <p:spPr>
            <a:xfrm>
              <a:off x="211143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2" name="Rectangle 1011">
              <a:extLst>
                <a:ext uri="{FF2B5EF4-FFF2-40B4-BE49-F238E27FC236}">
                  <a16:creationId xmlns:a16="http://schemas.microsoft.com/office/drawing/2014/main" id="{895322FB-5983-4587-8B12-0AAC167223D4}"/>
                </a:ext>
              </a:extLst>
            </p:cNvPr>
            <p:cNvSpPr/>
            <p:nvPr/>
          </p:nvSpPr>
          <p:spPr>
            <a:xfrm>
              <a:off x="227769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3" name="Rectangle 1012">
              <a:extLst>
                <a:ext uri="{FF2B5EF4-FFF2-40B4-BE49-F238E27FC236}">
                  <a16:creationId xmlns:a16="http://schemas.microsoft.com/office/drawing/2014/main" id="{FCFE7604-C074-4FB4-85FC-FED3C63BAC5E}"/>
                </a:ext>
              </a:extLst>
            </p:cNvPr>
            <p:cNvSpPr/>
            <p:nvPr/>
          </p:nvSpPr>
          <p:spPr>
            <a:xfrm>
              <a:off x="244394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4" name="Rectangle 1013">
              <a:extLst>
                <a:ext uri="{FF2B5EF4-FFF2-40B4-BE49-F238E27FC236}">
                  <a16:creationId xmlns:a16="http://schemas.microsoft.com/office/drawing/2014/main" id="{7BB3AEAC-87D3-4F35-A5E8-63B56A16EE65}"/>
                </a:ext>
              </a:extLst>
            </p:cNvPr>
            <p:cNvSpPr/>
            <p:nvPr/>
          </p:nvSpPr>
          <p:spPr>
            <a:xfrm>
              <a:off x="261020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5" name="Rectangle 1014">
              <a:extLst>
                <a:ext uri="{FF2B5EF4-FFF2-40B4-BE49-F238E27FC236}">
                  <a16:creationId xmlns:a16="http://schemas.microsoft.com/office/drawing/2014/main" id="{79A3771A-43E2-42F0-B394-D637680F3CA0}"/>
                </a:ext>
              </a:extLst>
            </p:cNvPr>
            <p:cNvSpPr/>
            <p:nvPr/>
          </p:nvSpPr>
          <p:spPr>
            <a:xfrm>
              <a:off x="277645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6" name="Rectangle 1015">
              <a:extLst>
                <a:ext uri="{FF2B5EF4-FFF2-40B4-BE49-F238E27FC236}">
                  <a16:creationId xmlns:a16="http://schemas.microsoft.com/office/drawing/2014/main" id="{50B83798-05A9-4D5C-A2AC-33ACAE4DE16D}"/>
                </a:ext>
              </a:extLst>
            </p:cNvPr>
            <p:cNvSpPr/>
            <p:nvPr/>
          </p:nvSpPr>
          <p:spPr>
            <a:xfrm>
              <a:off x="294271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7" name="Rectangle 1016">
              <a:extLst>
                <a:ext uri="{FF2B5EF4-FFF2-40B4-BE49-F238E27FC236}">
                  <a16:creationId xmlns:a16="http://schemas.microsoft.com/office/drawing/2014/main" id="{2471A04E-0EB1-4177-B1FF-463C82963C02}"/>
                </a:ext>
              </a:extLst>
            </p:cNvPr>
            <p:cNvSpPr/>
            <p:nvPr/>
          </p:nvSpPr>
          <p:spPr>
            <a:xfrm>
              <a:off x="310896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FFFD4D9D-C69D-49FA-B5A3-45EC61E9DF89}"/>
                </a:ext>
              </a:extLst>
            </p:cNvPr>
            <p:cNvSpPr/>
            <p:nvPr/>
          </p:nvSpPr>
          <p:spPr>
            <a:xfrm>
              <a:off x="327522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9" name="Rectangle 1018">
              <a:extLst>
                <a:ext uri="{FF2B5EF4-FFF2-40B4-BE49-F238E27FC236}">
                  <a16:creationId xmlns:a16="http://schemas.microsoft.com/office/drawing/2014/main" id="{7B7FCF3A-B1E6-470E-94BD-E11A82212A3A}"/>
                </a:ext>
              </a:extLst>
            </p:cNvPr>
            <p:cNvSpPr/>
            <p:nvPr/>
          </p:nvSpPr>
          <p:spPr>
            <a:xfrm>
              <a:off x="344147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0" name="Rectangle 1019">
              <a:extLst>
                <a:ext uri="{FF2B5EF4-FFF2-40B4-BE49-F238E27FC236}">
                  <a16:creationId xmlns:a16="http://schemas.microsoft.com/office/drawing/2014/main" id="{EB77E674-D73A-4D88-9C6D-EC102C1C7FE0}"/>
                </a:ext>
              </a:extLst>
            </p:cNvPr>
            <p:cNvSpPr/>
            <p:nvPr/>
          </p:nvSpPr>
          <p:spPr>
            <a:xfrm>
              <a:off x="360773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2B1EA4E4-D313-4845-8E19-FCEF30DEFB42}"/>
                </a:ext>
              </a:extLst>
            </p:cNvPr>
            <p:cNvSpPr/>
            <p:nvPr/>
          </p:nvSpPr>
          <p:spPr>
            <a:xfrm>
              <a:off x="377398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9B6AADE3-8F03-4AF1-B40E-C2E0B69DFE48}"/>
                </a:ext>
              </a:extLst>
            </p:cNvPr>
            <p:cNvSpPr/>
            <p:nvPr/>
          </p:nvSpPr>
          <p:spPr>
            <a:xfrm>
              <a:off x="394024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CE3BC3A-33DB-4251-858F-B1109E93334A}"/>
                </a:ext>
              </a:extLst>
            </p:cNvPr>
            <p:cNvSpPr/>
            <p:nvPr/>
          </p:nvSpPr>
          <p:spPr>
            <a:xfrm>
              <a:off x="410649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80A25CB-53D7-4EE3-9AE4-A265CBC2EF80}"/>
                </a:ext>
              </a:extLst>
            </p:cNvPr>
            <p:cNvSpPr/>
            <p:nvPr/>
          </p:nvSpPr>
          <p:spPr>
            <a:xfrm>
              <a:off x="427275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1867A0CB-211D-4B89-B34F-7C321C186D92}"/>
                </a:ext>
              </a:extLst>
            </p:cNvPr>
            <p:cNvSpPr/>
            <p:nvPr/>
          </p:nvSpPr>
          <p:spPr>
            <a:xfrm>
              <a:off x="443900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3AAD3CA2-82EF-49FC-8153-EFD8F3D885ED}"/>
                </a:ext>
              </a:extLst>
            </p:cNvPr>
            <p:cNvSpPr/>
            <p:nvPr/>
          </p:nvSpPr>
          <p:spPr>
            <a:xfrm>
              <a:off x="460526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8FD17E1B-CA83-4B78-90D7-536F0565FB3B}"/>
                </a:ext>
              </a:extLst>
            </p:cNvPr>
            <p:cNvSpPr/>
            <p:nvPr/>
          </p:nvSpPr>
          <p:spPr>
            <a:xfrm>
              <a:off x="477151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9C1C3ECF-01F5-4D27-A997-412C740FA831}"/>
                </a:ext>
              </a:extLst>
            </p:cNvPr>
            <p:cNvSpPr/>
            <p:nvPr/>
          </p:nvSpPr>
          <p:spPr>
            <a:xfrm>
              <a:off x="493777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E1F0BA91-5118-455B-9DEE-1B8E68485462}"/>
                </a:ext>
              </a:extLst>
            </p:cNvPr>
            <p:cNvSpPr/>
            <p:nvPr/>
          </p:nvSpPr>
          <p:spPr>
            <a:xfrm>
              <a:off x="510402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B514949C-C30A-499C-B203-2A1E5F538DD6}"/>
                </a:ext>
              </a:extLst>
            </p:cNvPr>
            <p:cNvSpPr/>
            <p:nvPr/>
          </p:nvSpPr>
          <p:spPr>
            <a:xfrm>
              <a:off x="527028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Rectangle 1030">
              <a:extLst>
                <a:ext uri="{FF2B5EF4-FFF2-40B4-BE49-F238E27FC236}">
                  <a16:creationId xmlns:a16="http://schemas.microsoft.com/office/drawing/2014/main" id="{7F935058-A817-4B03-9400-3E6486C0E72D}"/>
                </a:ext>
              </a:extLst>
            </p:cNvPr>
            <p:cNvSpPr/>
            <p:nvPr/>
          </p:nvSpPr>
          <p:spPr>
            <a:xfrm>
              <a:off x="543653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7547CB5A-9FA6-43D4-AEAF-BE78F1B0AB71}"/>
                </a:ext>
              </a:extLst>
            </p:cNvPr>
            <p:cNvSpPr/>
            <p:nvPr/>
          </p:nvSpPr>
          <p:spPr>
            <a:xfrm>
              <a:off x="560279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E9F56288-C281-490E-9568-19E27B9A8B71}"/>
                </a:ext>
              </a:extLst>
            </p:cNvPr>
            <p:cNvSpPr/>
            <p:nvPr/>
          </p:nvSpPr>
          <p:spPr>
            <a:xfrm>
              <a:off x="576904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019A8136-B344-4F07-90E6-C59FC93D8A8F}"/>
                </a:ext>
              </a:extLst>
            </p:cNvPr>
            <p:cNvSpPr/>
            <p:nvPr/>
          </p:nvSpPr>
          <p:spPr>
            <a:xfrm>
              <a:off x="593530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6D7F0662-3E4D-4DCB-B248-9269488D4F65}"/>
                </a:ext>
              </a:extLst>
            </p:cNvPr>
            <p:cNvSpPr/>
            <p:nvPr/>
          </p:nvSpPr>
          <p:spPr>
            <a:xfrm>
              <a:off x="78139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F6E30AF4-2BED-460C-A778-B4365141B964}"/>
                </a:ext>
              </a:extLst>
            </p:cNvPr>
            <p:cNvSpPr/>
            <p:nvPr/>
          </p:nvSpPr>
          <p:spPr>
            <a:xfrm>
              <a:off x="94765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Rectangle 1036">
              <a:extLst>
                <a:ext uri="{FF2B5EF4-FFF2-40B4-BE49-F238E27FC236}">
                  <a16:creationId xmlns:a16="http://schemas.microsoft.com/office/drawing/2014/main" id="{119F7EB2-9F93-443B-9D82-5E0F6C508439}"/>
                </a:ext>
              </a:extLst>
            </p:cNvPr>
            <p:cNvSpPr/>
            <p:nvPr/>
          </p:nvSpPr>
          <p:spPr>
            <a:xfrm>
              <a:off x="111390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1520475D-3AE3-447B-8F5F-0E08C87B8A13}"/>
                </a:ext>
              </a:extLst>
            </p:cNvPr>
            <p:cNvSpPr/>
            <p:nvPr/>
          </p:nvSpPr>
          <p:spPr>
            <a:xfrm>
              <a:off x="128016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65EC2CF2-56D1-4988-BDC1-C1D9AF27E99F}"/>
                </a:ext>
              </a:extLst>
            </p:cNvPr>
            <p:cNvSpPr/>
            <p:nvPr/>
          </p:nvSpPr>
          <p:spPr>
            <a:xfrm>
              <a:off x="144641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48C32766-C6D3-482D-BD7B-CB01517105C8}"/>
                </a:ext>
              </a:extLst>
            </p:cNvPr>
            <p:cNvSpPr/>
            <p:nvPr/>
          </p:nvSpPr>
          <p:spPr>
            <a:xfrm>
              <a:off x="161267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Rectangle 1040">
              <a:extLst>
                <a:ext uri="{FF2B5EF4-FFF2-40B4-BE49-F238E27FC236}">
                  <a16:creationId xmlns:a16="http://schemas.microsoft.com/office/drawing/2014/main" id="{CD543F35-8C67-4059-916B-80425EBDAD35}"/>
                </a:ext>
              </a:extLst>
            </p:cNvPr>
            <p:cNvSpPr/>
            <p:nvPr/>
          </p:nvSpPr>
          <p:spPr>
            <a:xfrm>
              <a:off x="177892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Rectangle 1041">
              <a:extLst>
                <a:ext uri="{FF2B5EF4-FFF2-40B4-BE49-F238E27FC236}">
                  <a16:creationId xmlns:a16="http://schemas.microsoft.com/office/drawing/2014/main" id="{3087ACC2-B0FB-4D4A-90B4-1D4B781979C3}"/>
                </a:ext>
              </a:extLst>
            </p:cNvPr>
            <p:cNvSpPr/>
            <p:nvPr/>
          </p:nvSpPr>
          <p:spPr>
            <a:xfrm>
              <a:off x="194518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Rectangle 1042">
              <a:extLst>
                <a:ext uri="{FF2B5EF4-FFF2-40B4-BE49-F238E27FC236}">
                  <a16:creationId xmlns:a16="http://schemas.microsoft.com/office/drawing/2014/main" id="{801A5485-3AD0-4CD5-9EF1-87BC5606EE4C}"/>
                </a:ext>
              </a:extLst>
            </p:cNvPr>
            <p:cNvSpPr/>
            <p:nvPr/>
          </p:nvSpPr>
          <p:spPr>
            <a:xfrm>
              <a:off x="211143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E3E974AB-8AD1-48FD-B221-E02CEE16F98E}"/>
                </a:ext>
              </a:extLst>
            </p:cNvPr>
            <p:cNvSpPr/>
            <p:nvPr/>
          </p:nvSpPr>
          <p:spPr>
            <a:xfrm>
              <a:off x="227769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Rectangle 1044">
              <a:extLst>
                <a:ext uri="{FF2B5EF4-FFF2-40B4-BE49-F238E27FC236}">
                  <a16:creationId xmlns:a16="http://schemas.microsoft.com/office/drawing/2014/main" id="{8CD37B80-530C-4184-BCF9-3BE1224401EB}"/>
                </a:ext>
              </a:extLst>
            </p:cNvPr>
            <p:cNvSpPr/>
            <p:nvPr/>
          </p:nvSpPr>
          <p:spPr>
            <a:xfrm>
              <a:off x="244394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6" name="Rectangle 1045">
              <a:extLst>
                <a:ext uri="{FF2B5EF4-FFF2-40B4-BE49-F238E27FC236}">
                  <a16:creationId xmlns:a16="http://schemas.microsoft.com/office/drawing/2014/main" id="{245A7037-D289-4619-B748-9953224E012A}"/>
                </a:ext>
              </a:extLst>
            </p:cNvPr>
            <p:cNvSpPr/>
            <p:nvPr/>
          </p:nvSpPr>
          <p:spPr>
            <a:xfrm>
              <a:off x="261020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444AE8A8-6060-4020-946C-AC909817FFE0}"/>
                </a:ext>
              </a:extLst>
            </p:cNvPr>
            <p:cNvSpPr/>
            <p:nvPr/>
          </p:nvSpPr>
          <p:spPr>
            <a:xfrm>
              <a:off x="277645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Rectangle 1047">
              <a:extLst>
                <a:ext uri="{FF2B5EF4-FFF2-40B4-BE49-F238E27FC236}">
                  <a16:creationId xmlns:a16="http://schemas.microsoft.com/office/drawing/2014/main" id="{CE5A21EF-BDA8-4794-B945-65A4D38D77A6}"/>
                </a:ext>
              </a:extLst>
            </p:cNvPr>
            <p:cNvSpPr/>
            <p:nvPr/>
          </p:nvSpPr>
          <p:spPr>
            <a:xfrm>
              <a:off x="294271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9" name="Rectangle 1048">
              <a:extLst>
                <a:ext uri="{FF2B5EF4-FFF2-40B4-BE49-F238E27FC236}">
                  <a16:creationId xmlns:a16="http://schemas.microsoft.com/office/drawing/2014/main" id="{FA83BB2A-6165-49E6-97EE-BDB415E43A95}"/>
                </a:ext>
              </a:extLst>
            </p:cNvPr>
            <p:cNvSpPr/>
            <p:nvPr/>
          </p:nvSpPr>
          <p:spPr>
            <a:xfrm>
              <a:off x="310896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0" name="Rectangle 1049">
              <a:extLst>
                <a:ext uri="{FF2B5EF4-FFF2-40B4-BE49-F238E27FC236}">
                  <a16:creationId xmlns:a16="http://schemas.microsoft.com/office/drawing/2014/main" id="{ABB38580-65D3-4DFD-BE5C-10A1A1767A67}"/>
                </a:ext>
              </a:extLst>
            </p:cNvPr>
            <p:cNvSpPr/>
            <p:nvPr/>
          </p:nvSpPr>
          <p:spPr>
            <a:xfrm>
              <a:off x="327522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1" name="Rectangle 1050">
              <a:extLst>
                <a:ext uri="{FF2B5EF4-FFF2-40B4-BE49-F238E27FC236}">
                  <a16:creationId xmlns:a16="http://schemas.microsoft.com/office/drawing/2014/main" id="{047197C8-17BC-46BE-893A-76AB51E82F1E}"/>
                </a:ext>
              </a:extLst>
            </p:cNvPr>
            <p:cNvSpPr/>
            <p:nvPr/>
          </p:nvSpPr>
          <p:spPr>
            <a:xfrm>
              <a:off x="344147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Rectangle 1051">
              <a:extLst>
                <a:ext uri="{FF2B5EF4-FFF2-40B4-BE49-F238E27FC236}">
                  <a16:creationId xmlns:a16="http://schemas.microsoft.com/office/drawing/2014/main" id="{1AEBFEFD-1C72-4497-8880-FB207E604184}"/>
                </a:ext>
              </a:extLst>
            </p:cNvPr>
            <p:cNvSpPr/>
            <p:nvPr/>
          </p:nvSpPr>
          <p:spPr>
            <a:xfrm>
              <a:off x="360773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D51EF89D-DF96-4ED1-9067-707DD7ACD059}"/>
                </a:ext>
              </a:extLst>
            </p:cNvPr>
            <p:cNvSpPr/>
            <p:nvPr/>
          </p:nvSpPr>
          <p:spPr>
            <a:xfrm>
              <a:off x="377398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Rectangle 1053">
              <a:extLst>
                <a:ext uri="{FF2B5EF4-FFF2-40B4-BE49-F238E27FC236}">
                  <a16:creationId xmlns:a16="http://schemas.microsoft.com/office/drawing/2014/main" id="{AC3521EE-7F15-42E7-A22D-D9253CDC847C}"/>
                </a:ext>
              </a:extLst>
            </p:cNvPr>
            <p:cNvSpPr/>
            <p:nvPr/>
          </p:nvSpPr>
          <p:spPr>
            <a:xfrm>
              <a:off x="394024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5" name="Rectangle 1054">
              <a:extLst>
                <a:ext uri="{FF2B5EF4-FFF2-40B4-BE49-F238E27FC236}">
                  <a16:creationId xmlns:a16="http://schemas.microsoft.com/office/drawing/2014/main" id="{85C20893-AF01-4B36-9FDD-9B3A55EA6987}"/>
                </a:ext>
              </a:extLst>
            </p:cNvPr>
            <p:cNvSpPr/>
            <p:nvPr/>
          </p:nvSpPr>
          <p:spPr>
            <a:xfrm>
              <a:off x="410649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6" name="Rectangle 1055">
              <a:extLst>
                <a:ext uri="{FF2B5EF4-FFF2-40B4-BE49-F238E27FC236}">
                  <a16:creationId xmlns:a16="http://schemas.microsoft.com/office/drawing/2014/main" id="{72DD7514-99AA-4750-B991-ACA14D2B319C}"/>
                </a:ext>
              </a:extLst>
            </p:cNvPr>
            <p:cNvSpPr/>
            <p:nvPr/>
          </p:nvSpPr>
          <p:spPr>
            <a:xfrm>
              <a:off x="427275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7" name="Rectangle 1056">
              <a:extLst>
                <a:ext uri="{FF2B5EF4-FFF2-40B4-BE49-F238E27FC236}">
                  <a16:creationId xmlns:a16="http://schemas.microsoft.com/office/drawing/2014/main" id="{B69B3DAC-C7E1-4F16-B4D4-5ED7E2090C8A}"/>
                </a:ext>
              </a:extLst>
            </p:cNvPr>
            <p:cNvSpPr/>
            <p:nvPr/>
          </p:nvSpPr>
          <p:spPr>
            <a:xfrm>
              <a:off x="443900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8" name="Rectangle 1057">
              <a:extLst>
                <a:ext uri="{FF2B5EF4-FFF2-40B4-BE49-F238E27FC236}">
                  <a16:creationId xmlns:a16="http://schemas.microsoft.com/office/drawing/2014/main" id="{130BC470-2A6A-4046-AAE1-953EDA2FE7D7}"/>
                </a:ext>
              </a:extLst>
            </p:cNvPr>
            <p:cNvSpPr/>
            <p:nvPr/>
          </p:nvSpPr>
          <p:spPr>
            <a:xfrm>
              <a:off x="460526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Rectangle 1058">
              <a:extLst>
                <a:ext uri="{FF2B5EF4-FFF2-40B4-BE49-F238E27FC236}">
                  <a16:creationId xmlns:a16="http://schemas.microsoft.com/office/drawing/2014/main" id="{7D86DB3D-19DD-44DC-A9C9-4F742FC6F690}"/>
                </a:ext>
              </a:extLst>
            </p:cNvPr>
            <p:cNvSpPr/>
            <p:nvPr/>
          </p:nvSpPr>
          <p:spPr>
            <a:xfrm>
              <a:off x="477151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0" name="Rectangle 1059">
              <a:extLst>
                <a:ext uri="{FF2B5EF4-FFF2-40B4-BE49-F238E27FC236}">
                  <a16:creationId xmlns:a16="http://schemas.microsoft.com/office/drawing/2014/main" id="{440D07E7-E44B-4D95-9763-98143B0929BB}"/>
                </a:ext>
              </a:extLst>
            </p:cNvPr>
            <p:cNvSpPr/>
            <p:nvPr/>
          </p:nvSpPr>
          <p:spPr>
            <a:xfrm>
              <a:off x="493777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1" name="Rectangle 1060">
              <a:extLst>
                <a:ext uri="{FF2B5EF4-FFF2-40B4-BE49-F238E27FC236}">
                  <a16:creationId xmlns:a16="http://schemas.microsoft.com/office/drawing/2014/main" id="{DA185FDA-4C8A-4E76-8865-9AF45519B552}"/>
                </a:ext>
              </a:extLst>
            </p:cNvPr>
            <p:cNvSpPr/>
            <p:nvPr/>
          </p:nvSpPr>
          <p:spPr>
            <a:xfrm>
              <a:off x="510402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Rectangle 1061">
              <a:extLst>
                <a:ext uri="{FF2B5EF4-FFF2-40B4-BE49-F238E27FC236}">
                  <a16:creationId xmlns:a16="http://schemas.microsoft.com/office/drawing/2014/main" id="{29F9B3E4-4A14-43EF-A108-D0AEE5485088}"/>
                </a:ext>
              </a:extLst>
            </p:cNvPr>
            <p:cNvSpPr/>
            <p:nvPr/>
          </p:nvSpPr>
          <p:spPr>
            <a:xfrm>
              <a:off x="527028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Rectangle 1062">
              <a:extLst>
                <a:ext uri="{FF2B5EF4-FFF2-40B4-BE49-F238E27FC236}">
                  <a16:creationId xmlns:a16="http://schemas.microsoft.com/office/drawing/2014/main" id="{092FFC08-7308-42A1-8178-091977FC47E4}"/>
                </a:ext>
              </a:extLst>
            </p:cNvPr>
            <p:cNvSpPr/>
            <p:nvPr/>
          </p:nvSpPr>
          <p:spPr>
            <a:xfrm>
              <a:off x="543653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4" name="Rectangle 1063">
              <a:extLst>
                <a:ext uri="{FF2B5EF4-FFF2-40B4-BE49-F238E27FC236}">
                  <a16:creationId xmlns:a16="http://schemas.microsoft.com/office/drawing/2014/main" id="{E6F96492-0711-4B62-A8FE-01707C929CEB}"/>
                </a:ext>
              </a:extLst>
            </p:cNvPr>
            <p:cNvSpPr/>
            <p:nvPr/>
          </p:nvSpPr>
          <p:spPr>
            <a:xfrm>
              <a:off x="560279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5" name="Rectangle 1064">
              <a:extLst>
                <a:ext uri="{FF2B5EF4-FFF2-40B4-BE49-F238E27FC236}">
                  <a16:creationId xmlns:a16="http://schemas.microsoft.com/office/drawing/2014/main" id="{A62C1FE6-75EA-4937-AE8E-13850B22B87D}"/>
                </a:ext>
              </a:extLst>
            </p:cNvPr>
            <p:cNvSpPr/>
            <p:nvPr/>
          </p:nvSpPr>
          <p:spPr>
            <a:xfrm>
              <a:off x="576904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6" name="Rectangle 1065">
              <a:extLst>
                <a:ext uri="{FF2B5EF4-FFF2-40B4-BE49-F238E27FC236}">
                  <a16:creationId xmlns:a16="http://schemas.microsoft.com/office/drawing/2014/main" id="{80D47666-BAB7-4C11-A155-DA2C1E77E561}"/>
                </a:ext>
              </a:extLst>
            </p:cNvPr>
            <p:cNvSpPr/>
            <p:nvPr/>
          </p:nvSpPr>
          <p:spPr>
            <a:xfrm>
              <a:off x="593530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3C64FFD4-C402-4FE6-B64A-63174B4F558D}"/>
                </a:ext>
              </a:extLst>
            </p:cNvPr>
            <p:cNvSpPr/>
            <p:nvPr/>
          </p:nvSpPr>
          <p:spPr>
            <a:xfrm>
              <a:off x="78139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8" name="Rectangle 1067">
              <a:extLst>
                <a:ext uri="{FF2B5EF4-FFF2-40B4-BE49-F238E27FC236}">
                  <a16:creationId xmlns:a16="http://schemas.microsoft.com/office/drawing/2014/main" id="{D0367476-82A7-4E28-8CD0-0DD038551A97}"/>
                </a:ext>
              </a:extLst>
            </p:cNvPr>
            <p:cNvSpPr/>
            <p:nvPr/>
          </p:nvSpPr>
          <p:spPr>
            <a:xfrm>
              <a:off x="94765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9" name="Rectangle 1068">
              <a:extLst>
                <a:ext uri="{FF2B5EF4-FFF2-40B4-BE49-F238E27FC236}">
                  <a16:creationId xmlns:a16="http://schemas.microsoft.com/office/drawing/2014/main" id="{9EAC1362-3994-4961-9ADE-FC4CE9858989}"/>
                </a:ext>
              </a:extLst>
            </p:cNvPr>
            <p:cNvSpPr/>
            <p:nvPr/>
          </p:nvSpPr>
          <p:spPr>
            <a:xfrm>
              <a:off x="111390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0" name="Rectangle 1069">
              <a:extLst>
                <a:ext uri="{FF2B5EF4-FFF2-40B4-BE49-F238E27FC236}">
                  <a16:creationId xmlns:a16="http://schemas.microsoft.com/office/drawing/2014/main" id="{BD87B27A-C5A6-4023-95A7-E19E696B5A90}"/>
                </a:ext>
              </a:extLst>
            </p:cNvPr>
            <p:cNvSpPr/>
            <p:nvPr/>
          </p:nvSpPr>
          <p:spPr>
            <a:xfrm>
              <a:off x="128016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1" name="Rectangle 1070">
              <a:extLst>
                <a:ext uri="{FF2B5EF4-FFF2-40B4-BE49-F238E27FC236}">
                  <a16:creationId xmlns:a16="http://schemas.microsoft.com/office/drawing/2014/main" id="{B4D05FCF-7E26-4F27-B212-D6D3CB731B46}"/>
                </a:ext>
              </a:extLst>
            </p:cNvPr>
            <p:cNvSpPr/>
            <p:nvPr/>
          </p:nvSpPr>
          <p:spPr>
            <a:xfrm>
              <a:off x="144641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2" name="Rectangle 1071">
              <a:extLst>
                <a:ext uri="{FF2B5EF4-FFF2-40B4-BE49-F238E27FC236}">
                  <a16:creationId xmlns:a16="http://schemas.microsoft.com/office/drawing/2014/main" id="{578169D1-84C7-4422-BD3B-C707F9C604F2}"/>
                </a:ext>
              </a:extLst>
            </p:cNvPr>
            <p:cNvSpPr/>
            <p:nvPr/>
          </p:nvSpPr>
          <p:spPr>
            <a:xfrm>
              <a:off x="161267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3" name="Rectangle 1072">
              <a:extLst>
                <a:ext uri="{FF2B5EF4-FFF2-40B4-BE49-F238E27FC236}">
                  <a16:creationId xmlns:a16="http://schemas.microsoft.com/office/drawing/2014/main" id="{956BE518-AC48-48E7-86BC-54B28D154D10}"/>
                </a:ext>
              </a:extLst>
            </p:cNvPr>
            <p:cNvSpPr/>
            <p:nvPr/>
          </p:nvSpPr>
          <p:spPr>
            <a:xfrm>
              <a:off x="177892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4" name="Rectangle 1073">
              <a:extLst>
                <a:ext uri="{FF2B5EF4-FFF2-40B4-BE49-F238E27FC236}">
                  <a16:creationId xmlns:a16="http://schemas.microsoft.com/office/drawing/2014/main" id="{687027E7-7153-4942-AA45-B58B30B3D4C7}"/>
                </a:ext>
              </a:extLst>
            </p:cNvPr>
            <p:cNvSpPr/>
            <p:nvPr/>
          </p:nvSpPr>
          <p:spPr>
            <a:xfrm>
              <a:off x="194518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5" name="Rectangle 1074">
              <a:extLst>
                <a:ext uri="{FF2B5EF4-FFF2-40B4-BE49-F238E27FC236}">
                  <a16:creationId xmlns:a16="http://schemas.microsoft.com/office/drawing/2014/main" id="{3B8010E8-148C-4CB1-9427-65B31C7B11ED}"/>
                </a:ext>
              </a:extLst>
            </p:cNvPr>
            <p:cNvSpPr/>
            <p:nvPr/>
          </p:nvSpPr>
          <p:spPr>
            <a:xfrm>
              <a:off x="211143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6" name="Rectangle 1075">
              <a:extLst>
                <a:ext uri="{FF2B5EF4-FFF2-40B4-BE49-F238E27FC236}">
                  <a16:creationId xmlns:a16="http://schemas.microsoft.com/office/drawing/2014/main" id="{9DCA77FA-1575-432C-8868-07EE400C0A5E}"/>
                </a:ext>
              </a:extLst>
            </p:cNvPr>
            <p:cNvSpPr/>
            <p:nvPr/>
          </p:nvSpPr>
          <p:spPr>
            <a:xfrm>
              <a:off x="227769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7" name="Rectangle 1076">
              <a:extLst>
                <a:ext uri="{FF2B5EF4-FFF2-40B4-BE49-F238E27FC236}">
                  <a16:creationId xmlns:a16="http://schemas.microsoft.com/office/drawing/2014/main" id="{C408C681-24FE-47DE-927F-AC2D6068E989}"/>
                </a:ext>
              </a:extLst>
            </p:cNvPr>
            <p:cNvSpPr/>
            <p:nvPr/>
          </p:nvSpPr>
          <p:spPr>
            <a:xfrm>
              <a:off x="244394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8" name="Rectangle 1077">
              <a:extLst>
                <a:ext uri="{FF2B5EF4-FFF2-40B4-BE49-F238E27FC236}">
                  <a16:creationId xmlns:a16="http://schemas.microsoft.com/office/drawing/2014/main" id="{50F1A0F7-9675-42E8-9A60-24A2F553ABBA}"/>
                </a:ext>
              </a:extLst>
            </p:cNvPr>
            <p:cNvSpPr/>
            <p:nvPr/>
          </p:nvSpPr>
          <p:spPr>
            <a:xfrm>
              <a:off x="261020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9" name="Rectangle 1078">
              <a:extLst>
                <a:ext uri="{FF2B5EF4-FFF2-40B4-BE49-F238E27FC236}">
                  <a16:creationId xmlns:a16="http://schemas.microsoft.com/office/drawing/2014/main" id="{F489FAEA-0108-406F-A503-D8BE17C91A57}"/>
                </a:ext>
              </a:extLst>
            </p:cNvPr>
            <p:cNvSpPr/>
            <p:nvPr/>
          </p:nvSpPr>
          <p:spPr>
            <a:xfrm>
              <a:off x="277645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0" name="Rectangle 1079">
              <a:extLst>
                <a:ext uri="{FF2B5EF4-FFF2-40B4-BE49-F238E27FC236}">
                  <a16:creationId xmlns:a16="http://schemas.microsoft.com/office/drawing/2014/main" id="{A8EB5679-0AE7-474D-874B-3FD5681B29B6}"/>
                </a:ext>
              </a:extLst>
            </p:cNvPr>
            <p:cNvSpPr/>
            <p:nvPr/>
          </p:nvSpPr>
          <p:spPr>
            <a:xfrm>
              <a:off x="294271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1" name="Rectangle 1080">
              <a:extLst>
                <a:ext uri="{FF2B5EF4-FFF2-40B4-BE49-F238E27FC236}">
                  <a16:creationId xmlns:a16="http://schemas.microsoft.com/office/drawing/2014/main" id="{290BBC2E-E6D4-42B9-B6AC-2BA546617D87}"/>
                </a:ext>
              </a:extLst>
            </p:cNvPr>
            <p:cNvSpPr/>
            <p:nvPr/>
          </p:nvSpPr>
          <p:spPr>
            <a:xfrm>
              <a:off x="310896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2" name="Rectangle 1081">
              <a:extLst>
                <a:ext uri="{FF2B5EF4-FFF2-40B4-BE49-F238E27FC236}">
                  <a16:creationId xmlns:a16="http://schemas.microsoft.com/office/drawing/2014/main" id="{F2B46FB8-41E8-42DC-AF8A-A946A0947BDB}"/>
                </a:ext>
              </a:extLst>
            </p:cNvPr>
            <p:cNvSpPr/>
            <p:nvPr/>
          </p:nvSpPr>
          <p:spPr>
            <a:xfrm>
              <a:off x="327522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3" name="Rectangle 1082">
              <a:extLst>
                <a:ext uri="{FF2B5EF4-FFF2-40B4-BE49-F238E27FC236}">
                  <a16:creationId xmlns:a16="http://schemas.microsoft.com/office/drawing/2014/main" id="{EBBCF99F-6EF7-40D3-85CC-78D31D36E6F0}"/>
                </a:ext>
              </a:extLst>
            </p:cNvPr>
            <p:cNvSpPr/>
            <p:nvPr/>
          </p:nvSpPr>
          <p:spPr>
            <a:xfrm>
              <a:off x="344147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4" name="Rectangle 1083">
              <a:extLst>
                <a:ext uri="{FF2B5EF4-FFF2-40B4-BE49-F238E27FC236}">
                  <a16:creationId xmlns:a16="http://schemas.microsoft.com/office/drawing/2014/main" id="{59407333-DBC0-4BE1-8E26-1EE74E74128F}"/>
                </a:ext>
              </a:extLst>
            </p:cNvPr>
            <p:cNvSpPr/>
            <p:nvPr/>
          </p:nvSpPr>
          <p:spPr>
            <a:xfrm>
              <a:off x="360773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5" name="Rectangle 1084">
              <a:extLst>
                <a:ext uri="{FF2B5EF4-FFF2-40B4-BE49-F238E27FC236}">
                  <a16:creationId xmlns:a16="http://schemas.microsoft.com/office/drawing/2014/main" id="{1060BC67-2E88-4B0D-AA25-617E0E9D54ED}"/>
                </a:ext>
              </a:extLst>
            </p:cNvPr>
            <p:cNvSpPr/>
            <p:nvPr/>
          </p:nvSpPr>
          <p:spPr>
            <a:xfrm>
              <a:off x="377398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6" name="Rectangle 1085">
              <a:extLst>
                <a:ext uri="{FF2B5EF4-FFF2-40B4-BE49-F238E27FC236}">
                  <a16:creationId xmlns:a16="http://schemas.microsoft.com/office/drawing/2014/main" id="{6AEBFBF8-DD65-45E4-BDF6-C4FDEFADCEA4}"/>
                </a:ext>
              </a:extLst>
            </p:cNvPr>
            <p:cNvSpPr/>
            <p:nvPr/>
          </p:nvSpPr>
          <p:spPr>
            <a:xfrm>
              <a:off x="394024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7" name="Rectangle 1086">
              <a:extLst>
                <a:ext uri="{FF2B5EF4-FFF2-40B4-BE49-F238E27FC236}">
                  <a16:creationId xmlns:a16="http://schemas.microsoft.com/office/drawing/2014/main" id="{F6F924FE-9F45-4B9A-925B-6D599C743FA7}"/>
                </a:ext>
              </a:extLst>
            </p:cNvPr>
            <p:cNvSpPr/>
            <p:nvPr/>
          </p:nvSpPr>
          <p:spPr>
            <a:xfrm>
              <a:off x="410649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8" name="Rectangle 1087">
              <a:extLst>
                <a:ext uri="{FF2B5EF4-FFF2-40B4-BE49-F238E27FC236}">
                  <a16:creationId xmlns:a16="http://schemas.microsoft.com/office/drawing/2014/main" id="{12ECFDF4-7C0D-4090-9673-6C027750896B}"/>
                </a:ext>
              </a:extLst>
            </p:cNvPr>
            <p:cNvSpPr/>
            <p:nvPr/>
          </p:nvSpPr>
          <p:spPr>
            <a:xfrm>
              <a:off x="427275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9" name="Rectangle 1088">
              <a:extLst>
                <a:ext uri="{FF2B5EF4-FFF2-40B4-BE49-F238E27FC236}">
                  <a16:creationId xmlns:a16="http://schemas.microsoft.com/office/drawing/2014/main" id="{47D32058-7E4B-498C-8D19-9487243D865E}"/>
                </a:ext>
              </a:extLst>
            </p:cNvPr>
            <p:cNvSpPr/>
            <p:nvPr/>
          </p:nvSpPr>
          <p:spPr>
            <a:xfrm>
              <a:off x="443900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0" name="Rectangle 1089">
              <a:extLst>
                <a:ext uri="{FF2B5EF4-FFF2-40B4-BE49-F238E27FC236}">
                  <a16:creationId xmlns:a16="http://schemas.microsoft.com/office/drawing/2014/main" id="{AD58820A-66C1-4D4D-8AC5-DD35FF586406}"/>
                </a:ext>
              </a:extLst>
            </p:cNvPr>
            <p:cNvSpPr/>
            <p:nvPr/>
          </p:nvSpPr>
          <p:spPr>
            <a:xfrm>
              <a:off x="460526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1" name="Rectangle 1090">
              <a:extLst>
                <a:ext uri="{FF2B5EF4-FFF2-40B4-BE49-F238E27FC236}">
                  <a16:creationId xmlns:a16="http://schemas.microsoft.com/office/drawing/2014/main" id="{3C2975D2-76BE-437E-AD7A-379A856C0331}"/>
                </a:ext>
              </a:extLst>
            </p:cNvPr>
            <p:cNvSpPr/>
            <p:nvPr/>
          </p:nvSpPr>
          <p:spPr>
            <a:xfrm>
              <a:off x="477151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2" name="Rectangle 1091">
              <a:extLst>
                <a:ext uri="{FF2B5EF4-FFF2-40B4-BE49-F238E27FC236}">
                  <a16:creationId xmlns:a16="http://schemas.microsoft.com/office/drawing/2014/main" id="{B02FF3AF-4A17-4B7A-BCF0-37F8E4273532}"/>
                </a:ext>
              </a:extLst>
            </p:cNvPr>
            <p:cNvSpPr/>
            <p:nvPr/>
          </p:nvSpPr>
          <p:spPr>
            <a:xfrm>
              <a:off x="493777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3" name="Rectangle 1092">
              <a:extLst>
                <a:ext uri="{FF2B5EF4-FFF2-40B4-BE49-F238E27FC236}">
                  <a16:creationId xmlns:a16="http://schemas.microsoft.com/office/drawing/2014/main" id="{75DC0079-9E4E-4564-B2E5-A2B95CDD19FC}"/>
                </a:ext>
              </a:extLst>
            </p:cNvPr>
            <p:cNvSpPr/>
            <p:nvPr/>
          </p:nvSpPr>
          <p:spPr>
            <a:xfrm>
              <a:off x="510402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4" name="Rectangle 1093">
              <a:extLst>
                <a:ext uri="{FF2B5EF4-FFF2-40B4-BE49-F238E27FC236}">
                  <a16:creationId xmlns:a16="http://schemas.microsoft.com/office/drawing/2014/main" id="{10078C2E-B2B6-4737-BE7C-E30DBCF2B4B4}"/>
                </a:ext>
              </a:extLst>
            </p:cNvPr>
            <p:cNvSpPr/>
            <p:nvPr/>
          </p:nvSpPr>
          <p:spPr>
            <a:xfrm>
              <a:off x="527028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5" name="Rectangle 1094">
              <a:extLst>
                <a:ext uri="{FF2B5EF4-FFF2-40B4-BE49-F238E27FC236}">
                  <a16:creationId xmlns:a16="http://schemas.microsoft.com/office/drawing/2014/main" id="{6AFF28B9-DBDF-4883-A821-B59549787E99}"/>
                </a:ext>
              </a:extLst>
            </p:cNvPr>
            <p:cNvSpPr/>
            <p:nvPr/>
          </p:nvSpPr>
          <p:spPr>
            <a:xfrm>
              <a:off x="543653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6" name="Rectangle 1095">
              <a:extLst>
                <a:ext uri="{FF2B5EF4-FFF2-40B4-BE49-F238E27FC236}">
                  <a16:creationId xmlns:a16="http://schemas.microsoft.com/office/drawing/2014/main" id="{4A8E22D3-1E20-449A-AD33-5EF679769DB2}"/>
                </a:ext>
              </a:extLst>
            </p:cNvPr>
            <p:cNvSpPr/>
            <p:nvPr/>
          </p:nvSpPr>
          <p:spPr>
            <a:xfrm>
              <a:off x="560279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7" name="Rectangle 1096">
              <a:extLst>
                <a:ext uri="{FF2B5EF4-FFF2-40B4-BE49-F238E27FC236}">
                  <a16:creationId xmlns:a16="http://schemas.microsoft.com/office/drawing/2014/main" id="{19BD69E3-4502-4391-853D-1F01CBEA3D9E}"/>
                </a:ext>
              </a:extLst>
            </p:cNvPr>
            <p:cNvSpPr/>
            <p:nvPr/>
          </p:nvSpPr>
          <p:spPr>
            <a:xfrm>
              <a:off x="576904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8" name="Rectangle 1097">
              <a:extLst>
                <a:ext uri="{FF2B5EF4-FFF2-40B4-BE49-F238E27FC236}">
                  <a16:creationId xmlns:a16="http://schemas.microsoft.com/office/drawing/2014/main" id="{B262EF46-356E-4938-AC37-B7B1347B0459}"/>
                </a:ext>
              </a:extLst>
            </p:cNvPr>
            <p:cNvSpPr/>
            <p:nvPr/>
          </p:nvSpPr>
          <p:spPr>
            <a:xfrm>
              <a:off x="593530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9" name="Rectangle 1098">
              <a:extLst>
                <a:ext uri="{FF2B5EF4-FFF2-40B4-BE49-F238E27FC236}">
                  <a16:creationId xmlns:a16="http://schemas.microsoft.com/office/drawing/2014/main" id="{1AEC0149-FD9F-495E-A71A-A6609E834CFD}"/>
                </a:ext>
              </a:extLst>
            </p:cNvPr>
            <p:cNvSpPr/>
            <p:nvPr/>
          </p:nvSpPr>
          <p:spPr>
            <a:xfrm>
              <a:off x="78139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0" name="Rectangle 1099">
              <a:extLst>
                <a:ext uri="{FF2B5EF4-FFF2-40B4-BE49-F238E27FC236}">
                  <a16:creationId xmlns:a16="http://schemas.microsoft.com/office/drawing/2014/main" id="{4DDF5CD8-D3A5-42AB-B754-7F70AF250343}"/>
                </a:ext>
              </a:extLst>
            </p:cNvPr>
            <p:cNvSpPr/>
            <p:nvPr/>
          </p:nvSpPr>
          <p:spPr>
            <a:xfrm>
              <a:off x="94765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1" name="Rectangle 1100">
              <a:extLst>
                <a:ext uri="{FF2B5EF4-FFF2-40B4-BE49-F238E27FC236}">
                  <a16:creationId xmlns:a16="http://schemas.microsoft.com/office/drawing/2014/main" id="{395AFEB5-C835-43A9-92DF-2F7ACEB4B1C9}"/>
                </a:ext>
              </a:extLst>
            </p:cNvPr>
            <p:cNvSpPr/>
            <p:nvPr/>
          </p:nvSpPr>
          <p:spPr>
            <a:xfrm>
              <a:off x="111390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2" name="Rectangle 1101">
              <a:extLst>
                <a:ext uri="{FF2B5EF4-FFF2-40B4-BE49-F238E27FC236}">
                  <a16:creationId xmlns:a16="http://schemas.microsoft.com/office/drawing/2014/main" id="{D656C082-56D2-40C4-9751-E9BF3A5E9F09}"/>
                </a:ext>
              </a:extLst>
            </p:cNvPr>
            <p:cNvSpPr/>
            <p:nvPr/>
          </p:nvSpPr>
          <p:spPr>
            <a:xfrm>
              <a:off x="128016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3" name="Rectangle 1102">
              <a:extLst>
                <a:ext uri="{FF2B5EF4-FFF2-40B4-BE49-F238E27FC236}">
                  <a16:creationId xmlns:a16="http://schemas.microsoft.com/office/drawing/2014/main" id="{F4E9B060-43F5-4B3C-8BB0-3F6E17C0E4CB}"/>
                </a:ext>
              </a:extLst>
            </p:cNvPr>
            <p:cNvSpPr/>
            <p:nvPr/>
          </p:nvSpPr>
          <p:spPr>
            <a:xfrm>
              <a:off x="144641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4" name="Rectangle 1103">
              <a:extLst>
                <a:ext uri="{FF2B5EF4-FFF2-40B4-BE49-F238E27FC236}">
                  <a16:creationId xmlns:a16="http://schemas.microsoft.com/office/drawing/2014/main" id="{B71668E0-651E-477F-B64E-1E867D5B3734}"/>
                </a:ext>
              </a:extLst>
            </p:cNvPr>
            <p:cNvSpPr/>
            <p:nvPr/>
          </p:nvSpPr>
          <p:spPr>
            <a:xfrm>
              <a:off x="161267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5" name="Rectangle 1104">
              <a:extLst>
                <a:ext uri="{FF2B5EF4-FFF2-40B4-BE49-F238E27FC236}">
                  <a16:creationId xmlns:a16="http://schemas.microsoft.com/office/drawing/2014/main" id="{A83E8A3A-4132-46B3-A84C-DE823E06ACC7}"/>
                </a:ext>
              </a:extLst>
            </p:cNvPr>
            <p:cNvSpPr/>
            <p:nvPr/>
          </p:nvSpPr>
          <p:spPr>
            <a:xfrm>
              <a:off x="177892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6" name="Rectangle 1105">
              <a:extLst>
                <a:ext uri="{FF2B5EF4-FFF2-40B4-BE49-F238E27FC236}">
                  <a16:creationId xmlns:a16="http://schemas.microsoft.com/office/drawing/2014/main" id="{FD1B031E-4FFC-422F-806E-2EA90E0F7375}"/>
                </a:ext>
              </a:extLst>
            </p:cNvPr>
            <p:cNvSpPr/>
            <p:nvPr/>
          </p:nvSpPr>
          <p:spPr>
            <a:xfrm>
              <a:off x="194518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7" name="Rectangle 1106">
              <a:extLst>
                <a:ext uri="{FF2B5EF4-FFF2-40B4-BE49-F238E27FC236}">
                  <a16:creationId xmlns:a16="http://schemas.microsoft.com/office/drawing/2014/main" id="{B1B15759-BA5D-4492-8E38-EDA168DA2069}"/>
                </a:ext>
              </a:extLst>
            </p:cNvPr>
            <p:cNvSpPr/>
            <p:nvPr/>
          </p:nvSpPr>
          <p:spPr>
            <a:xfrm>
              <a:off x="211143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8" name="Rectangle 1107">
              <a:extLst>
                <a:ext uri="{FF2B5EF4-FFF2-40B4-BE49-F238E27FC236}">
                  <a16:creationId xmlns:a16="http://schemas.microsoft.com/office/drawing/2014/main" id="{377D24ED-5096-447D-8B4A-BAB5EB45CD07}"/>
                </a:ext>
              </a:extLst>
            </p:cNvPr>
            <p:cNvSpPr/>
            <p:nvPr/>
          </p:nvSpPr>
          <p:spPr>
            <a:xfrm>
              <a:off x="227769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9" name="Rectangle 1108">
              <a:extLst>
                <a:ext uri="{FF2B5EF4-FFF2-40B4-BE49-F238E27FC236}">
                  <a16:creationId xmlns:a16="http://schemas.microsoft.com/office/drawing/2014/main" id="{CE449F2A-6C45-4586-A893-29A60AFBD672}"/>
                </a:ext>
              </a:extLst>
            </p:cNvPr>
            <p:cNvSpPr/>
            <p:nvPr/>
          </p:nvSpPr>
          <p:spPr>
            <a:xfrm>
              <a:off x="244394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0" name="Rectangle 1109">
              <a:extLst>
                <a:ext uri="{FF2B5EF4-FFF2-40B4-BE49-F238E27FC236}">
                  <a16:creationId xmlns:a16="http://schemas.microsoft.com/office/drawing/2014/main" id="{2E4B7A1A-C53F-4387-95A7-71DF4AEEBFEE}"/>
                </a:ext>
              </a:extLst>
            </p:cNvPr>
            <p:cNvSpPr/>
            <p:nvPr/>
          </p:nvSpPr>
          <p:spPr>
            <a:xfrm>
              <a:off x="261020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1" name="Rectangle 1110">
              <a:extLst>
                <a:ext uri="{FF2B5EF4-FFF2-40B4-BE49-F238E27FC236}">
                  <a16:creationId xmlns:a16="http://schemas.microsoft.com/office/drawing/2014/main" id="{85C2E44D-1046-418B-B3F7-90EA54BF536E}"/>
                </a:ext>
              </a:extLst>
            </p:cNvPr>
            <p:cNvSpPr/>
            <p:nvPr/>
          </p:nvSpPr>
          <p:spPr>
            <a:xfrm>
              <a:off x="277645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2" name="Rectangle 1111">
              <a:extLst>
                <a:ext uri="{FF2B5EF4-FFF2-40B4-BE49-F238E27FC236}">
                  <a16:creationId xmlns:a16="http://schemas.microsoft.com/office/drawing/2014/main" id="{8344BD7E-904C-4499-95EB-A0F94FD64EDA}"/>
                </a:ext>
              </a:extLst>
            </p:cNvPr>
            <p:cNvSpPr/>
            <p:nvPr/>
          </p:nvSpPr>
          <p:spPr>
            <a:xfrm>
              <a:off x="294271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3" name="Rectangle 1112">
              <a:extLst>
                <a:ext uri="{FF2B5EF4-FFF2-40B4-BE49-F238E27FC236}">
                  <a16:creationId xmlns:a16="http://schemas.microsoft.com/office/drawing/2014/main" id="{5949586C-EC12-41EA-9477-969DB64FDD9F}"/>
                </a:ext>
              </a:extLst>
            </p:cNvPr>
            <p:cNvSpPr/>
            <p:nvPr/>
          </p:nvSpPr>
          <p:spPr>
            <a:xfrm>
              <a:off x="310896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4" name="Rectangle 1113">
              <a:extLst>
                <a:ext uri="{FF2B5EF4-FFF2-40B4-BE49-F238E27FC236}">
                  <a16:creationId xmlns:a16="http://schemas.microsoft.com/office/drawing/2014/main" id="{1BDFC6B6-97C2-4BB1-BB60-64A2D4F6C854}"/>
                </a:ext>
              </a:extLst>
            </p:cNvPr>
            <p:cNvSpPr/>
            <p:nvPr/>
          </p:nvSpPr>
          <p:spPr>
            <a:xfrm>
              <a:off x="327522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5" name="Rectangle 1114">
              <a:extLst>
                <a:ext uri="{FF2B5EF4-FFF2-40B4-BE49-F238E27FC236}">
                  <a16:creationId xmlns:a16="http://schemas.microsoft.com/office/drawing/2014/main" id="{6BF5783F-773B-451F-994E-288F3275364C}"/>
                </a:ext>
              </a:extLst>
            </p:cNvPr>
            <p:cNvSpPr/>
            <p:nvPr/>
          </p:nvSpPr>
          <p:spPr>
            <a:xfrm>
              <a:off x="344147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6" name="Rectangle 1115">
              <a:extLst>
                <a:ext uri="{FF2B5EF4-FFF2-40B4-BE49-F238E27FC236}">
                  <a16:creationId xmlns:a16="http://schemas.microsoft.com/office/drawing/2014/main" id="{29AF06AC-7F6F-477D-B816-FC9B18FF2702}"/>
                </a:ext>
              </a:extLst>
            </p:cNvPr>
            <p:cNvSpPr/>
            <p:nvPr/>
          </p:nvSpPr>
          <p:spPr>
            <a:xfrm>
              <a:off x="360773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7" name="Rectangle 1116">
              <a:extLst>
                <a:ext uri="{FF2B5EF4-FFF2-40B4-BE49-F238E27FC236}">
                  <a16:creationId xmlns:a16="http://schemas.microsoft.com/office/drawing/2014/main" id="{679C2118-70F7-4831-9D55-F95E6D769072}"/>
                </a:ext>
              </a:extLst>
            </p:cNvPr>
            <p:cNvSpPr/>
            <p:nvPr/>
          </p:nvSpPr>
          <p:spPr>
            <a:xfrm>
              <a:off x="377398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8" name="Rectangle 1117">
              <a:extLst>
                <a:ext uri="{FF2B5EF4-FFF2-40B4-BE49-F238E27FC236}">
                  <a16:creationId xmlns:a16="http://schemas.microsoft.com/office/drawing/2014/main" id="{6384110D-EF35-4A37-A28B-33E616056C8B}"/>
                </a:ext>
              </a:extLst>
            </p:cNvPr>
            <p:cNvSpPr/>
            <p:nvPr/>
          </p:nvSpPr>
          <p:spPr>
            <a:xfrm>
              <a:off x="394024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9" name="Rectangle 1118">
              <a:extLst>
                <a:ext uri="{FF2B5EF4-FFF2-40B4-BE49-F238E27FC236}">
                  <a16:creationId xmlns:a16="http://schemas.microsoft.com/office/drawing/2014/main" id="{A64C1E17-D89A-4010-A722-FFB0ACF374A1}"/>
                </a:ext>
              </a:extLst>
            </p:cNvPr>
            <p:cNvSpPr/>
            <p:nvPr/>
          </p:nvSpPr>
          <p:spPr>
            <a:xfrm>
              <a:off x="410649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0" name="Rectangle 1119">
              <a:extLst>
                <a:ext uri="{FF2B5EF4-FFF2-40B4-BE49-F238E27FC236}">
                  <a16:creationId xmlns:a16="http://schemas.microsoft.com/office/drawing/2014/main" id="{1A736A17-3290-4555-A83C-37D9FFEF5C93}"/>
                </a:ext>
              </a:extLst>
            </p:cNvPr>
            <p:cNvSpPr/>
            <p:nvPr/>
          </p:nvSpPr>
          <p:spPr>
            <a:xfrm>
              <a:off x="427275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1" name="Rectangle 1120">
              <a:extLst>
                <a:ext uri="{FF2B5EF4-FFF2-40B4-BE49-F238E27FC236}">
                  <a16:creationId xmlns:a16="http://schemas.microsoft.com/office/drawing/2014/main" id="{15C15B32-E5FB-42EB-B575-96E02325DE5D}"/>
                </a:ext>
              </a:extLst>
            </p:cNvPr>
            <p:cNvSpPr/>
            <p:nvPr/>
          </p:nvSpPr>
          <p:spPr>
            <a:xfrm>
              <a:off x="443900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2" name="Rectangle 1121">
              <a:extLst>
                <a:ext uri="{FF2B5EF4-FFF2-40B4-BE49-F238E27FC236}">
                  <a16:creationId xmlns:a16="http://schemas.microsoft.com/office/drawing/2014/main" id="{866FF64B-7845-410B-A0D6-E1D2C60CB907}"/>
                </a:ext>
              </a:extLst>
            </p:cNvPr>
            <p:cNvSpPr/>
            <p:nvPr/>
          </p:nvSpPr>
          <p:spPr>
            <a:xfrm>
              <a:off x="460526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3" name="Rectangle 1122">
              <a:extLst>
                <a:ext uri="{FF2B5EF4-FFF2-40B4-BE49-F238E27FC236}">
                  <a16:creationId xmlns:a16="http://schemas.microsoft.com/office/drawing/2014/main" id="{B1B3F95F-3F05-468C-84A7-EE3CCCBCC396}"/>
                </a:ext>
              </a:extLst>
            </p:cNvPr>
            <p:cNvSpPr/>
            <p:nvPr/>
          </p:nvSpPr>
          <p:spPr>
            <a:xfrm>
              <a:off x="477151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4" name="Rectangle 1123">
              <a:extLst>
                <a:ext uri="{FF2B5EF4-FFF2-40B4-BE49-F238E27FC236}">
                  <a16:creationId xmlns:a16="http://schemas.microsoft.com/office/drawing/2014/main" id="{7AF6E881-CC4F-4EB4-80F0-2C92050D38E0}"/>
                </a:ext>
              </a:extLst>
            </p:cNvPr>
            <p:cNvSpPr/>
            <p:nvPr/>
          </p:nvSpPr>
          <p:spPr>
            <a:xfrm>
              <a:off x="493777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5" name="Rectangle 1124">
              <a:extLst>
                <a:ext uri="{FF2B5EF4-FFF2-40B4-BE49-F238E27FC236}">
                  <a16:creationId xmlns:a16="http://schemas.microsoft.com/office/drawing/2014/main" id="{9DD2EEB4-A5FE-4B7D-BC36-C777B612AF39}"/>
                </a:ext>
              </a:extLst>
            </p:cNvPr>
            <p:cNvSpPr/>
            <p:nvPr/>
          </p:nvSpPr>
          <p:spPr>
            <a:xfrm>
              <a:off x="510402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6" name="Rectangle 1125">
              <a:extLst>
                <a:ext uri="{FF2B5EF4-FFF2-40B4-BE49-F238E27FC236}">
                  <a16:creationId xmlns:a16="http://schemas.microsoft.com/office/drawing/2014/main" id="{E2F22A37-1323-409B-99FC-A84C32A0409A}"/>
                </a:ext>
              </a:extLst>
            </p:cNvPr>
            <p:cNvSpPr/>
            <p:nvPr/>
          </p:nvSpPr>
          <p:spPr>
            <a:xfrm>
              <a:off x="527028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7" name="Rectangle 1126">
              <a:extLst>
                <a:ext uri="{FF2B5EF4-FFF2-40B4-BE49-F238E27FC236}">
                  <a16:creationId xmlns:a16="http://schemas.microsoft.com/office/drawing/2014/main" id="{E998D504-8DAD-4A09-AA78-7BF586F4B11D}"/>
                </a:ext>
              </a:extLst>
            </p:cNvPr>
            <p:cNvSpPr/>
            <p:nvPr/>
          </p:nvSpPr>
          <p:spPr>
            <a:xfrm>
              <a:off x="543653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8" name="Rectangle 1127">
              <a:extLst>
                <a:ext uri="{FF2B5EF4-FFF2-40B4-BE49-F238E27FC236}">
                  <a16:creationId xmlns:a16="http://schemas.microsoft.com/office/drawing/2014/main" id="{6C7D5485-6E1C-4447-8B92-5052C32353BE}"/>
                </a:ext>
              </a:extLst>
            </p:cNvPr>
            <p:cNvSpPr/>
            <p:nvPr/>
          </p:nvSpPr>
          <p:spPr>
            <a:xfrm>
              <a:off x="560279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9" name="Rectangle 1128">
              <a:extLst>
                <a:ext uri="{FF2B5EF4-FFF2-40B4-BE49-F238E27FC236}">
                  <a16:creationId xmlns:a16="http://schemas.microsoft.com/office/drawing/2014/main" id="{683EDBBD-CBDB-4F72-BEF0-68326E7905DF}"/>
                </a:ext>
              </a:extLst>
            </p:cNvPr>
            <p:cNvSpPr/>
            <p:nvPr/>
          </p:nvSpPr>
          <p:spPr>
            <a:xfrm>
              <a:off x="576904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0" name="Rectangle 1129">
              <a:extLst>
                <a:ext uri="{FF2B5EF4-FFF2-40B4-BE49-F238E27FC236}">
                  <a16:creationId xmlns:a16="http://schemas.microsoft.com/office/drawing/2014/main" id="{4E6C3A7F-C52D-436E-BA94-2F6DB155E50F}"/>
                </a:ext>
              </a:extLst>
            </p:cNvPr>
            <p:cNvSpPr/>
            <p:nvPr/>
          </p:nvSpPr>
          <p:spPr>
            <a:xfrm>
              <a:off x="593530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1" name="Rectangle 1130">
              <a:extLst>
                <a:ext uri="{FF2B5EF4-FFF2-40B4-BE49-F238E27FC236}">
                  <a16:creationId xmlns:a16="http://schemas.microsoft.com/office/drawing/2014/main" id="{4EF00252-877A-4253-B612-D77B40BEC44E}"/>
                </a:ext>
              </a:extLst>
            </p:cNvPr>
            <p:cNvSpPr/>
            <p:nvPr/>
          </p:nvSpPr>
          <p:spPr>
            <a:xfrm>
              <a:off x="78139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2" name="Rectangle 1131">
              <a:extLst>
                <a:ext uri="{FF2B5EF4-FFF2-40B4-BE49-F238E27FC236}">
                  <a16:creationId xmlns:a16="http://schemas.microsoft.com/office/drawing/2014/main" id="{EB638BA8-407E-4E2A-B409-1924B0F305E8}"/>
                </a:ext>
              </a:extLst>
            </p:cNvPr>
            <p:cNvSpPr/>
            <p:nvPr/>
          </p:nvSpPr>
          <p:spPr>
            <a:xfrm>
              <a:off x="94765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3" name="Rectangle 1132">
              <a:extLst>
                <a:ext uri="{FF2B5EF4-FFF2-40B4-BE49-F238E27FC236}">
                  <a16:creationId xmlns:a16="http://schemas.microsoft.com/office/drawing/2014/main" id="{5D5DA6AE-DC4D-40B8-B32E-513B03C93700}"/>
                </a:ext>
              </a:extLst>
            </p:cNvPr>
            <p:cNvSpPr/>
            <p:nvPr/>
          </p:nvSpPr>
          <p:spPr>
            <a:xfrm>
              <a:off x="111390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4" name="Rectangle 1133">
              <a:extLst>
                <a:ext uri="{FF2B5EF4-FFF2-40B4-BE49-F238E27FC236}">
                  <a16:creationId xmlns:a16="http://schemas.microsoft.com/office/drawing/2014/main" id="{3259251A-E8B9-4B61-9F33-3A22A5664551}"/>
                </a:ext>
              </a:extLst>
            </p:cNvPr>
            <p:cNvSpPr/>
            <p:nvPr/>
          </p:nvSpPr>
          <p:spPr>
            <a:xfrm>
              <a:off x="128016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5" name="Rectangle 1134">
              <a:extLst>
                <a:ext uri="{FF2B5EF4-FFF2-40B4-BE49-F238E27FC236}">
                  <a16:creationId xmlns:a16="http://schemas.microsoft.com/office/drawing/2014/main" id="{21961058-755F-47D6-8B51-C13E0484089A}"/>
                </a:ext>
              </a:extLst>
            </p:cNvPr>
            <p:cNvSpPr/>
            <p:nvPr/>
          </p:nvSpPr>
          <p:spPr>
            <a:xfrm>
              <a:off x="144641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6" name="Rectangle 1135">
              <a:extLst>
                <a:ext uri="{FF2B5EF4-FFF2-40B4-BE49-F238E27FC236}">
                  <a16:creationId xmlns:a16="http://schemas.microsoft.com/office/drawing/2014/main" id="{D83CC51C-66C4-4B7A-B1BD-18F63E7DC485}"/>
                </a:ext>
              </a:extLst>
            </p:cNvPr>
            <p:cNvSpPr/>
            <p:nvPr/>
          </p:nvSpPr>
          <p:spPr>
            <a:xfrm>
              <a:off x="161267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7" name="Rectangle 1136">
              <a:extLst>
                <a:ext uri="{FF2B5EF4-FFF2-40B4-BE49-F238E27FC236}">
                  <a16:creationId xmlns:a16="http://schemas.microsoft.com/office/drawing/2014/main" id="{B51D9112-F497-4F60-A3D3-7782233D2163}"/>
                </a:ext>
              </a:extLst>
            </p:cNvPr>
            <p:cNvSpPr/>
            <p:nvPr/>
          </p:nvSpPr>
          <p:spPr>
            <a:xfrm>
              <a:off x="177892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8" name="Rectangle 1137">
              <a:extLst>
                <a:ext uri="{FF2B5EF4-FFF2-40B4-BE49-F238E27FC236}">
                  <a16:creationId xmlns:a16="http://schemas.microsoft.com/office/drawing/2014/main" id="{EC4F3E2E-83CE-4AA5-B20D-8D08F960C9E2}"/>
                </a:ext>
              </a:extLst>
            </p:cNvPr>
            <p:cNvSpPr/>
            <p:nvPr/>
          </p:nvSpPr>
          <p:spPr>
            <a:xfrm>
              <a:off x="194518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9" name="Rectangle 1138">
              <a:extLst>
                <a:ext uri="{FF2B5EF4-FFF2-40B4-BE49-F238E27FC236}">
                  <a16:creationId xmlns:a16="http://schemas.microsoft.com/office/drawing/2014/main" id="{1143F40F-D535-4244-A911-16DC67993C84}"/>
                </a:ext>
              </a:extLst>
            </p:cNvPr>
            <p:cNvSpPr/>
            <p:nvPr/>
          </p:nvSpPr>
          <p:spPr>
            <a:xfrm>
              <a:off x="211143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0" name="Rectangle 1139">
              <a:extLst>
                <a:ext uri="{FF2B5EF4-FFF2-40B4-BE49-F238E27FC236}">
                  <a16:creationId xmlns:a16="http://schemas.microsoft.com/office/drawing/2014/main" id="{82E12C97-54B8-4DA9-89D0-0733F9C82158}"/>
                </a:ext>
              </a:extLst>
            </p:cNvPr>
            <p:cNvSpPr/>
            <p:nvPr/>
          </p:nvSpPr>
          <p:spPr>
            <a:xfrm>
              <a:off x="227769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1" name="Rectangle 1140">
              <a:extLst>
                <a:ext uri="{FF2B5EF4-FFF2-40B4-BE49-F238E27FC236}">
                  <a16:creationId xmlns:a16="http://schemas.microsoft.com/office/drawing/2014/main" id="{051E4734-0B87-49F3-9F2A-072005D3902E}"/>
                </a:ext>
              </a:extLst>
            </p:cNvPr>
            <p:cNvSpPr/>
            <p:nvPr/>
          </p:nvSpPr>
          <p:spPr>
            <a:xfrm>
              <a:off x="244394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2" name="Rectangle 1141">
              <a:extLst>
                <a:ext uri="{FF2B5EF4-FFF2-40B4-BE49-F238E27FC236}">
                  <a16:creationId xmlns:a16="http://schemas.microsoft.com/office/drawing/2014/main" id="{8B98AA9A-26F8-4629-AB9D-C4613BD311B9}"/>
                </a:ext>
              </a:extLst>
            </p:cNvPr>
            <p:cNvSpPr/>
            <p:nvPr/>
          </p:nvSpPr>
          <p:spPr>
            <a:xfrm>
              <a:off x="261020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3" name="Rectangle 1142">
              <a:extLst>
                <a:ext uri="{FF2B5EF4-FFF2-40B4-BE49-F238E27FC236}">
                  <a16:creationId xmlns:a16="http://schemas.microsoft.com/office/drawing/2014/main" id="{8E161812-86CD-46C8-92A6-CEE9424033A1}"/>
                </a:ext>
              </a:extLst>
            </p:cNvPr>
            <p:cNvSpPr/>
            <p:nvPr/>
          </p:nvSpPr>
          <p:spPr>
            <a:xfrm>
              <a:off x="277645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4" name="Rectangle 1143">
              <a:extLst>
                <a:ext uri="{FF2B5EF4-FFF2-40B4-BE49-F238E27FC236}">
                  <a16:creationId xmlns:a16="http://schemas.microsoft.com/office/drawing/2014/main" id="{6C1558DD-B22C-4D1C-BAB3-26859271AA85}"/>
                </a:ext>
              </a:extLst>
            </p:cNvPr>
            <p:cNvSpPr/>
            <p:nvPr/>
          </p:nvSpPr>
          <p:spPr>
            <a:xfrm>
              <a:off x="294271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5" name="Rectangle 1144">
              <a:extLst>
                <a:ext uri="{FF2B5EF4-FFF2-40B4-BE49-F238E27FC236}">
                  <a16:creationId xmlns:a16="http://schemas.microsoft.com/office/drawing/2014/main" id="{5BFE6D1D-819C-4B94-BDF3-1FDA1118E073}"/>
                </a:ext>
              </a:extLst>
            </p:cNvPr>
            <p:cNvSpPr/>
            <p:nvPr/>
          </p:nvSpPr>
          <p:spPr>
            <a:xfrm>
              <a:off x="310896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6" name="Rectangle 1145">
              <a:extLst>
                <a:ext uri="{FF2B5EF4-FFF2-40B4-BE49-F238E27FC236}">
                  <a16:creationId xmlns:a16="http://schemas.microsoft.com/office/drawing/2014/main" id="{C4E94C93-307C-4319-B391-EF5A1FD79616}"/>
                </a:ext>
              </a:extLst>
            </p:cNvPr>
            <p:cNvSpPr/>
            <p:nvPr/>
          </p:nvSpPr>
          <p:spPr>
            <a:xfrm>
              <a:off x="327522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7" name="Rectangle 1146">
              <a:extLst>
                <a:ext uri="{FF2B5EF4-FFF2-40B4-BE49-F238E27FC236}">
                  <a16:creationId xmlns:a16="http://schemas.microsoft.com/office/drawing/2014/main" id="{27FA7EC7-D307-4ED4-97E0-70918754CD63}"/>
                </a:ext>
              </a:extLst>
            </p:cNvPr>
            <p:cNvSpPr/>
            <p:nvPr/>
          </p:nvSpPr>
          <p:spPr>
            <a:xfrm>
              <a:off x="344147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8" name="Rectangle 1147">
              <a:extLst>
                <a:ext uri="{FF2B5EF4-FFF2-40B4-BE49-F238E27FC236}">
                  <a16:creationId xmlns:a16="http://schemas.microsoft.com/office/drawing/2014/main" id="{9681F3D1-84B3-4834-8AD4-DC2118A93DDD}"/>
                </a:ext>
              </a:extLst>
            </p:cNvPr>
            <p:cNvSpPr/>
            <p:nvPr/>
          </p:nvSpPr>
          <p:spPr>
            <a:xfrm>
              <a:off x="360773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9" name="Rectangle 1148">
              <a:extLst>
                <a:ext uri="{FF2B5EF4-FFF2-40B4-BE49-F238E27FC236}">
                  <a16:creationId xmlns:a16="http://schemas.microsoft.com/office/drawing/2014/main" id="{0ACC3637-1F20-417C-8249-BC394382AA3B}"/>
                </a:ext>
              </a:extLst>
            </p:cNvPr>
            <p:cNvSpPr/>
            <p:nvPr/>
          </p:nvSpPr>
          <p:spPr>
            <a:xfrm>
              <a:off x="377398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0" name="Rectangle 1149">
              <a:extLst>
                <a:ext uri="{FF2B5EF4-FFF2-40B4-BE49-F238E27FC236}">
                  <a16:creationId xmlns:a16="http://schemas.microsoft.com/office/drawing/2014/main" id="{18FF675C-6A35-4E97-9BA2-3888C1A3F84C}"/>
                </a:ext>
              </a:extLst>
            </p:cNvPr>
            <p:cNvSpPr/>
            <p:nvPr/>
          </p:nvSpPr>
          <p:spPr>
            <a:xfrm>
              <a:off x="394024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1" name="Rectangle 1150">
              <a:extLst>
                <a:ext uri="{FF2B5EF4-FFF2-40B4-BE49-F238E27FC236}">
                  <a16:creationId xmlns:a16="http://schemas.microsoft.com/office/drawing/2014/main" id="{660C9D86-5AFC-40AE-9238-267ABB376305}"/>
                </a:ext>
              </a:extLst>
            </p:cNvPr>
            <p:cNvSpPr/>
            <p:nvPr/>
          </p:nvSpPr>
          <p:spPr>
            <a:xfrm>
              <a:off x="410649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2" name="Rectangle 1151">
              <a:extLst>
                <a:ext uri="{FF2B5EF4-FFF2-40B4-BE49-F238E27FC236}">
                  <a16:creationId xmlns:a16="http://schemas.microsoft.com/office/drawing/2014/main" id="{56CA0424-58CF-4890-A768-F1FA38C33A50}"/>
                </a:ext>
              </a:extLst>
            </p:cNvPr>
            <p:cNvSpPr/>
            <p:nvPr/>
          </p:nvSpPr>
          <p:spPr>
            <a:xfrm>
              <a:off x="427275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3" name="Rectangle 1152">
              <a:extLst>
                <a:ext uri="{FF2B5EF4-FFF2-40B4-BE49-F238E27FC236}">
                  <a16:creationId xmlns:a16="http://schemas.microsoft.com/office/drawing/2014/main" id="{11FFFF44-1882-4CD9-9949-04352E2BF3AB}"/>
                </a:ext>
              </a:extLst>
            </p:cNvPr>
            <p:cNvSpPr/>
            <p:nvPr/>
          </p:nvSpPr>
          <p:spPr>
            <a:xfrm>
              <a:off x="443900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4" name="Rectangle 1153">
              <a:extLst>
                <a:ext uri="{FF2B5EF4-FFF2-40B4-BE49-F238E27FC236}">
                  <a16:creationId xmlns:a16="http://schemas.microsoft.com/office/drawing/2014/main" id="{6F31D167-F3E2-42EF-AA29-091502C98E74}"/>
                </a:ext>
              </a:extLst>
            </p:cNvPr>
            <p:cNvSpPr/>
            <p:nvPr/>
          </p:nvSpPr>
          <p:spPr>
            <a:xfrm>
              <a:off x="460526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5" name="Rectangle 1154">
              <a:extLst>
                <a:ext uri="{FF2B5EF4-FFF2-40B4-BE49-F238E27FC236}">
                  <a16:creationId xmlns:a16="http://schemas.microsoft.com/office/drawing/2014/main" id="{978DAA95-F7EF-4B6B-86E9-A1718133CB64}"/>
                </a:ext>
              </a:extLst>
            </p:cNvPr>
            <p:cNvSpPr/>
            <p:nvPr/>
          </p:nvSpPr>
          <p:spPr>
            <a:xfrm>
              <a:off x="477151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6" name="Rectangle 1155">
              <a:extLst>
                <a:ext uri="{FF2B5EF4-FFF2-40B4-BE49-F238E27FC236}">
                  <a16:creationId xmlns:a16="http://schemas.microsoft.com/office/drawing/2014/main" id="{D517D17D-AE3F-4D94-8BB6-C77436F44C88}"/>
                </a:ext>
              </a:extLst>
            </p:cNvPr>
            <p:cNvSpPr/>
            <p:nvPr/>
          </p:nvSpPr>
          <p:spPr>
            <a:xfrm>
              <a:off x="493777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7" name="Rectangle 1156">
              <a:extLst>
                <a:ext uri="{FF2B5EF4-FFF2-40B4-BE49-F238E27FC236}">
                  <a16:creationId xmlns:a16="http://schemas.microsoft.com/office/drawing/2014/main" id="{D6995379-8C8C-4921-8DF7-A5E2081C20EE}"/>
                </a:ext>
              </a:extLst>
            </p:cNvPr>
            <p:cNvSpPr/>
            <p:nvPr/>
          </p:nvSpPr>
          <p:spPr>
            <a:xfrm>
              <a:off x="510402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8" name="Rectangle 1157">
              <a:extLst>
                <a:ext uri="{FF2B5EF4-FFF2-40B4-BE49-F238E27FC236}">
                  <a16:creationId xmlns:a16="http://schemas.microsoft.com/office/drawing/2014/main" id="{F67394E9-2787-48FA-8304-32E38AD99476}"/>
                </a:ext>
              </a:extLst>
            </p:cNvPr>
            <p:cNvSpPr/>
            <p:nvPr/>
          </p:nvSpPr>
          <p:spPr>
            <a:xfrm>
              <a:off x="527028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9" name="Rectangle 1158">
              <a:extLst>
                <a:ext uri="{FF2B5EF4-FFF2-40B4-BE49-F238E27FC236}">
                  <a16:creationId xmlns:a16="http://schemas.microsoft.com/office/drawing/2014/main" id="{9871615B-CEDC-4C81-8631-72DC98A85C42}"/>
                </a:ext>
              </a:extLst>
            </p:cNvPr>
            <p:cNvSpPr/>
            <p:nvPr/>
          </p:nvSpPr>
          <p:spPr>
            <a:xfrm>
              <a:off x="543653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0" name="Rectangle 1159">
              <a:extLst>
                <a:ext uri="{FF2B5EF4-FFF2-40B4-BE49-F238E27FC236}">
                  <a16:creationId xmlns:a16="http://schemas.microsoft.com/office/drawing/2014/main" id="{E59214A2-D158-4B99-93C1-4B2D41791D63}"/>
                </a:ext>
              </a:extLst>
            </p:cNvPr>
            <p:cNvSpPr/>
            <p:nvPr/>
          </p:nvSpPr>
          <p:spPr>
            <a:xfrm>
              <a:off x="560279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1" name="Rectangle 1160">
              <a:extLst>
                <a:ext uri="{FF2B5EF4-FFF2-40B4-BE49-F238E27FC236}">
                  <a16:creationId xmlns:a16="http://schemas.microsoft.com/office/drawing/2014/main" id="{9AEC40F0-45F8-4B8B-8687-E2D59A99E511}"/>
                </a:ext>
              </a:extLst>
            </p:cNvPr>
            <p:cNvSpPr/>
            <p:nvPr/>
          </p:nvSpPr>
          <p:spPr>
            <a:xfrm>
              <a:off x="576904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2" name="Rectangle 1161">
              <a:extLst>
                <a:ext uri="{FF2B5EF4-FFF2-40B4-BE49-F238E27FC236}">
                  <a16:creationId xmlns:a16="http://schemas.microsoft.com/office/drawing/2014/main" id="{571BE7F3-BA31-4C56-AE0D-224C23E28D7E}"/>
                </a:ext>
              </a:extLst>
            </p:cNvPr>
            <p:cNvSpPr/>
            <p:nvPr/>
          </p:nvSpPr>
          <p:spPr>
            <a:xfrm>
              <a:off x="593530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3" name="Rectangle 1162">
              <a:extLst>
                <a:ext uri="{FF2B5EF4-FFF2-40B4-BE49-F238E27FC236}">
                  <a16:creationId xmlns:a16="http://schemas.microsoft.com/office/drawing/2014/main" id="{F92B4DD8-E072-4D77-8C32-1080CB76CB9B}"/>
                </a:ext>
              </a:extLst>
            </p:cNvPr>
            <p:cNvSpPr/>
            <p:nvPr/>
          </p:nvSpPr>
          <p:spPr>
            <a:xfrm>
              <a:off x="78139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4" name="Rectangle 1163">
              <a:extLst>
                <a:ext uri="{FF2B5EF4-FFF2-40B4-BE49-F238E27FC236}">
                  <a16:creationId xmlns:a16="http://schemas.microsoft.com/office/drawing/2014/main" id="{E423EC8B-9A75-4481-9046-7A1985B3FDB6}"/>
                </a:ext>
              </a:extLst>
            </p:cNvPr>
            <p:cNvSpPr/>
            <p:nvPr/>
          </p:nvSpPr>
          <p:spPr>
            <a:xfrm>
              <a:off x="94765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5" name="Rectangle 1164">
              <a:extLst>
                <a:ext uri="{FF2B5EF4-FFF2-40B4-BE49-F238E27FC236}">
                  <a16:creationId xmlns:a16="http://schemas.microsoft.com/office/drawing/2014/main" id="{1EF8EAEF-EAA6-4E21-968A-402AF8C50D7F}"/>
                </a:ext>
              </a:extLst>
            </p:cNvPr>
            <p:cNvSpPr/>
            <p:nvPr/>
          </p:nvSpPr>
          <p:spPr>
            <a:xfrm>
              <a:off x="111390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6" name="Rectangle 1165">
              <a:extLst>
                <a:ext uri="{FF2B5EF4-FFF2-40B4-BE49-F238E27FC236}">
                  <a16:creationId xmlns:a16="http://schemas.microsoft.com/office/drawing/2014/main" id="{3E68A2B1-CAB3-469F-8166-FC35441DBB5F}"/>
                </a:ext>
              </a:extLst>
            </p:cNvPr>
            <p:cNvSpPr/>
            <p:nvPr/>
          </p:nvSpPr>
          <p:spPr>
            <a:xfrm>
              <a:off x="128016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7" name="Rectangle 1166">
              <a:extLst>
                <a:ext uri="{FF2B5EF4-FFF2-40B4-BE49-F238E27FC236}">
                  <a16:creationId xmlns:a16="http://schemas.microsoft.com/office/drawing/2014/main" id="{6955A3E0-B504-490C-A8F6-185C42B93298}"/>
                </a:ext>
              </a:extLst>
            </p:cNvPr>
            <p:cNvSpPr/>
            <p:nvPr/>
          </p:nvSpPr>
          <p:spPr>
            <a:xfrm>
              <a:off x="144641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8" name="Rectangle 1167">
              <a:extLst>
                <a:ext uri="{FF2B5EF4-FFF2-40B4-BE49-F238E27FC236}">
                  <a16:creationId xmlns:a16="http://schemas.microsoft.com/office/drawing/2014/main" id="{BD7BFEEF-3056-4627-9292-70758DD1B1C2}"/>
                </a:ext>
              </a:extLst>
            </p:cNvPr>
            <p:cNvSpPr/>
            <p:nvPr/>
          </p:nvSpPr>
          <p:spPr>
            <a:xfrm>
              <a:off x="161267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9" name="Rectangle 1168">
              <a:extLst>
                <a:ext uri="{FF2B5EF4-FFF2-40B4-BE49-F238E27FC236}">
                  <a16:creationId xmlns:a16="http://schemas.microsoft.com/office/drawing/2014/main" id="{05C92BD3-2F44-4716-8BAF-2CBDAF7F60DE}"/>
                </a:ext>
              </a:extLst>
            </p:cNvPr>
            <p:cNvSpPr/>
            <p:nvPr/>
          </p:nvSpPr>
          <p:spPr>
            <a:xfrm>
              <a:off x="177892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0" name="Rectangle 1169">
              <a:extLst>
                <a:ext uri="{FF2B5EF4-FFF2-40B4-BE49-F238E27FC236}">
                  <a16:creationId xmlns:a16="http://schemas.microsoft.com/office/drawing/2014/main" id="{9F7EED92-B178-49DA-89A4-32E6543587DD}"/>
                </a:ext>
              </a:extLst>
            </p:cNvPr>
            <p:cNvSpPr/>
            <p:nvPr/>
          </p:nvSpPr>
          <p:spPr>
            <a:xfrm>
              <a:off x="194518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1" name="Rectangle 1170">
              <a:extLst>
                <a:ext uri="{FF2B5EF4-FFF2-40B4-BE49-F238E27FC236}">
                  <a16:creationId xmlns:a16="http://schemas.microsoft.com/office/drawing/2014/main" id="{6C10874F-B3D5-450A-8EF5-A785295E00F8}"/>
                </a:ext>
              </a:extLst>
            </p:cNvPr>
            <p:cNvSpPr/>
            <p:nvPr/>
          </p:nvSpPr>
          <p:spPr>
            <a:xfrm>
              <a:off x="211143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2" name="Rectangle 1171">
              <a:extLst>
                <a:ext uri="{FF2B5EF4-FFF2-40B4-BE49-F238E27FC236}">
                  <a16:creationId xmlns:a16="http://schemas.microsoft.com/office/drawing/2014/main" id="{115B9CB7-75FB-41C7-9F66-3060980D6118}"/>
                </a:ext>
              </a:extLst>
            </p:cNvPr>
            <p:cNvSpPr/>
            <p:nvPr/>
          </p:nvSpPr>
          <p:spPr>
            <a:xfrm>
              <a:off x="227769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3" name="Rectangle 1172">
              <a:extLst>
                <a:ext uri="{FF2B5EF4-FFF2-40B4-BE49-F238E27FC236}">
                  <a16:creationId xmlns:a16="http://schemas.microsoft.com/office/drawing/2014/main" id="{0334E10F-D298-44BC-9DB8-A65BBBACCEC6}"/>
                </a:ext>
              </a:extLst>
            </p:cNvPr>
            <p:cNvSpPr/>
            <p:nvPr/>
          </p:nvSpPr>
          <p:spPr>
            <a:xfrm>
              <a:off x="244394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4" name="Rectangle 1173">
              <a:extLst>
                <a:ext uri="{FF2B5EF4-FFF2-40B4-BE49-F238E27FC236}">
                  <a16:creationId xmlns:a16="http://schemas.microsoft.com/office/drawing/2014/main" id="{3F2045FB-5743-4233-8BFE-EAE06E2C29C5}"/>
                </a:ext>
              </a:extLst>
            </p:cNvPr>
            <p:cNvSpPr/>
            <p:nvPr/>
          </p:nvSpPr>
          <p:spPr>
            <a:xfrm>
              <a:off x="261020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5" name="Rectangle 1174">
              <a:extLst>
                <a:ext uri="{FF2B5EF4-FFF2-40B4-BE49-F238E27FC236}">
                  <a16:creationId xmlns:a16="http://schemas.microsoft.com/office/drawing/2014/main" id="{A23F81E3-3BC5-41E2-8A84-DB7CC0A4AF1F}"/>
                </a:ext>
              </a:extLst>
            </p:cNvPr>
            <p:cNvSpPr/>
            <p:nvPr/>
          </p:nvSpPr>
          <p:spPr>
            <a:xfrm>
              <a:off x="277645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6" name="Rectangle 1175">
              <a:extLst>
                <a:ext uri="{FF2B5EF4-FFF2-40B4-BE49-F238E27FC236}">
                  <a16:creationId xmlns:a16="http://schemas.microsoft.com/office/drawing/2014/main" id="{4FCD7FC4-6E84-4285-BA0B-620EDAF286A9}"/>
                </a:ext>
              </a:extLst>
            </p:cNvPr>
            <p:cNvSpPr/>
            <p:nvPr/>
          </p:nvSpPr>
          <p:spPr>
            <a:xfrm>
              <a:off x="294271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7" name="Rectangle 1176">
              <a:extLst>
                <a:ext uri="{FF2B5EF4-FFF2-40B4-BE49-F238E27FC236}">
                  <a16:creationId xmlns:a16="http://schemas.microsoft.com/office/drawing/2014/main" id="{A827EDBA-D2FE-4742-9EF4-C2278DBC7E4E}"/>
                </a:ext>
              </a:extLst>
            </p:cNvPr>
            <p:cNvSpPr/>
            <p:nvPr/>
          </p:nvSpPr>
          <p:spPr>
            <a:xfrm>
              <a:off x="310896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8" name="Rectangle 1177">
              <a:extLst>
                <a:ext uri="{FF2B5EF4-FFF2-40B4-BE49-F238E27FC236}">
                  <a16:creationId xmlns:a16="http://schemas.microsoft.com/office/drawing/2014/main" id="{D13CE81E-5591-42A5-B0F9-93CEB4F0665F}"/>
                </a:ext>
              </a:extLst>
            </p:cNvPr>
            <p:cNvSpPr/>
            <p:nvPr/>
          </p:nvSpPr>
          <p:spPr>
            <a:xfrm>
              <a:off x="327522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9" name="Rectangle 1178">
              <a:extLst>
                <a:ext uri="{FF2B5EF4-FFF2-40B4-BE49-F238E27FC236}">
                  <a16:creationId xmlns:a16="http://schemas.microsoft.com/office/drawing/2014/main" id="{D348A331-A71A-42F6-98D7-C063C08DB4A4}"/>
                </a:ext>
              </a:extLst>
            </p:cNvPr>
            <p:cNvSpPr/>
            <p:nvPr/>
          </p:nvSpPr>
          <p:spPr>
            <a:xfrm>
              <a:off x="344147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0" name="Rectangle 1179">
              <a:extLst>
                <a:ext uri="{FF2B5EF4-FFF2-40B4-BE49-F238E27FC236}">
                  <a16:creationId xmlns:a16="http://schemas.microsoft.com/office/drawing/2014/main" id="{0C788A8B-BC9D-455B-91DC-67C70C894201}"/>
                </a:ext>
              </a:extLst>
            </p:cNvPr>
            <p:cNvSpPr/>
            <p:nvPr/>
          </p:nvSpPr>
          <p:spPr>
            <a:xfrm>
              <a:off x="360773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1" name="Rectangle 1180">
              <a:extLst>
                <a:ext uri="{FF2B5EF4-FFF2-40B4-BE49-F238E27FC236}">
                  <a16:creationId xmlns:a16="http://schemas.microsoft.com/office/drawing/2014/main" id="{D35C718C-78DE-4B03-A31C-977BAA24F20D}"/>
                </a:ext>
              </a:extLst>
            </p:cNvPr>
            <p:cNvSpPr/>
            <p:nvPr/>
          </p:nvSpPr>
          <p:spPr>
            <a:xfrm>
              <a:off x="377398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2" name="Rectangle 1181">
              <a:extLst>
                <a:ext uri="{FF2B5EF4-FFF2-40B4-BE49-F238E27FC236}">
                  <a16:creationId xmlns:a16="http://schemas.microsoft.com/office/drawing/2014/main" id="{C356C33C-ABDE-4E55-8354-156C6A6FF4E6}"/>
                </a:ext>
              </a:extLst>
            </p:cNvPr>
            <p:cNvSpPr/>
            <p:nvPr/>
          </p:nvSpPr>
          <p:spPr>
            <a:xfrm>
              <a:off x="394024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3" name="Rectangle 1182">
              <a:extLst>
                <a:ext uri="{FF2B5EF4-FFF2-40B4-BE49-F238E27FC236}">
                  <a16:creationId xmlns:a16="http://schemas.microsoft.com/office/drawing/2014/main" id="{430704AD-9A3F-4716-A790-49DA56C12C3B}"/>
                </a:ext>
              </a:extLst>
            </p:cNvPr>
            <p:cNvSpPr/>
            <p:nvPr/>
          </p:nvSpPr>
          <p:spPr>
            <a:xfrm>
              <a:off x="410649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4" name="Rectangle 1183">
              <a:extLst>
                <a:ext uri="{FF2B5EF4-FFF2-40B4-BE49-F238E27FC236}">
                  <a16:creationId xmlns:a16="http://schemas.microsoft.com/office/drawing/2014/main" id="{C9E80638-888A-431F-8828-CB5472F48911}"/>
                </a:ext>
              </a:extLst>
            </p:cNvPr>
            <p:cNvSpPr/>
            <p:nvPr/>
          </p:nvSpPr>
          <p:spPr>
            <a:xfrm>
              <a:off x="427275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5" name="Rectangle 1184">
              <a:extLst>
                <a:ext uri="{FF2B5EF4-FFF2-40B4-BE49-F238E27FC236}">
                  <a16:creationId xmlns:a16="http://schemas.microsoft.com/office/drawing/2014/main" id="{3053F948-F05F-48C6-B607-C9E1F4CEF186}"/>
                </a:ext>
              </a:extLst>
            </p:cNvPr>
            <p:cNvSpPr/>
            <p:nvPr/>
          </p:nvSpPr>
          <p:spPr>
            <a:xfrm>
              <a:off x="443900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6" name="Rectangle 1185">
              <a:extLst>
                <a:ext uri="{FF2B5EF4-FFF2-40B4-BE49-F238E27FC236}">
                  <a16:creationId xmlns:a16="http://schemas.microsoft.com/office/drawing/2014/main" id="{911BC60F-3F9E-4F13-92B1-B8420D26632F}"/>
                </a:ext>
              </a:extLst>
            </p:cNvPr>
            <p:cNvSpPr/>
            <p:nvPr/>
          </p:nvSpPr>
          <p:spPr>
            <a:xfrm>
              <a:off x="460526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7" name="Rectangle 1186">
              <a:extLst>
                <a:ext uri="{FF2B5EF4-FFF2-40B4-BE49-F238E27FC236}">
                  <a16:creationId xmlns:a16="http://schemas.microsoft.com/office/drawing/2014/main" id="{F0C71FFE-58CA-4BC1-B819-4C9C51FA55C7}"/>
                </a:ext>
              </a:extLst>
            </p:cNvPr>
            <p:cNvSpPr/>
            <p:nvPr/>
          </p:nvSpPr>
          <p:spPr>
            <a:xfrm>
              <a:off x="477151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8" name="Rectangle 1187">
              <a:extLst>
                <a:ext uri="{FF2B5EF4-FFF2-40B4-BE49-F238E27FC236}">
                  <a16:creationId xmlns:a16="http://schemas.microsoft.com/office/drawing/2014/main" id="{5512DD97-08DE-4BB0-8E74-2CA27FC7D7E0}"/>
                </a:ext>
              </a:extLst>
            </p:cNvPr>
            <p:cNvSpPr/>
            <p:nvPr/>
          </p:nvSpPr>
          <p:spPr>
            <a:xfrm>
              <a:off x="493777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9" name="Rectangle 1188">
              <a:extLst>
                <a:ext uri="{FF2B5EF4-FFF2-40B4-BE49-F238E27FC236}">
                  <a16:creationId xmlns:a16="http://schemas.microsoft.com/office/drawing/2014/main" id="{74FDC944-2F4A-4456-AEF7-E09DD6AF2EB8}"/>
                </a:ext>
              </a:extLst>
            </p:cNvPr>
            <p:cNvSpPr/>
            <p:nvPr/>
          </p:nvSpPr>
          <p:spPr>
            <a:xfrm>
              <a:off x="510402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0" name="Rectangle 1189">
              <a:extLst>
                <a:ext uri="{FF2B5EF4-FFF2-40B4-BE49-F238E27FC236}">
                  <a16:creationId xmlns:a16="http://schemas.microsoft.com/office/drawing/2014/main" id="{09B87147-F123-44DA-BA84-88B25AC6E6AB}"/>
                </a:ext>
              </a:extLst>
            </p:cNvPr>
            <p:cNvSpPr/>
            <p:nvPr/>
          </p:nvSpPr>
          <p:spPr>
            <a:xfrm>
              <a:off x="527028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1" name="Rectangle 1190">
              <a:extLst>
                <a:ext uri="{FF2B5EF4-FFF2-40B4-BE49-F238E27FC236}">
                  <a16:creationId xmlns:a16="http://schemas.microsoft.com/office/drawing/2014/main" id="{89D58123-7522-4E06-8B9D-1CFE5146D087}"/>
                </a:ext>
              </a:extLst>
            </p:cNvPr>
            <p:cNvSpPr/>
            <p:nvPr/>
          </p:nvSpPr>
          <p:spPr>
            <a:xfrm>
              <a:off x="543653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2" name="Rectangle 1191">
              <a:extLst>
                <a:ext uri="{FF2B5EF4-FFF2-40B4-BE49-F238E27FC236}">
                  <a16:creationId xmlns:a16="http://schemas.microsoft.com/office/drawing/2014/main" id="{51CCA812-71AB-4E17-B3B6-A78FC384AAF5}"/>
                </a:ext>
              </a:extLst>
            </p:cNvPr>
            <p:cNvSpPr/>
            <p:nvPr/>
          </p:nvSpPr>
          <p:spPr>
            <a:xfrm>
              <a:off x="560279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3" name="Rectangle 1192">
              <a:extLst>
                <a:ext uri="{FF2B5EF4-FFF2-40B4-BE49-F238E27FC236}">
                  <a16:creationId xmlns:a16="http://schemas.microsoft.com/office/drawing/2014/main" id="{C6008E10-BB53-4AFD-A7DB-3E80B4BFDA6C}"/>
                </a:ext>
              </a:extLst>
            </p:cNvPr>
            <p:cNvSpPr/>
            <p:nvPr/>
          </p:nvSpPr>
          <p:spPr>
            <a:xfrm>
              <a:off x="576904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4" name="Rectangle 1193">
              <a:extLst>
                <a:ext uri="{FF2B5EF4-FFF2-40B4-BE49-F238E27FC236}">
                  <a16:creationId xmlns:a16="http://schemas.microsoft.com/office/drawing/2014/main" id="{D6B6ABB7-79D3-48DE-ADAE-A17C92CCD7D9}"/>
                </a:ext>
              </a:extLst>
            </p:cNvPr>
            <p:cNvSpPr/>
            <p:nvPr/>
          </p:nvSpPr>
          <p:spPr>
            <a:xfrm>
              <a:off x="593530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5" name="Rectangle 1194">
              <a:extLst>
                <a:ext uri="{FF2B5EF4-FFF2-40B4-BE49-F238E27FC236}">
                  <a16:creationId xmlns:a16="http://schemas.microsoft.com/office/drawing/2014/main" id="{E6DC8DC0-58FA-4107-9A23-B0696DB29725}"/>
                </a:ext>
              </a:extLst>
            </p:cNvPr>
            <p:cNvSpPr/>
            <p:nvPr/>
          </p:nvSpPr>
          <p:spPr>
            <a:xfrm>
              <a:off x="78139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6" name="Rectangle 1195">
              <a:extLst>
                <a:ext uri="{FF2B5EF4-FFF2-40B4-BE49-F238E27FC236}">
                  <a16:creationId xmlns:a16="http://schemas.microsoft.com/office/drawing/2014/main" id="{02938E8D-39B6-4F6C-BAF3-7AF2514316AD}"/>
                </a:ext>
              </a:extLst>
            </p:cNvPr>
            <p:cNvSpPr/>
            <p:nvPr/>
          </p:nvSpPr>
          <p:spPr>
            <a:xfrm>
              <a:off x="94765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7" name="Rectangle 1196">
              <a:extLst>
                <a:ext uri="{FF2B5EF4-FFF2-40B4-BE49-F238E27FC236}">
                  <a16:creationId xmlns:a16="http://schemas.microsoft.com/office/drawing/2014/main" id="{05F4C9B0-6D6C-474E-B1F1-486AB01510BA}"/>
                </a:ext>
              </a:extLst>
            </p:cNvPr>
            <p:cNvSpPr/>
            <p:nvPr/>
          </p:nvSpPr>
          <p:spPr>
            <a:xfrm>
              <a:off x="111390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8" name="Rectangle 1197">
              <a:extLst>
                <a:ext uri="{FF2B5EF4-FFF2-40B4-BE49-F238E27FC236}">
                  <a16:creationId xmlns:a16="http://schemas.microsoft.com/office/drawing/2014/main" id="{FB25FCCC-4B38-45D0-94D5-FE24422C0C43}"/>
                </a:ext>
              </a:extLst>
            </p:cNvPr>
            <p:cNvSpPr/>
            <p:nvPr/>
          </p:nvSpPr>
          <p:spPr>
            <a:xfrm>
              <a:off x="128016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9" name="Rectangle 1198">
              <a:extLst>
                <a:ext uri="{FF2B5EF4-FFF2-40B4-BE49-F238E27FC236}">
                  <a16:creationId xmlns:a16="http://schemas.microsoft.com/office/drawing/2014/main" id="{4364DC55-B672-4A2C-9FD1-178360BAEE1A}"/>
                </a:ext>
              </a:extLst>
            </p:cNvPr>
            <p:cNvSpPr/>
            <p:nvPr/>
          </p:nvSpPr>
          <p:spPr>
            <a:xfrm>
              <a:off x="144641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0" name="Rectangle 1199">
              <a:extLst>
                <a:ext uri="{FF2B5EF4-FFF2-40B4-BE49-F238E27FC236}">
                  <a16:creationId xmlns:a16="http://schemas.microsoft.com/office/drawing/2014/main" id="{37023B03-F5F3-4D1E-A0B4-9C359F2ED343}"/>
                </a:ext>
              </a:extLst>
            </p:cNvPr>
            <p:cNvSpPr/>
            <p:nvPr/>
          </p:nvSpPr>
          <p:spPr>
            <a:xfrm>
              <a:off x="161267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1" name="Rectangle 1200">
              <a:extLst>
                <a:ext uri="{FF2B5EF4-FFF2-40B4-BE49-F238E27FC236}">
                  <a16:creationId xmlns:a16="http://schemas.microsoft.com/office/drawing/2014/main" id="{5AC63E29-6451-484D-8C84-6D298BB369DC}"/>
                </a:ext>
              </a:extLst>
            </p:cNvPr>
            <p:cNvSpPr/>
            <p:nvPr/>
          </p:nvSpPr>
          <p:spPr>
            <a:xfrm>
              <a:off x="177892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2" name="Rectangle 1201">
              <a:extLst>
                <a:ext uri="{FF2B5EF4-FFF2-40B4-BE49-F238E27FC236}">
                  <a16:creationId xmlns:a16="http://schemas.microsoft.com/office/drawing/2014/main" id="{7122BD73-8757-4CC9-B861-12F6098E6973}"/>
                </a:ext>
              </a:extLst>
            </p:cNvPr>
            <p:cNvSpPr/>
            <p:nvPr/>
          </p:nvSpPr>
          <p:spPr>
            <a:xfrm>
              <a:off x="194518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3" name="Rectangle 1202">
              <a:extLst>
                <a:ext uri="{FF2B5EF4-FFF2-40B4-BE49-F238E27FC236}">
                  <a16:creationId xmlns:a16="http://schemas.microsoft.com/office/drawing/2014/main" id="{7DD1AE49-9667-4FBD-B3B9-4D3D225B14C5}"/>
                </a:ext>
              </a:extLst>
            </p:cNvPr>
            <p:cNvSpPr/>
            <p:nvPr/>
          </p:nvSpPr>
          <p:spPr>
            <a:xfrm>
              <a:off x="211143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4" name="Rectangle 1203">
              <a:extLst>
                <a:ext uri="{FF2B5EF4-FFF2-40B4-BE49-F238E27FC236}">
                  <a16:creationId xmlns:a16="http://schemas.microsoft.com/office/drawing/2014/main" id="{C89FC205-2EE6-4E2F-AEAA-DF461A65594C}"/>
                </a:ext>
              </a:extLst>
            </p:cNvPr>
            <p:cNvSpPr/>
            <p:nvPr/>
          </p:nvSpPr>
          <p:spPr>
            <a:xfrm>
              <a:off x="227769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5" name="Rectangle 1204">
              <a:extLst>
                <a:ext uri="{FF2B5EF4-FFF2-40B4-BE49-F238E27FC236}">
                  <a16:creationId xmlns:a16="http://schemas.microsoft.com/office/drawing/2014/main" id="{484324D6-BC67-433A-AC10-C5018C8D1183}"/>
                </a:ext>
              </a:extLst>
            </p:cNvPr>
            <p:cNvSpPr/>
            <p:nvPr/>
          </p:nvSpPr>
          <p:spPr>
            <a:xfrm>
              <a:off x="244394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6" name="Rectangle 1205">
              <a:extLst>
                <a:ext uri="{FF2B5EF4-FFF2-40B4-BE49-F238E27FC236}">
                  <a16:creationId xmlns:a16="http://schemas.microsoft.com/office/drawing/2014/main" id="{97EEE8CE-2895-4378-8F1B-F2AC8AF0666E}"/>
                </a:ext>
              </a:extLst>
            </p:cNvPr>
            <p:cNvSpPr/>
            <p:nvPr/>
          </p:nvSpPr>
          <p:spPr>
            <a:xfrm>
              <a:off x="261020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7" name="Rectangle 1206">
              <a:extLst>
                <a:ext uri="{FF2B5EF4-FFF2-40B4-BE49-F238E27FC236}">
                  <a16:creationId xmlns:a16="http://schemas.microsoft.com/office/drawing/2014/main" id="{27499A87-7CA1-44DA-9FCF-B0F6B027A303}"/>
                </a:ext>
              </a:extLst>
            </p:cNvPr>
            <p:cNvSpPr/>
            <p:nvPr/>
          </p:nvSpPr>
          <p:spPr>
            <a:xfrm>
              <a:off x="277645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8" name="Rectangle 1207">
              <a:extLst>
                <a:ext uri="{FF2B5EF4-FFF2-40B4-BE49-F238E27FC236}">
                  <a16:creationId xmlns:a16="http://schemas.microsoft.com/office/drawing/2014/main" id="{C5E046C9-6930-44E3-944D-26F48ABB1DE8}"/>
                </a:ext>
              </a:extLst>
            </p:cNvPr>
            <p:cNvSpPr/>
            <p:nvPr/>
          </p:nvSpPr>
          <p:spPr>
            <a:xfrm>
              <a:off x="294271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9" name="Rectangle 1208">
              <a:extLst>
                <a:ext uri="{FF2B5EF4-FFF2-40B4-BE49-F238E27FC236}">
                  <a16:creationId xmlns:a16="http://schemas.microsoft.com/office/drawing/2014/main" id="{82ACE2BE-1FBE-4B0F-A1D4-50C94A3CC038}"/>
                </a:ext>
              </a:extLst>
            </p:cNvPr>
            <p:cNvSpPr/>
            <p:nvPr/>
          </p:nvSpPr>
          <p:spPr>
            <a:xfrm>
              <a:off x="310896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0" name="Rectangle 1209">
              <a:extLst>
                <a:ext uri="{FF2B5EF4-FFF2-40B4-BE49-F238E27FC236}">
                  <a16:creationId xmlns:a16="http://schemas.microsoft.com/office/drawing/2014/main" id="{FA2FFD55-C3F1-4DF6-B066-07B9455C3B62}"/>
                </a:ext>
              </a:extLst>
            </p:cNvPr>
            <p:cNvSpPr/>
            <p:nvPr/>
          </p:nvSpPr>
          <p:spPr>
            <a:xfrm>
              <a:off x="327522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1" name="Rectangle 1210">
              <a:extLst>
                <a:ext uri="{FF2B5EF4-FFF2-40B4-BE49-F238E27FC236}">
                  <a16:creationId xmlns:a16="http://schemas.microsoft.com/office/drawing/2014/main" id="{3B8BF78E-2CB1-44B4-A91D-CA85FAE75F18}"/>
                </a:ext>
              </a:extLst>
            </p:cNvPr>
            <p:cNvSpPr/>
            <p:nvPr/>
          </p:nvSpPr>
          <p:spPr>
            <a:xfrm>
              <a:off x="344147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2" name="Rectangle 1211">
              <a:extLst>
                <a:ext uri="{FF2B5EF4-FFF2-40B4-BE49-F238E27FC236}">
                  <a16:creationId xmlns:a16="http://schemas.microsoft.com/office/drawing/2014/main" id="{DF0BD0A3-3BEC-4CB0-AF8C-66B69D0ED595}"/>
                </a:ext>
              </a:extLst>
            </p:cNvPr>
            <p:cNvSpPr/>
            <p:nvPr/>
          </p:nvSpPr>
          <p:spPr>
            <a:xfrm>
              <a:off x="360773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3" name="Rectangle 1212">
              <a:extLst>
                <a:ext uri="{FF2B5EF4-FFF2-40B4-BE49-F238E27FC236}">
                  <a16:creationId xmlns:a16="http://schemas.microsoft.com/office/drawing/2014/main" id="{9D0AA992-9851-45F9-82A1-22D0D14B2B7D}"/>
                </a:ext>
              </a:extLst>
            </p:cNvPr>
            <p:cNvSpPr/>
            <p:nvPr/>
          </p:nvSpPr>
          <p:spPr>
            <a:xfrm>
              <a:off x="377398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4" name="Rectangle 1213">
              <a:extLst>
                <a:ext uri="{FF2B5EF4-FFF2-40B4-BE49-F238E27FC236}">
                  <a16:creationId xmlns:a16="http://schemas.microsoft.com/office/drawing/2014/main" id="{867E7097-2728-4953-A24D-CFFE64197DEC}"/>
                </a:ext>
              </a:extLst>
            </p:cNvPr>
            <p:cNvSpPr/>
            <p:nvPr/>
          </p:nvSpPr>
          <p:spPr>
            <a:xfrm>
              <a:off x="394024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5" name="Rectangle 1214">
              <a:extLst>
                <a:ext uri="{FF2B5EF4-FFF2-40B4-BE49-F238E27FC236}">
                  <a16:creationId xmlns:a16="http://schemas.microsoft.com/office/drawing/2014/main" id="{45B6B39D-942D-4BC8-A4E5-05EFACB69BE8}"/>
                </a:ext>
              </a:extLst>
            </p:cNvPr>
            <p:cNvSpPr/>
            <p:nvPr/>
          </p:nvSpPr>
          <p:spPr>
            <a:xfrm>
              <a:off x="410649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6" name="Rectangle 1215">
              <a:extLst>
                <a:ext uri="{FF2B5EF4-FFF2-40B4-BE49-F238E27FC236}">
                  <a16:creationId xmlns:a16="http://schemas.microsoft.com/office/drawing/2014/main" id="{3EDA108D-CFE0-4969-8C41-818D341373E8}"/>
                </a:ext>
              </a:extLst>
            </p:cNvPr>
            <p:cNvSpPr/>
            <p:nvPr/>
          </p:nvSpPr>
          <p:spPr>
            <a:xfrm>
              <a:off x="427275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7" name="Rectangle 1216">
              <a:extLst>
                <a:ext uri="{FF2B5EF4-FFF2-40B4-BE49-F238E27FC236}">
                  <a16:creationId xmlns:a16="http://schemas.microsoft.com/office/drawing/2014/main" id="{FBF7C231-4F28-4140-88B2-233C7DD197EE}"/>
                </a:ext>
              </a:extLst>
            </p:cNvPr>
            <p:cNvSpPr/>
            <p:nvPr/>
          </p:nvSpPr>
          <p:spPr>
            <a:xfrm>
              <a:off x="443900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8" name="Rectangle 1217">
              <a:extLst>
                <a:ext uri="{FF2B5EF4-FFF2-40B4-BE49-F238E27FC236}">
                  <a16:creationId xmlns:a16="http://schemas.microsoft.com/office/drawing/2014/main" id="{91C9967D-1064-45FE-877F-F58C48F86B3A}"/>
                </a:ext>
              </a:extLst>
            </p:cNvPr>
            <p:cNvSpPr/>
            <p:nvPr/>
          </p:nvSpPr>
          <p:spPr>
            <a:xfrm>
              <a:off x="460526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9" name="Rectangle 1218">
              <a:extLst>
                <a:ext uri="{FF2B5EF4-FFF2-40B4-BE49-F238E27FC236}">
                  <a16:creationId xmlns:a16="http://schemas.microsoft.com/office/drawing/2014/main" id="{33BF5886-C6D9-4E93-AF5A-FCD07D97BF7E}"/>
                </a:ext>
              </a:extLst>
            </p:cNvPr>
            <p:cNvSpPr/>
            <p:nvPr/>
          </p:nvSpPr>
          <p:spPr>
            <a:xfrm>
              <a:off x="477151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0" name="Rectangle 1219">
              <a:extLst>
                <a:ext uri="{FF2B5EF4-FFF2-40B4-BE49-F238E27FC236}">
                  <a16:creationId xmlns:a16="http://schemas.microsoft.com/office/drawing/2014/main" id="{F3D4BB1B-95CA-4F6F-B5AF-6F7B9EB0698D}"/>
                </a:ext>
              </a:extLst>
            </p:cNvPr>
            <p:cNvSpPr/>
            <p:nvPr/>
          </p:nvSpPr>
          <p:spPr>
            <a:xfrm>
              <a:off x="493777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1" name="Rectangle 1220">
              <a:extLst>
                <a:ext uri="{FF2B5EF4-FFF2-40B4-BE49-F238E27FC236}">
                  <a16:creationId xmlns:a16="http://schemas.microsoft.com/office/drawing/2014/main" id="{DD4362A9-4041-4530-B84F-8D42C8DFC281}"/>
                </a:ext>
              </a:extLst>
            </p:cNvPr>
            <p:cNvSpPr/>
            <p:nvPr/>
          </p:nvSpPr>
          <p:spPr>
            <a:xfrm>
              <a:off x="510402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2" name="Rectangle 1221">
              <a:extLst>
                <a:ext uri="{FF2B5EF4-FFF2-40B4-BE49-F238E27FC236}">
                  <a16:creationId xmlns:a16="http://schemas.microsoft.com/office/drawing/2014/main" id="{924AFEB6-B3F1-4AD6-86F9-2DA1A7D9D433}"/>
                </a:ext>
              </a:extLst>
            </p:cNvPr>
            <p:cNvSpPr/>
            <p:nvPr/>
          </p:nvSpPr>
          <p:spPr>
            <a:xfrm>
              <a:off x="527028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3" name="Rectangle 1222">
              <a:extLst>
                <a:ext uri="{FF2B5EF4-FFF2-40B4-BE49-F238E27FC236}">
                  <a16:creationId xmlns:a16="http://schemas.microsoft.com/office/drawing/2014/main" id="{33E20952-A98C-448A-A300-8E48634AEE02}"/>
                </a:ext>
              </a:extLst>
            </p:cNvPr>
            <p:cNvSpPr/>
            <p:nvPr/>
          </p:nvSpPr>
          <p:spPr>
            <a:xfrm>
              <a:off x="543653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4" name="Rectangle 1223">
              <a:extLst>
                <a:ext uri="{FF2B5EF4-FFF2-40B4-BE49-F238E27FC236}">
                  <a16:creationId xmlns:a16="http://schemas.microsoft.com/office/drawing/2014/main" id="{64C042D6-31BF-41F0-8932-98E7CE1E89C9}"/>
                </a:ext>
              </a:extLst>
            </p:cNvPr>
            <p:cNvSpPr/>
            <p:nvPr/>
          </p:nvSpPr>
          <p:spPr>
            <a:xfrm>
              <a:off x="560279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5" name="Rectangle 1224">
              <a:extLst>
                <a:ext uri="{FF2B5EF4-FFF2-40B4-BE49-F238E27FC236}">
                  <a16:creationId xmlns:a16="http://schemas.microsoft.com/office/drawing/2014/main" id="{9C9BE1FC-12AE-4FB2-97BB-D586443A21D0}"/>
                </a:ext>
              </a:extLst>
            </p:cNvPr>
            <p:cNvSpPr/>
            <p:nvPr/>
          </p:nvSpPr>
          <p:spPr>
            <a:xfrm>
              <a:off x="576904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6" name="Rectangle 1225">
              <a:extLst>
                <a:ext uri="{FF2B5EF4-FFF2-40B4-BE49-F238E27FC236}">
                  <a16:creationId xmlns:a16="http://schemas.microsoft.com/office/drawing/2014/main" id="{FD279201-B118-4FCF-8B1E-03E463FAF62B}"/>
                </a:ext>
              </a:extLst>
            </p:cNvPr>
            <p:cNvSpPr/>
            <p:nvPr/>
          </p:nvSpPr>
          <p:spPr>
            <a:xfrm>
              <a:off x="593530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7" name="Rectangle 1226">
              <a:extLst>
                <a:ext uri="{FF2B5EF4-FFF2-40B4-BE49-F238E27FC236}">
                  <a16:creationId xmlns:a16="http://schemas.microsoft.com/office/drawing/2014/main" id="{887C75E4-9314-492A-A01C-186E16202742}"/>
                </a:ext>
              </a:extLst>
            </p:cNvPr>
            <p:cNvSpPr/>
            <p:nvPr/>
          </p:nvSpPr>
          <p:spPr>
            <a:xfrm>
              <a:off x="78139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8" name="Rectangle 1227">
              <a:extLst>
                <a:ext uri="{FF2B5EF4-FFF2-40B4-BE49-F238E27FC236}">
                  <a16:creationId xmlns:a16="http://schemas.microsoft.com/office/drawing/2014/main" id="{9360CE1D-B2A4-413D-A9D8-07F4647A5C73}"/>
                </a:ext>
              </a:extLst>
            </p:cNvPr>
            <p:cNvSpPr/>
            <p:nvPr/>
          </p:nvSpPr>
          <p:spPr>
            <a:xfrm>
              <a:off x="94765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9" name="Rectangle 1228">
              <a:extLst>
                <a:ext uri="{FF2B5EF4-FFF2-40B4-BE49-F238E27FC236}">
                  <a16:creationId xmlns:a16="http://schemas.microsoft.com/office/drawing/2014/main" id="{816F3D45-77C8-423A-9875-93E20CC40C23}"/>
                </a:ext>
              </a:extLst>
            </p:cNvPr>
            <p:cNvSpPr/>
            <p:nvPr/>
          </p:nvSpPr>
          <p:spPr>
            <a:xfrm>
              <a:off x="111390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0" name="Rectangle 1229">
              <a:extLst>
                <a:ext uri="{FF2B5EF4-FFF2-40B4-BE49-F238E27FC236}">
                  <a16:creationId xmlns:a16="http://schemas.microsoft.com/office/drawing/2014/main" id="{16F44D35-E8EA-4172-BBA6-15058D370287}"/>
                </a:ext>
              </a:extLst>
            </p:cNvPr>
            <p:cNvSpPr/>
            <p:nvPr/>
          </p:nvSpPr>
          <p:spPr>
            <a:xfrm>
              <a:off x="128016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1" name="Rectangle 1230">
              <a:extLst>
                <a:ext uri="{FF2B5EF4-FFF2-40B4-BE49-F238E27FC236}">
                  <a16:creationId xmlns:a16="http://schemas.microsoft.com/office/drawing/2014/main" id="{28B0934C-0A0B-4E51-8014-7E9A5DD0F2B8}"/>
                </a:ext>
              </a:extLst>
            </p:cNvPr>
            <p:cNvSpPr/>
            <p:nvPr/>
          </p:nvSpPr>
          <p:spPr>
            <a:xfrm>
              <a:off x="144641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2" name="Rectangle 1231">
              <a:extLst>
                <a:ext uri="{FF2B5EF4-FFF2-40B4-BE49-F238E27FC236}">
                  <a16:creationId xmlns:a16="http://schemas.microsoft.com/office/drawing/2014/main" id="{506B9A18-E72C-4387-AF67-799878884113}"/>
                </a:ext>
              </a:extLst>
            </p:cNvPr>
            <p:cNvSpPr/>
            <p:nvPr/>
          </p:nvSpPr>
          <p:spPr>
            <a:xfrm>
              <a:off x="161267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3" name="Rectangle 1232">
              <a:extLst>
                <a:ext uri="{FF2B5EF4-FFF2-40B4-BE49-F238E27FC236}">
                  <a16:creationId xmlns:a16="http://schemas.microsoft.com/office/drawing/2014/main" id="{751891E3-505C-4A0F-8A7A-E18F314ED969}"/>
                </a:ext>
              </a:extLst>
            </p:cNvPr>
            <p:cNvSpPr/>
            <p:nvPr/>
          </p:nvSpPr>
          <p:spPr>
            <a:xfrm>
              <a:off x="177892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4" name="Rectangle 1233">
              <a:extLst>
                <a:ext uri="{FF2B5EF4-FFF2-40B4-BE49-F238E27FC236}">
                  <a16:creationId xmlns:a16="http://schemas.microsoft.com/office/drawing/2014/main" id="{EEEAECA2-9C74-45F5-87D7-FD4F7F442C07}"/>
                </a:ext>
              </a:extLst>
            </p:cNvPr>
            <p:cNvSpPr/>
            <p:nvPr/>
          </p:nvSpPr>
          <p:spPr>
            <a:xfrm>
              <a:off x="194518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5" name="Rectangle 1234">
              <a:extLst>
                <a:ext uri="{FF2B5EF4-FFF2-40B4-BE49-F238E27FC236}">
                  <a16:creationId xmlns:a16="http://schemas.microsoft.com/office/drawing/2014/main" id="{5F307C58-0C30-4ECF-93C5-F1F59337690B}"/>
                </a:ext>
              </a:extLst>
            </p:cNvPr>
            <p:cNvSpPr/>
            <p:nvPr/>
          </p:nvSpPr>
          <p:spPr>
            <a:xfrm>
              <a:off x="211143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6" name="Rectangle 1235">
              <a:extLst>
                <a:ext uri="{FF2B5EF4-FFF2-40B4-BE49-F238E27FC236}">
                  <a16:creationId xmlns:a16="http://schemas.microsoft.com/office/drawing/2014/main" id="{504C500D-7C48-48CC-B4B5-75DDDB1BCCCC}"/>
                </a:ext>
              </a:extLst>
            </p:cNvPr>
            <p:cNvSpPr/>
            <p:nvPr/>
          </p:nvSpPr>
          <p:spPr>
            <a:xfrm>
              <a:off x="227769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7" name="Rectangle 1236">
              <a:extLst>
                <a:ext uri="{FF2B5EF4-FFF2-40B4-BE49-F238E27FC236}">
                  <a16:creationId xmlns:a16="http://schemas.microsoft.com/office/drawing/2014/main" id="{9FF5BCA0-3911-469E-BC7C-3E61CAB99932}"/>
                </a:ext>
              </a:extLst>
            </p:cNvPr>
            <p:cNvSpPr/>
            <p:nvPr/>
          </p:nvSpPr>
          <p:spPr>
            <a:xfrm>
              <a:off x="244394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8" name="Rectangle 1237">
              <a:extLst>
                <a:ext uri="{FF2B5EF4-FFF2-40B4-BE49-F238E27FC236}">
                  <a16:creationId xmlns:a16="http://schemas.microsoft.com/office/drawing/2014/main" id="{D51BC177-B1DA-4EDB-AE24-18970674111A}"/>
                </a:ext>
              </a:extLst>
            </p:cNvPr>
            <p:cNvSpPr/>
            <p:nvPr/>
          </p:nvSpPr>
          <p:spPr>
            <a:xfrm>
              <a:off x="261020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9" name="Rectangle 1238">
              <a:extLst>
                <a:ext uri="{FF2B5EF4-FFF2-40B4-BE49-F238E27FC236}">
                  <a16:creationId xmlns:a16="http://schemas.microsoft.com/office/drawing/2014/main" id="{5C525414-4B02-4064-B3CD-925F8E48B43D}"/>
                </a:ext>
              </a:extLst>
            </p:cNvPr>
            <p:cNvSpPr/>
            <p:nvPr/>
          </p:nvSpPr>
          <p:spPr>
            <a:xfrm>
              <a:off x="277645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0" name="Rectangle 1239">
              <a:extLst>
                <a:ext uri="{FF2B5EF4-FFF2-40B4-BE49-F238E27FC236}">
                  <a16:creationId xmlns:a16="http://schemas.microsoft.com/office/drawing/2014/main" id="{6B5110E7-4483-4CDE-ADA2-7FFFC1FBB9BF}"/>
                </a:ext>
              </a:extLst>
            </p:cNvPr>
            <p:cNvSpPr/>
            <p:nvPr/>
          </p:nvSpPr>
          <p:spPr>
            <a:xfrm>
              <a:off x="294271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1" name="Rectangle 1240">
              <a:extLst>
                <a:ext uri="{FF2B5EF4-FFF2-40B4-BE49-F238E27FC236}">
                  <a16:creationId xmlns:a16="http://schemas.microsoft.com/office/drawing/2014/main" id="{F0637C6C-B836-4BDA-9C60-13D8C795B46A}"/>
                </a:ext>
              </a:extLst>
            </p:cNvPr>
            <p:cNvSpPr/>
            <p:nvPr/>
          </p:nvSpPr>
          <p:spPr>
            <a:xfrm>
              <a:off x="310896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2" name="Rectangle 1241">
              <a:extLst>
                <a:ext uri="{FF2B5EF4-FFF2-40B4-BE49-F238E27FC236}">
                  <a16:creationId xmlns:a16="http://schemas.microsoft.com/office/drawing/2014/main" id="{4430F34D-8F14-4074-9EDD-9B4C1567E1E6}"/>
                </a:ext>
              </a:extLst>
            </p:cNvPr>
            <p:cNvSpPr/>
            <p:nvPr/>
          </p:nvSpPr>
          <p:spPr>
            <a:xfrm>
              <a:off x="327522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3" name="Rectangle 1242">
              <a:extLst>
                <a:ext uri="{FF2B5EF4-FFF2-40B4-BE49-F238E27FC236}">
                  <a16:creationId xmlns:a16="http://schemas.microsoft.com/office/drawing/2014/main" id="{7C3CDB9C-8771-4C06-82AA-821E0CBF1DF0}"/>
                </a:ext>
              </a:extLst>
            </p:cNvPr>
            <p:cNvSpPr/>
            <p:nvPr/>
          </p:nvSpPr>
          <p:spPr>
            <a:xfrm>
              <a:off x="344147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4" name="Rectangle 1243">
              <a:extLst>
                <a:ext uri="{FF2B5EF4-FFF2-40B4-BE49-F238E27FC236}">
                  <a16:creationId xmlns:a16="http://schemas.microsoft.com/office/drawing/2014/main" id="{02E3607E-A59E-4F71-B108-9154F0FC39B0}"/>
                </a:ext>
              </a:extLst>
            </p:cNvPr>
            <p:cNvSpPr/>
            <p:nvPr/>
          </p:nvSpPr>
          <p:spPr>
            <a:xfrm>
              <a:off x="360773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5" name="Rectangle 1244">
              <a:extLst>
                <a:ext uri="{FF2B5EF4-FFF2-40B4-BE49-F238E27FC236}">
                  <a16:creationId xmlns:a16="http://schemas.microsoft.com/office/drawing/2014/main" id="{753164F6-8A4E-4D9C-91C0-22C1E459D69A}"/>
                </a:ext>
              </a:extLst>
            </p:cNvPr>
            <p:cNvSpPr/>
            <p:nvPr/>
          </p:nvSpPr>
          <p:spPr>
            <a:xfrm>
              <a:off x="377398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6" name="Rectangle 1245">
              <a:extLst>
                <a:ext uri="{FF2B5EF4-FFF2-40B4-BE49-F238E27FC236}">
                  <a16:creationId xmlns:a16="http://schemas.microsoft.com/office/drawing/2014/main" id="{09A57944-A821-4E16-B3CB-978F654E7C04}"/>
                </a:ext>
              </a:extLst>
            </p:cNvPr>
            <p:cNvSpPr/>
            <p:nvPr/>
          </p:nvSpPr>
          <p:spPr>
            <a:xfrm>
              <a:off x="394024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7" name="Rectangle 1246">
              <a:extLst>
                <a:ext uri="{FF2B5EF4-FFF2-40B4-BE49-F238E27FC236}">
                  <a16:creationId xmlns:a16="http://schemas.microsoft.com/office/drawing/2014/main" id="{8393D4CB-7776-4362-A7D1-EAFD165509D7}"/>
                </a:ext>
              </a:extLst>
            </p:cNvPr>
            <p:cNvSpPr/>
            <p:nvPr/>
          </p:nvSpPr>
          <p:spPr>
            <a:xfrm>
              <a:off x="410649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8" name="Rectangle 1247">
              <a:extLst>
                <a:ext uri="{FF2B5EF4-FFF2-40B4-BE49-F238E27FC236}">
                  <a16:creationId xmlns:a16="http://schemas.microsoft.com/office/drawing/2014/main" id="{9CBCEB03-2D85-44F7-9A4D-FD9D018CCBB6}"/>
                </a:ext>
              </a:extLst>
            </p:cNvPr>
            <p:cNvSpPr/>
            <p:nvPr/>
          </p:nvSpPr>
          <p:spPr>
            <a:xfrm>
              <a:off x="427275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9" name="Rectangle 1248">
              <a:extLst>
                <a:ext uri="{FF2B5EF4-FFF2-40B4-BE49-F238E27FC236}">
                  <a16:creationId xmlns:a16="http://schemas.microsoft.com/office/drawing/2014/main" id="{6475C177-37D3-4B47-9B60-23F744A8C423}"/>
                </a:ext>
              </a:extLst>
            </p:cNvPr>
            <p:cNvSpPr/>
            <p:nvPr/>
          </p:nvSpPr>
          <p:spPr>
            <a:xfrm>
              <a:off x="443900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0" name="Rectangle 1249">
              <a:extLst>
                <a:ext uri="{FF2B5EF4-FFF2-40B4-BE49-F238E27FC236}">
                  <a16:creationId xmlns:a16="http://schemas.microsoft.com/office/drawing/2014/main" id="{9547DD83-92AA-45C4-9609-B8EE288482C1}"/>
                </a:ext>
              </a:extLst>
            </p:cNvPr>
            <p:cNvSpPr/>
            <p:nvPr/>
          </p:nvSpPr>
          <p:spPr>
            <a:xfrm>
              <a:off x="460526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1" name="Rectangle 1250">
              <a:extLst>
                <a:ext uri="{FF2B5EF4-FFF2-40B4-BE49-F238E27FC236}">
                  <a16:creationId xmlns:a16="http://schemas.microsoft.com/office/drawing/2014/main" id="{C243073A-FC0B-4E14-B787-1CB96EC2E142}"/>
                </a:ext>
              </a:extLst>
            </p:cNvPr>
            <p:cNvSpPr/>
            <p:nvPr/>
          </p:nvSpPr>
          <p:spPr>
            <a:xfrm>
              <a:off x="477151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2" name="Rectangle 1251">
              <a:extLst>
                <a:ext uri="{FF2B5EF4-FFF2-40B4-BE49-F238E27FC236}">
                  <a16:creationId xmlns:a16="http://schemas.microsoft.com/office/drawing/2014/main" id="{180CCCF2-A3F0-40AB-9C89-D8299E34D9BA}"/>
                </a:ext>
              </a:extLst>
            </p:cNvPr>
            <p:cNvSpPr/>
            <p:nvPr/>
          </p:nvSpPr>
          <p:spPr>
            <a:xfrm>
              <a:off x="493777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3" name="Rectangle 1252">
              <a:extLst>
                <a:ext uri="{FF2B5EF4-FFF2-40B4-BE49-F238E27FC236}">
                  <a16:creationId xmlns:a16="http://schemas.microsoft.com/office/drawing/2014/main" id="{E3045880-BAE8-41E0-BD6A-2BBCC7BC9A56}"/>
                </a:ext>
              </a:extLst>
            </p:cNvPr>
            <p:cNvSpPr/>
            <p:nvPr/>
          </p:nvSpPr>
          <p:spPr>
            <a:xfrm>
              <a:off x="510402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4" name="Rectangle 1253">
              <a:extLst>
                <a:ext uri="{FF2B5EF4-FFF2-40B4-BE49-F238E27FC236}">
                  <a16:creationId xmlns:a16="http://schemas.microsoft.com/office/drawing/2014/main" id="{72DBDE7D-E35B-417A-BDF2-70CF31563D7C}"/>
                </a:ext>
              </a:extLst>
            </p:cNvPr>
            <p:cNvSpPr/>
            <p:nvPr/>
          </p:nvSpPr>
          <p:spPr>
            <a:xfrm>
              <a:off x="527028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5" name="Rectangle 1254">
              <a:extLst>
                <a:ext uri="{FF2B5EF4-FFF2-40B4-BE49-F238E27FC236}">
                  <a16:creationId xmlns:a16="http://schemas.microsoft.com/office/drawing/2014/main" id="{B7EA6324-A056-41A4-BB49-C1FF0A1FFF39}"/>
                </a:ext>
              </a:extLst>
            </p:cNvPr>
            <p:cNvSpPr/>
            <p:nvPr/>
          </p:nvSpPr>
          <p:spPr>
            <a:xfrm>
              <a:off x="543653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6" name="Rectangle 1255">
              <a:extLst>
                <a:ext uri="{FF2B5EF4-FFF2-40B4-BE49-F238E27FC236}">
                  <a16:creationId xmlns:a16="http://schemas.microsoft.com/office/drawing/2014/main" id="{C8A8E677-0E0C-48EE-9611-BB8D2E7BD252}"/>
                </a:ext>
              </a:extLst>
            </p:cNvPr>
            <p:cNvSpPr/>
            <p:nvPr/>
          </p:nvSpPr>
          <p:spPr>
            <a:xfrm>
              <a:off x="560279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7" name="Rectangle 1256">
              <a:extLst>
                <a:ext uri="{FF2B5EF4-FFF2-40B4-BE49-F238E27FC236}">
                  <a16:creationId xmlns:a16="http://schemas.microsoft.com/office/drawing/2014/main" id="{A012D089-ED29-4674-9C94-34E6F2C0A0BB}"/>
                </a:ext>
              </a:extLst>
            </p:cNvPr>
            <p:cNvSpPr/>
            <p:nvPr/>
          </p:nvSpPr>
          <p:spPr>
            <a:xfrm>
              <a:off x="576904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8" name="Rectangle 1257">
              <a:extLst>
                <a:ext uri="{FF2B5EF4-FFF2-40B4-BE49-F238E27FC236}">
                  <a16:creationId xmlns:a16="http://schemas.microsoft.com/office/drawing/2014/main" id="{34065737-9608-4576-9BF3-22261F2DE298}"/>
                </a:ext>
              </a:extLst>
            </p:cNvPr>
            <p:cNvSpPr/>
            <p:nvPr/>
          </p:nvSpPr>
          <p:spPr>
            <a:xfrm>
              <a:off x="593530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9" name="Rectangle 1258">
              <a:extLst>
                <a:ext uri="{FF2B5EF4-FFF2-40B4-BE49-F238E27FC236}">
                  <a16:creationId xmlns:a16="http://schemas.microsoft.com/office/drawing/2014/main" id="{801C804C-7B63-48DE-8A00-5FD8D744AFD7}"/>
                </a:ext>
              </a:extLst>
            </p:cNvPr>
            <p:cNvSpPr/>
            <p:nvPr/>
          </p:nvSpPr>
          <p:spPr>
            <a:xfrm>
              <a:off x="78139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0" name="Rectangle 1259">
              <a:extLst>
                <a:ext uri="{FF2B5EF4-FFF2-40B4-BE49-F238E27FC236}">
                  <a16:creationId xmlns:a16="http://schemas.microsoft.com/office/drawing/2014/main" id="{69E3FFA0-F51F-4405-8F48-E350F725A2AB}"/>
                </a:ext>
              </a:extLst>
            </p:cNvPr>
            <p:cNvSpPr/>
            <p:nvPr/>
          </p:nvSpPr>
          <p:spPr>
            <a:xfrm>
              <a:off x="94765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1" name="Rectangle 1260">
              <a:extLst>
                <a:ext uri="{FF2B5EF4-FFF2-40B4-BE49-F238E27FC236}">
                  <a16:creationId xmlns:a16="http://schemas.microsoft.com/office/drawing/2014/main" id="{325F9105-B8E1-4B5F-BC4B-199023A62825}"/>
                </a:ext>
              </a:extLst>
            </p:cNvPr>
            <p:cNvSpPr/>
            <p:nvPr/>
          </p:nvSpPr>
          <p:spPr>
            <a:xfrm>
              <a:off x="111390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2" name="Rectangle 1261">
              <a:extLst>
                <a:ext uri="{FF2B5EF4-FFF2-40B4-BE49-F238E27FC236}">
                  <a16:creationId xmlns:a16="http://schemas.microsoft.com/office/drawing/2014/main" id="{9D47BB9C-4F8A-4DEE-88A0-BD4260693E4A}"/>
                </a:ext>
              </a:extLst>
            </p:cNvPr>
            <p:cNvSpPr/>
            <p:nvPr/>
          </p:nvSpPr>
          <p:spPr>
            <a:xfrm>
              <a:off x="128016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3" name="Rectangle 1262">
              <a:extLst>
                <a:ext uri="{FF2B5EF4-FFF2-40B4-BE49-F238E27FC236}">
                  <a16:creationId xmlns:a16="http://schemas.microsoft.com/office/drawing/2014/main" id="{F12D4126-97DD-45F8-8F77-6FE5B7DC2759}"/>
                </a:ext>
              </a:extLst>
            </p:cNvPr>
            <p:cNvSpPr/>
            <p:nvPr/>
          </p:nvSpPr>
          <p:spPr>
            <a:xfrm>
              <a:off x="144641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4" name="Rectangle 1263">
              <a:extLst>
                <a:ext uri="{FF2B5EF4-FFF2-40B4-BE49-F238E27FC236}">
                  <a16:creationId xmlns:a16="http://schemas.microsoft.com/office/drawing/2014/main" id="{4BC3D6B0-9788-46AA-8A0A-99D31BE9A99E}"/>
                </a:ext>
              </a:extLst>
            </p:cNvPr>
            <p:cNvSpPr/>
            <p:nvPr/>
          </p:nvSpPr>
          <p:spPr>
            <a:xfrm>
              <a:off x="161267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5" name="Rectangle 1264">
              <a:extLst>
                <a:ext uri="{FF2B5EF4-FFF2-40B4-BE49-F238E27FC236}">
                  <a16:creationId xmlns:a16="http://schemas.microsoft.com/office/drawing/2014/main" id="{AAC67048-C277-42BF-9D18-0E4CAAAC103B}"/>
                </a:ext>
              </a:extLst>
            </p:cNvPr>
            <p:cNvSpPr/>
            <p:nvPr/>
          </p:nvSpPr>
          <p:spPr>
            <a:xfrm>
              <a:off x="177892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6" name="Rectangle 1265">
              <a:extLst>
                <a:ext uri="{FF2B5EF4-FFF2-40B4-BE49-F238E27FC236}">
                  <a16:creationId xmlns:a16="http://schemas.microsoft.com/office/drawing/2014/main" id="{5F1E9E92-0F08-47B7-9B10-1A698B6A519E}"/>
                </a:ext>
              </a:extLst>
            </p:cNvPr>
            <p:cNvSpPr/>
            <p:nvPr/>
          </p:nvSpPr>
          <p:spPr>
            <a:xfrm>
              <a:off x="194518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7" name="Rectangle 1266">
              <a:extLst>
                <a:ext uri="{FF2B5EF4-FFF2-40B4-BE49-F238E27FC236}">
                  <a16:creationId xmlns:a16="http://schemas.microsoft.com/office/drawing/2014/main" id="{34758F64-A7DB-448A-9FC0-DC9AD5B048C6}"/>
                </a:ext>
              </a:extLst>
            </p:cNvPr>
            <p:cNvSpPr/>
            <p:nvPr/>
          </p:nvSpPr>
          <p:spPr>
            <a:xfrm>
              <a:off x="211143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8" name="Rectangle 1267">
              <a:extLst>
                <a:ext uri="{FF2B5EF4-FFF2-40B4-BE49-F238E27FC236}">
                  <a16:creationId xmlns:a16="http://schemas.microsoft.com/office/drawing/2014/main" id="{7ED85242-89AB-4E2D-A8D0-151D2C95CAD6}"/>
                </a:ext>
              </a:extLst>
            </p:cNvPr>
            <p:cNvSpPr/>
            <p:nvPr/>
          </p:nvSpPr>
          <p:spPr>
            <a:xfrm>
              <a:off x="227769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9" name="Rectangle 1268">
              <a:extLst>
                <a:ext uri="{FF2B5EF4-FFF2-40B4-BE49-F238E27FC236}">
                  <a16:creationId xmlns:a16="http://schemas.microsoft.com/office/drawing/2014/main" id="{357CD4D3-371C-4947-A8A4-D4347083EB4C}"/>
                </a:ext>
              </a:extLst>
            </p:cNvPr>
            <p:cNvSpPr/>
            <p:nvPr/>
          </p:nvSpPr>
          <p:spPr>
            <a:xfrm>
              <a:off x="244394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0" name="Rectangle 1269">
              <a:extLst>
                <a:ext uri="{FF2B5EF4-FFF2-40B4-BE49-F238E27FC236}">
                  <a16:creationId xmlns:a16="http://schemas.microsoft.com/office/drawing/2014/main" id="{AD16F186-9F8F-432C-A107-F5E5C3915035}"/>
                </a:ext>
              </a:extLst>
            </p:cNvPr>
            <p:cNvSpPr/>
            <p:nvPr/>
          </p:nvSpPr>
          <p:spPr>
            <a:xfrm>
              <a:off x="261020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1" name="Rectangle 1270">
              <a:extLst>
                <a:ext uri="{FF2B5EF4-FFF2-40B4-BE49-F238E27FC236}">
                  <a16:creationId xmlns:a16="http://schemas.microsoft.com/office/drawing/2014/main" id="{6FA8F4AC-B152-4956-AB3D-2924C8E5943D}"/>
                </a:ext>
              </a:extLst>
            </p:cNvPr>
            <p:cNvSpPr/>
            <p:nvPr/>
          </p:nvSpPr>
          <p:spPr>
            <a:xfrm>
              <a:off x="277645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2" name="Rectangle 1271">
              <a:extLst>
                <a:ext uri="{FF2B5EF4-FFF2-40B4-BE49-F238E27FC236}">
                  <a16:creationId xmlns:a16="http://schemas.microsoft.com/office/drawing/2014/main" id="{D87629AA-4022-4474-8235-45720E94F332}"/>
                </a:ext>
              </a:extLst>
            </p:cNvPr>
            <p:cNvSpPr/>
            <p:nvPr/>
          </p:nvSpPr>
          <p:spPr>
            <a:xfrm>
              <a:off x="294271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3" name="Rectangle 1272">
              <a:extLst>
                <a:ext uri="{FF2B5EF4-FFF2-40B4-BE49-F238E27FC236}">
                  <a16:creationId xmlns:a16="http://schemas.microsoft.com/office/drawing/2014/main" id="{57525A08-D81A-464E-B76B-8CF296641BF5}"/>
                </a:ext>
              </a:extLst>
            </p:cNvPr>
            <p:cNvSpPr/>
            <p:nvPr/>
          </p:nvSpPr>
          <p:spPr>
            <a:xfrm>
              <a:off x="310896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4" name="Rectangle 1273">
              <a:extLst>
                <a:ext uri="{FF2B5EF4-FFF2-40B4-BE49-F238E27FC236}">
                  <a16:creationId xmlns:a16="http://schemas.microsoft.com/office/drawing/2014/main" id="{A3A2106E-2774-4A4E-BFBF-0788944D4A4A}"/>
                </a:ext>
              </a:extLst>
            </p:cNvPr>
            <p:cNvSpPr/>
            <p:nvPr/>
          </p:nvSpPr>
          <p:spPr>
            <a:xfrm>
              <a:off x="327522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5" name="Rectangle 1274">
              <a:extLst>
                <a:ext uri="{FF2B5EF4-FFF2-40B4-BE49-F238E27FC236}">
                  <a16:creationId xmlns:a16="http://schemas.microsoft.com/office/drawing/2014/main" id="{0D3DA489-74E7-4F62-8B0D-6591EADE1316}"/>
                </a:ext>
              </a:extLst>
            </p:cNvPr>
            <p:cNvSpPr/>
            <p:nvPr/>
          </p:nvSpPr>
          <p:spPr>
            <a:xfrm>
              <a:off x="344147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6" name="Rectangle 1275">
              <a:extLst>
                <a:ext uri="{FF2B5EF4-FFF2-40B4-BE49-F238E27FC236}">
                  <a16:creationId xmlns:a16="http://schemas.microsoft.com/office/drawing/2014/main" id="{A1998C52-50F1-4503-904C-82D582AAFB26}"/>
                </a:ext>
              </a:extLst>
            </p:cNvPr>
            <p:cNvSpPr/>
            <p:nvPr/>
          </p:nvSpPr>
          <p:spPr>
            <a:xfrm>
              <a:off x="360773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7" name="Rectangle 1276">
              <a:extLst>
                <a:ext uri="{FF2B5EF4-FFF2-40B4-BE49-F238E27FC236}">
                  <a16:creationId xmlns:a16="http://schemas.microsoft.com/office/drawing/2014/main" id="{964594FD-397A-41DE-A4C1-2902A5B281B3}"/>
                </a:ext>
              </a:extLst>
            </p:cNvPr>
            <p:cNvSpPr/>
            <p:nvPr/>
          </p:nvSpPr>
          <p:spPr>
            <a:xfrm>
              <a:off x="377398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8" name="Rectangle 1277">
              <a:extLst>
                <a:ext uri="{FF2B5EF4-FFF2-40B4-BE49-F238E27FC236}">
                  <a16:creationId xmlns:a16="http://schemas.microsoft.com/office/drawing/2014/main" id="{811CC31F-21CB-4DE6-85AC-D3CC97A6AC21}"/>
                </a:ext>
              </a:extLst>
            </p:cNvPr>
            <p:cNvSpPr/>
            <p:nvPr/>
          </p:nvSpPr>
          <p:spPr>
            <a:xfrm>
              <a:off x="394024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9" name="Rectangle 1278">
              <a:extLst>
                <a:ext uri="{FF2B5EF4-FFF2-40B4-BE49-F238E27FC236}">
                  <a16:creationId xmlns:a16="http://schemas.microsoft.com/office/drawing/2014/main" id="{AD612852-CE3F-4341-BC75-9AD6F1A2428B}"/>
                </a:ext>
              </a:extLst>
            </p:cNvPr>
            <p:cNvSpPr/>
            <p:nvPr/>
          </p:nvSpPr>
          <p:spPr>
            <a:xfrm>
              <a:off x="410649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0" name="Rectangle 1279">
              <a:extLst>
                <a:ext uri="{FF2B5EF4-FFF2-40B4-BE49-F238E27FC236}">
                  <a16:creationId xmlns:a16="http://schemas.microsoft.com/office/drawing/2014/main" id="{D217441A-5D75-46E0-A186-21185393860D}"/>
                </a:ext>
              </a:extLst>
            </p:cNvPr>
            <p:cNvSpPr/>
            <p:nvPr/>
          </p:nvSpPr>
          <p:spPr>
            <a:xfrm>
              <a:off x="427275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1" name="Rectangle 1280">
              <a:extLst>
                <a:ext uri="{FF2B5EF4-FFF2-40B4-BE49-F238E27FC236}">
                  <a16:creationId xmlns:a16="http://schemas.microsoft.com/office/drawing/2014/main" id="{DE7F116A-B9D8-4838-A24C-53DD70B37405}"/>
                </a:ext>
              </a:extLst>
            </p:cNvPr>
            <p:cNvSpPr/>
            <p:nvPr/>
          </p:nvSpPr>
          <p:spPr>
            <a:xfrm>
              <a:off x="443900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2" name="Rectangle 1281">
              <a:extLst>
                <a:ext uri="{FF2B5EF4-FFF2-40B4-BE49-F238E27FC236}">
                  <a16:creationId xmlns:a16="http://schemas.microsoft.com/office/drawing/2014/main" id="{196BB941-8907-4A52-9ADB-E22AD9E28BAC}"/>
                </a:ext>
              </a:extLst>
            </p:cNvPr>
            <p:cNvSpPr/>
            <p:nvPr/>
          </p:nvSpPr>
          <p:spPr>
            <a:xfrm>
              <a:off x="460526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3" name="Rectangle 1282">
              <a:extLst>
                <a:ext uri="{FF2B5EF4-FFF2-40B4-BE49-F238E27FC236}">
                  <a16:creationId xmlns:a16="http://schemas.microsoft.com/office/drawing/2014/main" id="{21808F47-632B-4A34-AC87-09AD8EBFD6A6}"/>
                </a:ext>
              </a:extLst>
            </p:cNvPr>
            <p:cNvSpPr/>
            <p:nvPr/>
          </p:nvSpPr>
          <p:spPr>
            <a:xfrm>
              <a:off x="477151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4" name="Rectangle 1283">
              <a:extLst>
                <a:ext uri="{FF2B5EF4-FFF2-40B4-BE49-F238E27FC236}">
                  <a16:creationId xmlns:a16="http://schemas.microsoft.com/office/drawing/2014/main" id="{56FCB0F5-34B8-4306-89B7-6644C5AA8B7A}"/>
                </a:ext>
              </a:extLst>
            </p:cNvPr>
            <p:cNvSpPr/>
            <p:nvPr/>
          </p:nvSpPr>
          <p:spPr>
            <a:xfrm>
              <a:off x="493777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5" name="Rectangle 1284">
              <a:extLst>
                <a:ext uri="{FF2B5EF4-FFF2-40B4-BE49-F238E27FC236}">
                  <a16:creationId xmlns:a16="http://schemas.microsoft.com/office/drawing/2014/main" id="{427E6A71-369F-472E-9A9A-40D2951B3300}"/>
                </a:ext>
              </a:extLst>
            </p:cNvPr>
            <p:cNvSpPr/>
            <p:nvPr/>
          </p:nvSpPr>
          <p:spPr>
            <a:xfrm>
              <a:off x="510402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6" name="Rectangle 1285">
              <a:extLst>
                <a:ext uri="{FF2B5EF4-FFF2-40B4-BE49-F238E27FC236}">
                  <a16:creationId xmlns:a16="http://schemas.microsoft.com/office/drawing/2014/main" id="{5F9D9BE1-876B-4006-B363-405E7C989707}"/>
                </a:ext>
              </a:extLst>
            </p:cNvPr>
            <p:cNvSpPr/>
            <p:nvPr/>
          </p:nvSpPr>
          <p:spPr>
            <a:xfrm>
              <a:off x="527028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7" name="Rectangle 1286">
              <a:extLst>
                <a:ext uri="{FF2B5EF4-FFF2-40B4-BE49-F238E27FC236}">
                  <a16:creationId xmlns:a16="http://schemas.microsoft.com/office/drawing/2014/main" id="{01A3FC8B-262B-4201-B8DC-2DC03D5A48BF}"/>
                </a:ext>
              </a:extLst>
            </p:cNvPr>
            <p:cNvSpPr/>
            <p:nvPr/>
          </p:nvSpPr>
          <p:spPr>
            <a:xfrm>
              <a:off x="543653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8" name="Rectangle 1287">
              <a:extLst>
                <a:ext uri="{FF2B5EF4-FFF2-40B4-BE49-F238E27FC236}">
                  <a16:creationId xmlns:a16="http://schemas.microsoft.com/office/drawing/2014/main" id="{EFDBC772-5785-4930-B392-6C01BA81CD25}"/>
                </a:ext>
              </a:extLst>
            </p:cNvPr>
            <p:cNvSpPr/>
            <p:nvPr/>
          </p:nvSpPr>
          <p:spPr>
            <a:xfrm>
              <a:off x="560279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9" name="Rectangle 1288">
              <a:extLst>
                <a:ext uri="{FF2B5EF4-FFF2-40B4-BE49-F238E27FC236}">
                  <a16:creationId xmlns:a16="http://schemas.microsoft.com/office/drawing/2014/main" id="{6E9D9BB2-B32C-479B-AA61-18629F15B4AA}"/>
                </a:ext>
              </a:extLst>
            </p:cNvPr>
            <p:cNvSpPr/>
            <p:nvPr/>
          </p:nvSpPr>
          <p:spPr>
            <a:xfrm>
              <a:off x="576904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0" name="Rectangle 1289">
              <a:extLst>
                <a:ext uri="{FF2B5EF4-FFF2-40B4-BE49-F238E27FC236}">
                  <a16:creationId xmlns:a16="http://schemas.microsoft.com/office/drawing/2014/main" id="{5EC1E8E0-9F58-4F87-B9CF-C7FAB5D5AAB5}"/>
                </a:ext>
              </a:extLst>
            </p:cNvPr>
            <p:cNvSpPr/>
            <p:nvPr/>
          </p:nvSpPr>
          <p:spPr>
            <a:xfrm>
              <a:off x="593530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1" name="Rectangle 1290">
              <a:extLst>
                <a:ext uri="{FF2B5EF4-FFF2-40B4-BE49-F238E27FC236}">
                  <a16:creationId xmlns:a16="http://schemas.microsoft.com/office/drawing/2014/main" id="{ABD38E57-18D4-4108-A82B-B1955F966643}"/>
                </a:ext>
              </a:extLst>
            </p:cNvPr>
            <p:cNvSpPr/>
            <p:nvPr/>
          </p:nvSpPr>
          <p:spPr>
            <a:xfrm>
              <a:off x="78139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2" name="Rectangle 1291">
              <a:extLst>
                <a:ext uri="{FF2B5EF4-FFF2-40B4-BE49-F238E27FC236}">
                  <a16:creationId xmlns:a16="http://schemas.microsoft.com/office/drawing/2014/main" id="{06DAE83B-3654-4583-A1B0-71169415D5AD}"/>
                </a:ext>
              </a:extLst>
            </p:cNvPr>
            <p:cNvSpPr/>
            <p:nvPr/>
          </p:nvSpPr>
          <p:spPr>
            <a:xfrm>
              <a:off x="94765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3" name="Rectangle 1292">
              <a:extLst>
                <a:ext uri="{FF2B5EF4-FFF2-40B4-BE49-F238E27FC236}">
                  <a16:creationId xmlns:a16="http://schemas.microsoft.com/office/drawing/2014/main" id="{E3EE976B-F2A6-45CF-9299-56C3A043D357}"/>
                </a:ext>
              </a:extLst>
            </p:cNvPr>
            <p:cNvSpPr/>
            <p:nvPr/>
          </p:nvSpPr>
          <p:spPr>
            <a:xfrm>
              <a:off x="111390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4" name="Rectangle 1293">
              <a:extLst>
                <a:ext uri="{FF2B5EF4-FFF2-40B4-BE49-F238E27FC236}">
                  <a16:creationId xmlns:a16="http://schemas.microsoft.com/office/drawing/2014/main" id="{65C1134B-CCBF-4577-9E36-0364A3FA0039}"/>
                </a:ext>
              </a:extLst>
            </p:cNvPr>
            <p:cNvSpPr/>
            <p:nvPr/>
          </p:nvSpPr>
          <p:spPr>
            <a:xfrm>
              <a:off x="128016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5" name="Rectangle 1294">
              <a:extLst>
                <a:ext uri="{FF2B5EF4-FFF2-40B4-BE49-F238E27FC236}">
                  <a16:creationId xmlns:a16="http://schemas.microsoft.com/office/drawing/2014/main" id="{D3FC4F2D-378F-4A4C-B6C8-0B6BC739163B}"/>
                </a:ext>
              </a:extLst>
            </p:cNvPr>
            <p:cNvSpPr/>
            <p:nvPr/>
          </p:nvSpPr>
          <p:spPr>
            <a:xfrm>
              <a:off x="144641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6" name="Rectangle 1295">
              <a:extLst>
                <a:ext uri="{FF2B5EF4-FFF2-40B4-BE49-F238E27FC236}">
                  <a16:creationId xmlns:a16="http://schemas.microsoft.com/office/drawing/2014/main" id="{F5E41EB6-4C22-42E6-95B5-345916614EC8}"/>
                </a:ext>
              </a:extLst>
            </p:cNvPr>
            <p:cNvSpPr/>
            <p:nvPr/>
          </p:nvSpPr>
          <p:spPr>
            <a:xfrm>
              <a:off x="161267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7" name="Rectangle 1296">
              <a:extLst>
                <a:ext uri="{FF2B5EF4-FFF2-40B4-BE49-F238E27FC236}">
                  <a16:creationId xmlns:a16="http://schemas.microsoft.com/office/drawing/2014/main" id="{B9ECBA0D-E7F4-47A1-9021-D0069E743825}"/>
                </a:ext>
              </a:extLst>
            </p:cNvPr>
            <p:cNvSpPr/>
            <p:nvPr/>
          </p:nvSpPr>
          <p:spPr>
            <a:xfrm>
              <a:off x="177892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8" name="Rectangle 1297">
              <a:extLst>
                <a:ext uri="{FF2B5EF4-FFF2-40B4-BE49-F238E27FC236}">
                  <a16:creationId xmlns:a16="http://schemas.microsoft.com/office/drawing/2014/main" id="{FCD3B90F-0201-42B8-9759-FA394C97F78A}"/>
                </a:ext>
              </a:extLst>
            </p:cNvPr>
            <p:cNvSpPr/>
            <p:nvPr/>
          </p:nvSpPr>
          <p:spPr>
            <a:xfrm>
              <a:off x="194518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9" name="Rectangle 1298">
              <a:extLst>
                <a:ext uri="{FF2B5EF4-FFF2-40B4-BE49-F238E27FC236}">
                  <a16:creationId xmlns:a16="http://schemas.microsoft.com/office/drawing/2014/main" id="{E84929E8-20B5-4B67-B2A5-A5B5CC011B45}"/>
                </a:ext>
              </a:extLst>
            </p:cNvPr>
            <p:cNvSpPr/>
            <p:nvPr/>
          </p:nvSpPr>
          <p:spPr>
            <a:xfrm>
              <a:off x="211143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0" name="Rectangle 1299">
              <a:extLst>
                <a:ext uri="{FF2B5EF4-FFF2-40B4-BE49-F238E27FC236}">
                  <a16:creationId xmlns:a16="http://schemas.microsoft.com/office/drawing/2014/main" id="{45DD2E11-5455-47EE-A98C-BC42E825BE76}"/>
                </a:ext>
              </a:extLst>
            </p:cNvPr>
            <p:cNvSpPr/>
            <p:nvPr/>
          </p:nvSpPr>
          <p:spPr>
            <a:xfrm>
              <a:off x="227769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1" name="Rectangle 1300">
              <a:extLst>
                <a:ext uri="{FF2B5EF4-FFF2-40B4-BE49-F238E27FC236}">
                  <a16:creationId xmlns:a16="http://schemas.microsoft.com/office/drawing/2014/main" id="{7209DAE5-E600-4E7A-B27A-E9F14F64CC7B}"/>
                </a:ext>
              </a:extLst>
            </p:cNvPr>
            <p:cNvSpPr/>
            <p:nvPr/>
          </p:nvSpPr>
          <p:spPr>
            <a:xfrm>
              <a:off x="244394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2" name="Rectangle 1301">
              <a:extLst>
                <a:ext uri="{FF2B5EF4-FFF2-40B4-BE49-F238E27FC236}">
                  <a16:creationId xmlns:a16="http://schemas.microsoft.com/office/drawing/2014/main" id="{C4D03B26-D65C-468D-93CE-99A595893868}"/>
                </a:ext>
              </a:extLst>
            </p:cNvPr>
            <p:cNvSpPr/>
            <p:nvPr/>
          </p:nvSpPr>
          <p:spPr>
            <a:xfrm>
              <a:off x="261020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3" name="Rectangle 1302">
              <a:extLst>
                <a:ext uri="{FF2B5EF4-FFF2-40B4-BE49-F238E27FC236}">
                  <a16:creationId xmlns:a16="http://schemas.microsoft.com/office/drawing/2014/main" id="{45C9D603-BE95-4CF6-AE73-FE0BA3A210AF}"/>
                </a:ext>
              </a:extLst>
            </p:cNvPr>
            <p:cNvSpPr/>
            <p:nvPr/>
          </p:nvSpPr>
          <p:spPr>
            <a:xfrm>
              <a:off x="277645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4" name="Rectangle 1303">
              <a:extLst>
                <a:ext uri="{FF2B5EF4-FFF2-40B4-BE49-F238E27FC236}">
                  <a16:creationId xmlns:a16="http://schemas.microsoft.com/office/drawing/2014/main" id="{94717C66-27AB-4BF4-9B21-1D1D0999CFBE}"/>
                </a:ext>
              </a:extLst>
            </p:cNvPr>
            <p:cNvSpPr/>
            <p:nvPr/>
          </p:nvSpPr>
          <p:spPr>
            <a:xfrm>
              <a:off x="294271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5" name="Rectangle 1304">
              <a:extLst>
                <a:ext uri="{FF2B5EF4-FFF2-40B4-BE49-F238E27FC236}">
                  <a16:creationId xmlns:a16="http://schemas.microsoft.com/office/drawing/2014/main" id="{23545738-C92D-493A-8943-C6C0DBDD559F}"/>
                </a:ext>
              </a:extLst>
            </p:cNvPr>
            <p:cNvSpPr/>
            <p:nvPr/>
          </p:nvSpPr>
          <p:spPr>
            <a:xfrm>
              <a:off x="310896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6" name="Rectangle 1305">
              <a:extLst>
                <a:ext uri="{FF2B5EF4-FFF2-40B4-BE49-F238E27FC236}">
                  <a16:creationId xmlns:a16="http://schemas.microsoft.com/office/drawing/2014/main" id="{4914A344-689A-4B00-813C-DCE54ED69A82}"/>
                </a:ext>
              </a:extLst>
            </p:cNvPr>
            <p:cNvSpPr/>
            <p:nvPr/>
          </p:nvSpPr>
          <p:spPr>
            <a:xfrm>
              <a:off x="327522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7" name="Rectangle 1306">
              <a:extLst>
                <a:ext uri="{FF2B5EF4-FFF2-40B4-BE49-F238E27FC236}">
                  <a16:creationId xmlns:a16="http://schemas.microsoft.com/office/drawing/2014/main" id="{00C8A0D0-A003-4954-B21A-FC1A73057483}"/>
                </a:ext>
              </a:extLst>
            </p:cNvPr>
            <p:cNvSpPr/>
            <p:nvPr/>
          </p:nvSpPr>
          <p:spPr>
            <a:xfrm>
              <a:off x="344147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8" name="Rectangle 1307">
              <a:extLst>
                <a:ext uri="{FF2B5EF4-FFF2-40B4-BE49-F238E27FC236}">
                  <a16:creationId xmlns:a16="http://schemas.microsoft.com/office/drawing/2014/main" id="{C6BAC06E-B672-413A-BD25-17302E263E50}"/>
                </a:ext>
              </a:extLst>
            </p:cNvPr>
            <p:cNvSpPr/>
            <p:nvPr/>
          </p:nvSpPr>
          <p:spPr>
            <a:xfrm>
              <a:off x="360773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9" name="Rectangle 1308">
              <a:extLst>
                <a:ext uri="{FF2B5EF4-FFF2-40B4-BE49-F238E27FC236}">
                  <a16:creationId xmlns:a16="http://schemas.microsoft.com/office/drawing/2014/main" id="{290F8E94-B25A-4F04-B3BF-29C565884C4A}"/>
                </a:ext>
              </a:extLst>
            </p:cNvPr>
            <p:cNvSpPr/>
            <p:nvPr/>
          </p:nvSpPr>
          <p:spPr>
            <a:xfrm>
              <a:off x="377398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0" name="Rectangle 1309">
              <a:extLst>
                <a:ext uri="{FF2B5EF4-FFF2-40B4-BE49-F238E27FC236}">
                  <a16:creationId xmlns:a16="http://schemas.microsoft.com/office/drawing/2014/main" id="{67558449-76E7-4203-AEE9-11A906A0A20B}"/>
                </a:ext>
              </a:extLst>
            </p:cNvPr>
            <p:cNvSpPr/>
            <p:nvPr/>
          </p:nvSpPr>
          <p:spPr>
            <a:xfrm>
              <a:off x="394024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1" name="Rectangle 1310">
              <a:extLst>
                <a:ext uri="{FF2B5EF4-FFF2-40B4-BE49-F238E27FC236}">
                  <a16:creationId xmlns:a16="http://schemas.microsoft.com/office/drawing/2014/main" id="{02F47B0F-BFC6-4289-935D-CC53256307DD}"/>
                </a:ext>
              </a:extLst>
            </p:cNvPr>
            <p:cNvSpPr/>
            <p:nvPr/>
          </p:nvSpPr>
          <p:spPr>
            <a:xfrm>
              <a:off x="410649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2" name="Rectangle 1311">
              <a:extLst>
                <a:ext uri="{FF2B5EF4-FFF2-40B4-BE49-F238E27FC236}">
                  <a16:creationId xmlns:a16="http://schemas.microsoft.com/office/drawing/2014/main" id="{9B2045AF-F74E-437B-96E4-3692DC4AF134}"/>
                </a:ext>
              </a:extLst>
            </p:cNvPr>
            <p:cNvSpPr/>
            <p:nvPr/>
          </p:nvSpPr>
          <p:spPr>
            <a:xfrm>
              <a:off x="427275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3" name="Rectangle 1312">
              <a:extLst>
                <a:ext uri="{FF2B5EF4-FFF2-40B4-BE49-F238E27FC236}">
                  <a16:creationId xmlns:a16="http://schemas.microsoft.com/office/drawing/2014/main" id="{37D85F34-4D1C-4CD0-90B7-5DE7C2D9A8A1}"/>
                </a:ext>
              </a:extLst>
            </p:cNvPr>
            <p:cNvSpPr/>
            <p:nvPr/>
          </p:nvSpPr>
          <p:spPr>
            <a:xfrm>
              <a:off x="443900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4" name="Rectangle 1313">
              <a:extLst>
                <a:ext uri="{FF2B5EF4-FFF2-40B4-BE49-F238E27FC236}">
                  <a16:creationId xmlns:a16="http://schemas.microsoft.com/office/drawing/2014/main" id="{16F62605-E6B5-4C1D-B074-C41AA9112F9C}"/>
                </a:ext>
              </a:extLst>
            </p:cNvPr>
            <p:cNvSpPr/>
            <p:nvPr/>
          </p:nvSpPr>
          <p:spPr>
            <a:xfrm>
              <a:off x="460526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5" name="Rectangle 1314">
              <a:extLst>
                <a:ext uri="{FF2B5EF4-FFF2-40B4-BE49-F238E27FC236}">
                  <a16:creationId xmlns:a16="http://schemas.microsoft.com/office/drawing/2014/main" id="{7963393D-619B-4670-805D-81D1DB83ACE4}"/>
                </a:ext>
              </a:extLst>
            </p:cNvPr>
            <p:cNvSpPr/>
            <p:nvPr/>
          </p:nvSpPr>
          <p:spPr>
            <a:xfrm>
              <a:off x="477151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6" name="Rectangle 1315">
              <a:extLst>
                <a:ext uri="{FF2B5EF4-FFF2-40B4-BE49-F238E27FC236}">
                  <a16:creationId xmlns:a16="http://schemas.microsoft.com/office/drawing/2014/main" id="{7222DB7F-E221-45A4-A778-ED597BC47CAA}"/>
                </a:ext>
              </a:extLst>
            </p:cNvPr>
            <p:cNvSpPr/>
            <p:nvPr/>
          </p:nvSpPr>
          <p:spPr>
            <a:xfrm>
              <a:off x="493777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7" name="Rectangle 1316">
              <a:extLst>
                <a:ext uri="{FF2B5EF4-FFF2-40B4-BE49-F238E27FC236}">
                  <a16:creationId xmlns:a16="http://schemas.microsoft.com/office/drawing/2014/main" id="{7BB26B5B-31FF-406C-9EF4-6245D84AA4D1}"/>
                </a:ext>
              </a:extLst>
            </p:cNvPr>
            <p:cNvSpPr/>
            <p:nvPr/>
          </p:nvSpPr>
          <p:spPr>
            <a:xfrm>
              <a:off x="510402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8" name="Rectangle 1317">
              <a:extLst>
                <a:ext uri="{FF2B5EF4-FFF2-40B4-BE49-F238E27FC236}">
                  <a16:creationId xmlns:a16="http://schemas.microsoft.com/office/drawing/2014/main" id="{3FAE112C-0BC4-4048-9406-642E055E730B}"/>
                </a:ext>
              </a:extLst>
            </p:cNvPr>
            <p:cNvSpPr/>
            <p:nvPr/>
          </p:nvSpPr>
          <p:spPr>
            <a:xfrm>
              <a:off x="527028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9" name="Rectangle 1318">
              <a:extLst>
                <a:ext uri="{FF2B5EF4-FFF2-40B4-BE49-F238E27FC236}">
                  <a16:creationId xmlns:a16="http://schemas.microsoft.com/office/drawing/2014/main" id="{ED1974EA-4ACA-4FFE-8B40-5CE7972A02E5}"/>
                </a:ext>
              </a:extLst>
            </p:cNvPr>
            <p:cNvSpPr/>
            <p:nvPr/>
          </p:nvSpPr>
          <p:spPr>
            <a:xfrm>
              <a:off x="543653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0" name="Rectangle 1319">
              <a:extLst>
                <a:ext uri="{FF2B5EF4-FFF2-40B4-BE49-F238E27FC236}">
                  <a16:creationId xmlns:a16="http://schemas.microsoft.com/office/drawing/2014/main" id="{BA147F16-4B46-422B-9060-53A9D8586C9E}"/>
                </a:ext>
              </a:extLst>
            </p:cNvPr>
            <p:cNvSpPr/>
            <p:nvPr/>
          </p:nvSpPr>
          <p:spPr>
            <a:xfrm>
              <a:off x="560279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1" name="Rectangle 1320">
              <a:extLst>
                <a:ext uri="{FF2B5EF4-FFF2-40B4-BE49-F238E27FC236}">
                  <a16:creationId xmlns:a16="http://schemas.microsoft.com/office/drawing/2014/main" id="{D2A17875-0FBE-4BFE-947E-31C2F4441419}"/>
                </a:ext>
              </a:extLst>
            </p:cNvPr>
            <p:cNvSpPr/>
            <p:nvPr/>
          </p:nvSpPr>
          <p:spPr>
            <a:xfrm>
              <a:off x="576904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2" name="Rectangle 1321">
              <a:extLst>
                <a:ext uri="{FF2B5EF4-FFF2-40B4-BE49-F238E27FC236}">
                  <a16:creationId xmlns:a16="http://schemas.microsoft.com/office/drawing/2014/main" id="{AEF50E88-547B-4A1B-9320-7F943562E392}"/>
                </a:ext>
              </a:extLst>
            </p:cNvPr>
            <p:cNvSpPr/>
            <p:nvPr/>
          </p:nvSpPr>
          <p:spPr>
            <a:xfrm>
              <a:off x="593530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3" name="Rectangle 1322">
              <a:extLst>
                <a:ext uri="{FF2B5EF4-FFF2-40B4-BE49-F238E27FC236}">
                  <a16:creationId xmlns:a16="http://schemas.microsoft.com/office/drawing/2014/main" id="{19425199-6E72-44CF-A921-F2C610A03663}"/>
                </a:ext>
              </a:extLst>
            </p:cNvPr>
            <p:cNvSpPr/>
            <p:nvPr/>
          </p:nvSpPr>
          <p:spPr>
            <a:xfrm>
              <a:off x="78139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4" name="Rectangle 1323">
              <a:extLst>
                <a:ext uri="{FF2B5EF4-FFF2-40B4-BE49-F238E27FC236}">
                  <a16:creationId xmlns:a16="http://schemas.microsoft.com/office/drawing/2014/main" id="{FADEEC40-8127-47B5-B2E9-DFED3F884132}"/>
                </a:ext>
              </a:extLst>
            </p:cNvPr>
            <p:cNvSpPr/>
            <p:nvPr/>
          </p:nvSpPr>
          <p:spPr>
            <a:xfrm>
              <a:off x="94765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5" name="Rectangle 1324">
              <a:extLst>
                <a:ext uri="{FF2B5EF4-FFF2-40B4-BE49-F238E27FC236}">
                  <a16:creationId xmlns:a16="http://schemas.microsoft.com/office/drawing/2014/main" id="{FFC61E5E-2469-44CB-842C-88F51B717BBC}"/>
                </a:ext>
              </a:extLst>
            </p:cNvPr>
            <p:cNvSpPr/>
            <p:nvPr/>
          </p:nvSpPr>
          <p:spPr>
            <a:xfrm>
              <a:off x="111390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6" name="Rectangle 1325">
              <a:extLst>
                <a:ext uri="{FF2B5EF4-FFF2-40B4-BE49-F238E27FC236}">
                  <a16:creationId xmlns:a16="http://schemas.microsoft.com/office/drawing/2014/main" id="{0480DB92-657C-4327-8D4D-E0D5B117C433}"/>
                </a:ext>
              </a:extLst>
            </p:cNvPr>
            <p:cNvSpPr/>
            <p:nvPr/>
          </p:nvSpPr>
          <p:spPr>
            <a:xfrm>
              <a:off x="128016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7" name="Rectangle 1326">
              <a:extLst>
                <a:ext uri="{FF2B5EF4-FFF2-40B4-BE49-F238E27FC236}">
                  <a16:creationId xmlns:a16="http://schemas.microsoft.com/office/drawing/2014/main" id="{DBD5A134-645D-46E8-967B-27912A0FBA34}"/>
                </a:ext>
              </a:extLst>
            </p:cNvPr>
            <p:cNvSpPr/>
            <p:nvPr/>
          </p:nvSpPr>
          <p:spPr>
            <a:xfrm>
              <a:off x="144641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8" name="Rectangle 1327">
              <a:extLst>
                <a:ext uri="{FF2B5EF4-FFF2-40B4-BE49-F238E27FC236}">
                  <a16:creationId xmlns:a16="http://schemas.microsoft.com/office/drawing/2014/main" id="{B2458D99-BD53-449C-BAE8-82BF9625771A}"/>
                </a:ext>
              </a:extLst>
            </p:cNvPr>
            <p:cNvSpPr/>
            <p:nvPr/>
          </p:nvSpPr>
          <p:spPr>
            <a:xfrm>
              <a:off x="161267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9" name="Rectangle 1328">
              <a:extLst>
                <a:ext uri="{FF2B5EF4-FFF2-40B4-BE49-F238E27FC236}">
                  <a16:creationId xmlns:a16="http://schemas.microsoft.com/office/drawing/2014/main" id="{F628822F-43C2-492F-9F0E-E6872BED385E}"/>
                </a:ext>
              </a:extLst>
            </p:cNvPr>
            <p:cNvSpPr/>
            <p:nvPr/>
          </p:nvSpPr>
          <p:spPr>
            <a:xfrm>
              <a:off x="177892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0" name="Rectangle 1329">
              <a:extLst>
                <a:ext uri="{FF2B5EF4-FFF2-40B4-BE49-F238E27FC236}">
                  <a16:creationId xmlns:a16="http://schemas.microsoft.com/office/drawing/2014/main" id="{52E4197D-F11B-4C67-A2BD-C17B18D1C252}"/>
                </a:ext>
              </a:extLst>
            </p:cNvPr>
            <p:cNvSpPr/>
            <p:nvPr/>
          </p:nvSpPr>
          <p:spPr>
            <a:xfrm>
              <a:off x="194518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1" name="Rectangle 1330">
              <a:extLst>
                <a:ext uri="{FF2B5EF4-FFF2-40B4-BE49-F238E27FC236}">
                  <a16:creationId xmlns:a16="http://schemas.microsoft.com/office/drawing/2014/main" id="{F3E653DE-3EC3-44E1-A9E0-76EE4E6BF3E7}"/>
                </a:ext>
              </a:extLst>
            </p:cNvPr>
            <p:cNvSpPr/>
            <p:nvPr/>
          </p:nvSpPr>
          <p:spPr>
            <a:xfrm>
              <a:off x="211143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2" name="Rectangle 1331">
              <a:extLst>
                <a:ext uri="{FF2B5EF4-FFF2-40B4-BE49-F238E27FC236}">
                  <a16:creationId xmlns:a16="http://schemas.microsoft.com/office/drawing/2014/main" id="{72184C59-9143-446A-88F6-90C884BD9155}"/>
                </a:ext>
              </a:extLst>
            </p:cNvPr>
            <p:cNvSpPr/>
            <p:nvPr/>
          </p:nvSpPr>
          <p:spPr>
            <a:xfrm>
              <a:off x="227769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3" name="Rectangle 1332">
              <a:extLst>
                <a:ext uri="{FF2B5EF4-FFF2-40B4-BE49-F238E27FC236}">
                  <a16:creationId xmlns:a16="http://schemas.microsoft.com/office/drawing/2014/main" id="{76B272D4-6252-4D0B-A311-CCDC471D9E76}"/>
                </a:ext>
              </a:extLst>
            </p:cNvPr>
            <p:cNvSpPr/>
            <p:nvPr/>
          </p:nvSpPr>
          <p:spPr>
            <a:xfrm>
              <a:off x="244394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4" name="Rectangle 1333">
              <a:extLst>
                <a:ext uri="{FF2B5EF4-FFF2-40B4-BE49-F238E27FC236}">
                  <a16:creationId xmlns:a16="http://schemas.microsoft.com/office/drawing/2014/main" id="{5EAE8080-6EA2-4F0E-A919-AFABDB005E51}"/>
                </a:ext>
              </a:extLst>
            </p:cNvPr>
            <p:cNvSpPr/>
            <p:nvPr/>
          </p:nvSpPr>
          <p:spPr>
            <a:xfrm>
              <a:off x="261020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5" name="Rectangle 1334">
              <a:extLst>
                <a:ext uri="{FF2B5EF4-FFF2-40B4-BE49-F238E27FC236}">
                  <a16:creationId xmlns:a16="http://schemas.microsoft.com/office/drawing/2014/main" id="{EC70CD3A-0F09-43FF-8AE4-50E59D3EE73D}"/>
                </a:ext>
              </a:extLst>
            </p:cNvPr>
            <p:cNvSpPr/>
            <p:nvPr/>
          </p:nvSpPr>
          <p:spPr>
            <a:xfrm>
              <a:off x="277645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6" name="Rectangle 1335">
              <a:extLst>
                <a:ext uri="{FF2B5EF4-FFF2-40B4-BE49-F238E27FC236}">
                  <a16:creationId xmlns:a16="http://schemas.microsoft.com/office/drawing/2014/main" id="{627318E6-9DE9-4A6C-9E38-5A6684A3AB3E}"/>
                </a:ext>
              </a:extLst>
            </p:cNvPr>
            <p:cNvSpPr/>
            <p:nvPr/>
          </p:nvSpPr>
          <p:spPr>
            <a:xfrm>
              <a:off x="294271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7" name="Rectangle 1336">
              <a:extLst>
                <a:ext uri="{FF2B5EF4-FFF2-40B4-BE49-F238E27FC236}">
                  <a16:creationId xmlns:a16="http://schemas.microsoft.com/office/drawing/2014/main" id="{CDB9CACF-F2C4-42FF-93DF-60AD20C8146A}"/>
                </a:ext>
              </a:extLst>
            </p:cNvPr>
            <p:cNvSpPr/>
            <p:nvPr/>
          </p:nvSpPr>
          <p:spPr>
            <a:xfrm>
              <a:off x="310896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8" name="Rectangle 1337">
              <a:extLst>
                <a:ext uri="{FF2B5EF4-FFF2-40B4-BE49-F238E27FC236}">
                  <a16:creationId xmlns:a16="http://schemas.microsoft.com/office/drawing/2014/main" id="{B434E6B4-FEE8-4E41-AB49-42D7CB46C8C5}"/>
                </a:ext>
              </a:extLst>
            </p:cNvPr>
            <p:cNvSpPr/>
            <p:nvPr/>
          </p:nvSpPr>
          <p:spPr>
            <a:xfrm>
              <a:off x="327522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9" name="Rectangle 1338">
              <a:extLst>
                <a:ext uri="{FF2B5EF4-FFF2-40B4-BE49-F238E27FC236}">
                  <a16:creationId xmlns:a16="http://schemas.microsoft.com/office/drawing/2014/main" id="{3096AD35-A76F-48D4-A2C0-8F6CFBBC871F}"/>
                </a:ext>
              </a:extLst>
            </p:cNvPr>
            <p:cNvSpPr/>
            <p:nvPr/>
          </p:nvSpPr>
          <p:spPr>
            <a:xfrm>
              <a:off x="344147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0" name="Rectangle 1339">
              <a:extLst>
                <a:ext uri="{FF2B5EF4-FFF2-40B4-BE49-F238E27FC236}">
                  <a16:creationId xmlns:a16="http://schemas.microsoft.com/office/drawing/2014/main" id="{2CF1D567-3CDC-4E07-ADCC-5F450F63FEBA}"/>
                </a:ext>
              </a:extLst>
            </p:cNvPr>
            <p:cNvSpPr/>
            <p:nvPr/>
          </p:nvSpPr>
          <p:spPr>
            <a:xfrm>
              <a:off x="360773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1" name="Rectangle 1340">
              <a:extLst>
                <a:ext uri="{FF2B5EF4-FFF2-40B4-BE49-F238E27FC236}">
                  <a16:creationId xmlns:a16="http://schemas.microsoft.com/office/drawing/2014/main" id="{D3EFC6B2-C624-4AB0-83D6-CD040ABFE1FF}"/>
                </a:ext>
              </a:extLst>
            </p:cNvPr>
            <p:cNvSpPr/>
            <p:nvPr/>
          </p:nvSpPr>
          <p:spPr>
            <a:xfrm>
              <a:off x="377398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2" name="Rectangle 1341">
              <a:extLst>
                <a:ext uri="{FF2B5EF4-FFF2-40B4-BE49-F238E27FC236}">
                  <a16:creationId xmlns:a16="http://schemas.microsoft.com/office/drawing/2014/main" id="{62BBA893-7858-4461-A41B-F7C34782DB29}"/>
                </a:ext>
              </a:extLst>
            </p:cNvPr>
            <p:cNvSpPr/>
            <p:nvPr/>
          </p:nvSpPr>
          <p:spPr>
            <a:xfrm>
              <a:off x="394024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3" name="Rectangle 1342">
              <a:extLst>
                <a:ext uri="{FF2B5EF4-FFF2-40B4-BE49-F238E27FC236}">
                  <a16:creationId xmlns:a16="http://schemas.microsoft.com/office/drawing/2014/main" id="{EC8DE0AF-A2DC-452E-8D14-0DB6173B62A7}"/>
                </a:ext>
              </a:extLst>
            </p:cNvPr>
            <p:cNvSpPr/>
            <p:nvPr/>
          </p:nvSpPr>
          <p:spPr>
            <a:xfrm>
              <a:off x="410649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4" name="Rectangle 1343">
              <a:extLst>
                <a:ext uri="{FF2B5EF4-FFF2-40B4-BE49-F238E27FC236}">
                  <a16:creationId xmlns:a16="http://schemas.microsoft.com/office/drawing/2014/main" id="{36BE3515-3C6E-41B6-941D-63BA1F05A1D2}"/>
                </a:ext>
              </a:extLst>
            </p:cNvPr>
            <p:cNvSpPr/>
            <p:nvPr/>
          </p:nvSpPr>
          <p:spPr>
            <a:xfrm>
              <a:off x="427275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5" name="Rectangle 1344">
              <a:extLst>
                <a:ext uri="{FF2B5EF4-FFF2-40B4-BE49-F238E27FC236}">
                  <a16:creationId xmlns:a16="http://schemas.microsoft.com/office/drawing/2014/main" id="{96EC7BCA-2988-41A6-A3F7-F346BADB35A9}"/>
                </a:ext>
              </a:extLst>
            </p:cNvPr>
            <p:cNvSpPr/>
            <p:nvPr/>
          </p:nvSpPr>
          <p:spPr>
            <a:xfrm>
              <a:off x="443900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6" name="Rectangle 1345">
              <a:extLst>
                <a:ext uri="{FF2B5EF4-FFF2-40B4-BE49-F238E27FC236}">
                  <a16:creationId xmlns:a16="http://schemas.microsoft.com/office/drawing/2014/main" id="{3497B092-BA93-4676-AD29-0FEC7814A465}"/>
                </a:ext>
              </a:extLst>
            </p:cNvPr>
            <p:cNvSpPr/>
            <p:nvPr/>
          </p:nvSpPr>
          <p:spPr>
            <a:xfrm>
              <a:off x="460526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7" name="Rectangle 1346">
              <a:extLst>
                <a:ext uri="{FF2B5EF4-FFF2-40B4-BE49-F238E27FC236}">
                  <a16:creationId xmlns:a16="http://schemas.microsoft.com/office/drawing/2014/main" id="{36589B77-E6FE-4EEE-81B6-977A2096FAB2}"/>
                </a:ext>
              </a:extLst>
            </p:cNvPr>
            <p:cNvSpPr/>
            <p:nvPr/>
          </p:nvSpPr>
          <p:spPr>
            <a:xfrm>
              <a:off x="477151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8" name="Rectangle 1347">
              <a:extLst>
                <a:ext uri="{FF2B5EF4-FFF2-40B4-BE49-F238E27FC236}">
                  <a16:creationId xmlns:a16="http://schemas.microsoft.com/office/drawing/2014/main" id="{7BF4E0FB-EE56-4F14-92CF-F05B4F62C7AF}"/>
                </a:ext>
              </a:extLst>
            </p:cNvPr>
            <p:cNvSpPr/>
            <p:nvPr/>
          </p:nvSpPr>
          <p:spPr>
            <a:xfrm>
              <a:off x="493777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9" name="Rectangle 1348">
              <a:extLst>
                <a:ext uri="{FF2B5EF4-FFF2-40B4-BE49-F238E27FC236}">
                  <a16:creationId xmlns:a16="http://schemas.microsoft.com/office/drawing/2014/main" id="{0B9DB2C5-8D08-4E73-9DCE-C74ED2B98C5C}"/>
                </a:ext>
              </a:extLst>
            </p:cNvPr>
            <p:cNvSpPr/>
            <p:nvPr/>
          </p:nvSpPr>
          <p:spPr>
            <a:xfrm>
              <a:off x="510402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0" name="Rectangle 1349">
              <a:extLst>
                <a:ext uri="{FF2B5EF4-FFF2-40B4-BE49-F238E27FC236}">
                  <a16:creationId xmlns:a16="http://schemas.microsoft.com/office/drawing/2014/main" id="{E9171CE7-87F1-4F52-B98F-54AE0F70EE1F}"/>
                </a:ext>
              </a:extLst>
            </p:cNvPr>
            <p:cNvSpPr/>
            <p:nvPr/>
          </p:nvSpPr>
          <p:spPr>
            <a:xfrm>
              <a:off x="527028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1" name="Rectangle 1350">
              <a:extLst>
                <a:ext uri="{FF2B5EF4-FFF2-40B4-BE49-F238E27FC236}">
                  <a16:creationId xmlns:a16="http://schemas.microsoft.com/office/drawing/2014/main" id="{4CD9EAE8-1774-4720-8D17-6DD79947A401}"/>
                </a:ext>
              </a:extLst>
            </p:cNvPr>
            <p:cNvSpPr/>
            <p:nvPr/>
          </p:nvSpPr>
          <p:spPr>
            <a:xfrm>
              <a:off x="543653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2" name="Rectangle 1351">
              <a:extLst>
                <a:ext uri="{FF2B5EF4-FFF2-40B4-BE49-F238E27FC236}">
                  <a16:creationId xmlns:a16="http://schemas.microsoft.com/office/drawing/2014/main" id="{C1345AC7-5220-4E1D-9F2F-AE66E080FC2A}"/>
                </a:ext>
              </a:extLst>
            </p:cNvPr>
            <p:cNvSpPr/>
            <p:nvPr/>
          </p:nvSpPr>
          <p:spPr>
            <a:xfrm>
              <a:off x="560279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3" name="Rectangle 1352">
              <a:extLst>
                <a:ext uri="{FF2B5EF4-FFF2-40B4-BE49-F238E27FC236}">
                  <a16:creationId xmlns:a16="http://schemas.microsoft.com/office/drawing/2014/main" id="{E1456325-95AA-44C2-9F29-F649AA0B6A3D}"/>
                </a:ext>
              </a:extLst>
            </p:cNvPr>
            <p:cNvSpPr/>
            <p:nvPr/>
          </p:nvSpPr>
          <p:spPr>
            <a:xfrm>
              <a:off x="576904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4" name="Rectangle 1353">
              <a:extLst>
                <a:ext uri="{FF2B5EF4-FFF2-40B4-BE49-F238E27FC236}">
                  <a16:creationId xmlns:a16="http://schemas.microsoft.com/office/drawing/2014/main" id="{A7E3D16A-FD33-4C37-BD9C-8936D4E4A12F}"/>
                </a:ext>
              </a:extLst>
            </p:cNvPr>
            <p:cNvSpPr/>
            <p:nvPr/>
          </p:nvSpPr>
          <p:spPr>
            <a:xfrm>
              <a:off x="593530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55" name="TextBox 1354">
            <a:extLst>
              <a:ext uri="{FF2B5EF4-FFF2-40B4-BE49-F238E27FC236}">
                <a16:creationId xmlns:a16="http://schemas.microsoft.com/office/drawing/2014/main" id="{BDBADE2E-CC50-45A7-8036-7ED541B35F62}"/>
              </a:ext>
            </a:extLst>
          </p:cNvPr>
          <p:cNvSpPr txBox="1"/>
          <p:nvPr/>
        </p:nvSpPr>
        <p:spPr>
          <a:xfrm>
            <a:off x="6475034" y="1046642"/>
            <a:ext cx="1626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Imagine filtrată</a:t>
            </a:r>
            <a:endParaRPr lang="en-US" dirty="0"/>
          </a:p>
        </p:txBody>
      </p:sp>
      <p:sp>
        <p:nvSpPr>
          <p:cNvPr id="1362" name="Arc 1361">
            <a:extLst>
              <a:ext uri="{FF2B5EF4-FFF2-40B4-BE49-F238E27FC236}">
                <a16:creationId xmlns:a16="http://schemas.microsoft.com/office/drawing/2014/main" id="{C4FCF0E7-D828-4536-8967-74D6B7C452F1}"/>
              </a:ext>
            </a:extLst>
          </p:cNvPr>
          <p:cNvSpPr/>
          <p:nvPr/>
        </p:nvSpPr>
        <p:spPr>
          <a:xfrm>
            <a:off x="1166387" y="2158191"/>
            <a:ext cx="6527550" cy="2565095"/>
          </a:xfrm>
          <a:prstGeom prst="arc">
            <a:avLst>
              <a:gd name="adj1" fmla="val 11310793"/>
              <a:gd name="adj2" fmla="val 21114099"/>
            </a:avLst>
          </a:prstGeom>
          <a:ln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3" name="Arc 1362">
            <a:extLst>
              <a:ext uri="{FF2B5EF4-FFF2-40B4-BE49-F238E27FC236}">
                <a16:creationId xmlns:a16="http://schemas.microsoft.com/office/drawing/2014/main" id="{9CCCCD35-9D7D-45A1-8DBC-260F79B9BD93}"/>
              </a:ext>
            </a:extLst>
          </p:cNvPr>
          <p:cNvSpPr/>
          <p:nvPr/>
        </p:nvSpPr>
        <p:spPr>
          <a:xfrm>
            <a:off x="3667407" y="2491660"/>
            <a:ext cx="6527550" cy="2565095"/>
          </a:xfrm>
          <a:prstGeom prst="arc">
            <a:avLst>
              <a:gd name="adj1" fmla="val 11310793"/>
              <a:gd name="adj2" fmla="val 21114099"/>
            </a:avLst>
          </a:prstGeom>
          <a:ln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4" name="Arc 1363">
            <a:extLst>
              <a:ext uri="{FF2B5EF4-FFF2-40B4-BE49-F238E27FC236}">
                <a16:creationId xmlns:a16="http://schemas.microsoft.com/office/drawing/2014/main" id="{69F00F5C-308E-4CB6-A3AD-58C5F831B978}"/>
              </a:ext>
            </a:extLst>
          </p:cNvPr>
          <p:cNvSpPr/>
          <p:nvPr/>
        </p:nvSpPr>
        <p:spPr>
          <a:xfrm>
            <a:off x="2330889" y="3804393"/>
            <a:ext cx="6527550" cy="2565095"/>
          </a:xfrm>
          <a:prstGeom prst="arc">
            <a:avLst>
              <a:gd name="adj1" fmla="val 11310793"/>
              <a:gd name="adj2" fmla="val 21114099"/>
            </a:avLst>
          </a:prstGeom>
          <a:ln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151EF-87CC-4CC2-B565-2016E1EDF935}"/>
              </a:ext>
            </a:extLst>
          </p:cNvPr>
          <p:cNvSpPr txBox="1"/>
          <p:nvPr/>
        </p:nvSpPr>
        <p:spPr>
          <a:xfrm>
            <a:off x="75744" y="308582"/>
            <a:ext cx="1041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Din valori mască              și valori pixeli acoperiți de mască              rezultă valoare pixel filtrat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65CF91-4558-4497-AC43-4B8224FEDCAA}"/>
              </a:ext>
            </a:extLst>
          </p:cNvPr>
          <p:cNvGrpSpPr/>
          <p:nvPr/>
        </p:nvGrpSpPr>
        <p:grpSpPr>
          <a:xfrm>
            <a:off x="5597235" y="247086"/>
            <a:ext cx="498765" cy="498765"/>
            <a:chOff x="5597235" y="247086"/>
            <a:chExt cx="498765" cy="498765"/>
          </a:xfrm>
        </p:grpSpPr>
        <p:sp>
          <p:nvSpPr>
            <p:cNvPr id="1474" name="Rectangle 1473">
              <a:extLst>
                <a:ext uri="{FF2B5EF4-FFF2-40B4-BE49-F238E27FC236}">
                  <a16:creationId xmlns:a16="http://schemas.microsoft.com/office/drawing/2014/main" id="{C1075306-8043-431D-966B-F7404C4F3600}"/>
                </a:ext>
              </a:extLst>
            </p:cNvPr>
            <p:cNvSpPr/>
            <p:nvPr/>
          </p:nvSpPr>
          <p:spPr>
            <a:xfrm>
              <a:off x="5597235" y="247086"/>
              <a:ext cx="166255" cy="166255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5" name="Rectangle 1474">
              <a:extLst>
                <a:ext uri="{FF2B5EF4-FFF2-40B4-BE49-F238E27FC236}">
                  <a16:creationId xmlns:a16="http://schemas.microsoft.com/office/drawing/2014/main" id="{F6A1ABCE-D911-43F5-A562-C33BDF1C5824}"/>
                </a:ext>
              </a:extLst>
            </p:cNvPr>
            <p:cNvSpPr/>
            <p:nvPr/>
          </p:nvSpPr>
          <p:spPr>
            <a:xfrm>
              <a:off x="5763490" y="247086"/>
              <a:ext cx="166255" cy="166255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6" name="Rectangle 1475">
              <a:extLst>
                <a:ext uri="{FF2B5EF4-FFF2-40B4-BE49-F238E27FC236}">
                  <a16:creationId xmlns:a16="http://schemas.microsoft.com/office/drawing/2014/main" id="{B8B6BDA2-A31E-431D-99D5-07C20AD1545D}"/>
                </a:ext>
              </a:extLst>
            </p:cNvPr>
            <p:cNvSpPr/>
            <p:nvPr/>
          </p:nvSpPr>
          <p:spPr>
            <a:xfrm>
              <a:off x="5929745" y="247086"/>
              <a:ext cx="166255" cy="166255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7" name="Rectangle 1476">
              <a:extLst>
                <a:ext uri="{FF2B5EF4-FFF2-40B4-BE49-F238E27FC236}">
                  <a16:creationId xmlns:a16="http://schemas.microsoft.com/office/drawing/2014/main" id="{A8611A00-D24C-4391-A319-2A005E54B84F}"/>
                </a:ext>
              </a:extLst>
            </p:cNvPr>
            <p:cNvSpPr/>
            <p:nvPr/>
          </p:nvSpPr>
          <p:spPr>
            <a:xfrm>
              <a:off x="5597235" y="413341"/>
              <a:ext cx="166255" cy="166255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8" name="Rectangle 1477">
              <a:extLst>
                <a:ext uri="{FF2B5EF4-FFF2-40B4-BE49-F238E27FC236}">
                  <a16:creationId xmlns:a16="http://schemas.microsoft.com/office/drawing/2014/main" id="{90707007-8210-4E8F-8077-1033D3F3C052}"/>
                </a:ext>
              </a:extLst>
            </p:cNvPr>
            <p:cNvSpPr/>
            <p:nvPr/>
          </p:nvSpPr>
          <p:spPr>
            <a:xfrm>
              <a:off x="5929745" y="413341"/>
              <a:ext cx="166255" cy="166255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9" name="Rectangle 1478">
              <a:extLst>
                <a:ext uri="{FF2B5EF4-FFF2-40B4-BE49-F238E27FC236}">
                  <a16:creationId xmlns:a16="http://schemas.microsoft.com/office/drawing/2014/main" id="{CC25E129-677F-4F48-9EE6-56EA29D15710}"/>
                </a:ext>
              </a:extLst>
            </p:cNvPr>
            <p:cNvSpPr/>
            <p:nvPr/>
          </p:nvSpPr>
          <p:spPr>
            <a:xfrm>
              <a:off x="5597235" y="579596"/>
              <a:ext cx="166255" cy="166255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0" name="Rectangle 1479">
              <a:extLst>
                <a:ext uri="{FF2B5EF4-FFF2-40B4-BE49-F238E27FC236}">
                  <a16:creationId xmlns:a16="http://schemas.microsoft.com/office/drawing/2014/main" id="{552D8AEB-B7E6-4EE7-AC82-80CFF44B8422}"/>
                </a:ext>
              </a:extLst>
            </p:cNvPr>
            <p:cNvSpPr/>
            <p:nvPr/>
          </p:nvSpPr>
          <p:spPr>
            <a:xfrm>
              <a:off x="5763490" y="579596"/>
              <a:ext cx="166255" cy="166255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1" name="Rectangle 1480">
              <a:extLst>
                <a:ext uri="{FF2B5EF4-FFF2-40B4-BE49-F238E27FC236}">
                  <a16:creationId xmlns:a16="http://schemas.microsoft.com/office/drawing/2014/main" id="{D0316F50-60A6-4600-A97B-BD4E20A3581E}"/>
                </a:ext>
              </a:extLst>
            </p:cNvPr>
            <p:cNvSpPr/>
            <p:nvPr/>
          </p:nvSpPr>
          <p:spPr>
            <a:xfrm>
              <a:off x="5929745" y="579596"/>
              <a:ext cx="166255" cy="166255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2" name="Rectangle 1481">
              <a:extLst>
                <a:ext uri="{FF2B5EF4-FFF2-40B4-BE49-F238E27FC236}">
                  <a16:creationId xmlns:a16="http://schemas.microsoft.com/office/drawing/2014/main" id="{FC157A0D-9810-484C-9422-B2A073B9FF49}"/>
                </a:ext>
              </a:extLst>
            </p:cNvPr>
            <p:cNvSpPr/>
            <p:nvPr/>
          </p:nvSpPr>
          <p:spPr>
            <a:xfrm>
              <a:off x="5763490" y="413341"/>
              <a:ext cx="166255" cy="16625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85" name="Rectangle 1484">
            <a:extLst>
              <a:ext uri="{FF2B5EF4-FFF2-40B4-BE49-F238E27FC236}">
                <a16:creationId xmlns:a16="http://schemas.microsoft.com/office/drawing/2014/main" id="{195EC4E1-EBF8-4862-A7A8-61056DB55019}"/>
              </a:ext>
            </a:extLst>
          </p:cNvPr>
          <p:cNvSpPr/>
          <p:nvPr/>
        </p:nvSpPr>
        <p:spPr>
          <a:xfrm>
            <a:off x="8732755" y="413341"/>
            <a:ext cx="166255" cy="166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6" name="Rectangle 1485">
            <a:extLst>
              <a:ext uri="{FF2B5EF4-FFF2-40B4-BE49-F238E27FC236}">
                <a16:creationId xmlns:a16="http://schemas.microsoft.com/office/drawing/2014/main" id="{3A8A5396-BA4C-4EFC-97F9-D43F9771349F}"/>
              </a:ext>
            </a:extLst>
          </p:cNvPr>
          <p:cNvSpPr/>
          <p:nvPr/>
        </p:nvSpPr>
        <p:spPr>
          <a:xfrm>
            <a:off x="6602596" y="2227137"/>
            <a:ext cx="166255" cy="166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7" name="Rectangle 1486">
            <a:extLst>
              <a:ext uri="{FF2B5EF4-FFF2-40B4-BE49-F238E27FC236}">
                <a16:creationId xmlns:a16="http://schemas.microsoft.com/office/drawing/2014/main" id="{5C73DA9D-3C90-421B-944D-D1BB1EB1BE0A}"/>
              </a:ext>
            </a:extLst>
          </p:cNvPr>
          <p:cNvSpPr/>
          <p:nvPr/>
        </p:nvSpPr>
        <p:spPr>
          <a:xfrm>
            <a:off x="9931688" y="3233142"/>
            <a:ext cx="166255" cy="166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8" name="Rectangle 1487">
            <a:extLst>
              <a:ext uri="{FF2B5EF4-FFF2-40B4-BE49-F238E27FC236}">
                <a16:creationId xmlns:a16="http://schemas.microsoft.com/office/drawing/2014/main" id="{AC31C983-F278-4697-A20A-1977A9D69763}"/>
              </a:ext>
            </a:extLst>
          </p:cNvPr>
          <p:cNvSpPr/>
          <p:nvPr/>
        </p:nvSpPr>
        <p:spPr>
          <a:xfrm>
            <a:off x="9269078" y="2227509"/>
            <a:ext cx="166255" cy="166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9" name="Rectangle 1488">
            <a:extLst>
              <a:ext uri="{FF2B5EF4-FFF2-40B4-BE49-F238E27FC236}">
                <a16:creationId xmlns:a16="http://schemas.microsoft.com/office/drawing/2014/main" id="{90D19D7A-B124-4066-AE6C-852B56D06834}"/>
              </a:ext>
            </a:extLst>
          </p:cNvPr>
          <p:cNvSpPr/>
          <p:nvPr/>
        </p:nvSpPr>
        <p:spPr>
          <a:xfrm>
            <a:off x="7442967" y="2895921"/>
            <a:ext cx="166255" cy="166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0" name="Rectangle 1489">
            <a:extLst>
              <a:ext uri="{FF2B5EF4-FFF2-40B4-BE49-F238E27FC236}">
                <a16:creationId xmlns:a16="http://schemas.microsoft.com/office/drawing/2014/main" id="{B61B1448-07D3-467D-9045-D1F604B05BA2}"/>
              </a:ext>
            </a:extLst>
          </p:cNvPr>
          <p:cNvSpPr/>
          <p:nvPr/>
        </p:nvSpPr>
        <p:spPr>
          <a:xfrm>
            <a:off x="11751987" y="5226864"/>
            <a:ext cx="166255" cy="166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" name="Rectangle 1490">
            <a:extLst>
              <a:ext uri="{FF2B5EF4-FFF2-40B4-BE49-F238E27FC236}">
                <a16:creationId xmlns:a16="http://schemas.microsoft.com/office/drawing/2014/main" id="{25E4C001-3A0D-45F2-A21C-FD3FE5E92C8B}"/>
              </a:ext>
            </a:extLst>
          </p:cNvPr>
          <p:cNvSpPr/>
          <p:nvPr/>
        </p:nvSpPr>
        <p:spPr>
          <a:xfrm>
            <a:off x="8600375" y="4557744"/>
            <a:ext cx="166255" cy="166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9" name="Rectangle 1498">
            <a:extLst>
              <a:ext uri="{FF2B5EF4-FFF2-40B4-BE49-F238E27FC236}">
                <a16:creationId xmlns:a16="http://schemas.microsoft.com/office/drawing/2014/main" id="{08E53045-5C83-4500-AAF5-05040C3DF296}"/>
              </a:ext>
            </a:extLst>
          </p:cNvPr>
          <p:cNvSpPr/>
          <p:nvPr/>
        </p:nvSpPr>
        <p:spPr>
          <a:xfrm>
            <a:off x="623497" y="2227137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0" name="Rectangle 1499">
            <a:extLst>
              <a:ext uri="{FF2B5EF4-FFF2-40B4-BE49-F238E27FC236}">
                <a16:creationId xmlns:a16="http://schemas.microsoft.com/office/drawing/2014/main" id="{D6793D5E-C3C2-49FC-AA9B-712AE0AD144A}"/>
              </a:ext>
            </a:extLst>
          </p:cNvPr>
          <p:cNvSpPr/>
          <p:nvPr/>
        </p:nvSpPr>
        <p:spPr>
          <a:xfrm>
            <a:off x="290987" y="2060882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1" name="Rectangle 1500">
            <a:extLst>
              <a:ext uri="{FF2B5EF4-FFF2-40B4-BE49-F238E27FC236}">
                <a16:creationId xmlns:a16="http://schemas.microsoft.com/office/drawing/2014/main" id="{A6C83D4D-4A0A-4B32-94A8-5E2F77A91AB7}"/>
              </a:ext>
            </a:extLst>
          </p:cNvPr>
          <p:cNvSpPr/>
          <p:nvPr/>
        </p:nvSpPr>
        <p:spPr>
          <a:xfrm>
            <a:off x="457242" y="2060882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2" name="Rectangle 1501">
            <a:extLst>
              <a:ext uri="{FF2B5EF4-FFF2-40B4-BE49-F238E27FC236}">
                <a16:creationId xmlns:a16="http://schemas.microsoft.com/office/drawing/2014/main" id="{A2D42736-284A-4540-8ECC-D032905C9595}"/>
              </a:ext>
            </a:extLst>
          </p:cNvPr>
          <p:cNvSpPr/>
          <p:nvPr/>
        </p:nvSpPr>
        <p:spPr>
          <a:xfrm>
            <a:off x="623497" y="2060882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3" name="Rectangle 1502">
            <a:extLst>
              <a:ext uri="{FF2B5EF4-FFF2-40B4-BE49-F238E27FC236}">
                <a16:creationId xmlns:a16="http://schemas.microsoft.com/office/drawing/2014/main" id="{457EDD22-5739-4D87-9A9F-2800BCCC7C1C}"/>
              </a:ext>
            </a:extLst>
          </p:cNvPr>
          <p:cNvSpPr/>
          <p:nvPr/>
        </p:nvSpPr>
        <p:spPr>
          <a:xfrm>
            <a:off x="290987" y="2227137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4" name="Rectangle 1503">
            <a:extLst>
              <a:ext uri="{FF2B5EF4-FFF2-40B4-BE49-F238E27FC236}">
                <a16:creationId xmlns:a16="http://schemas.microsoft.com/office/drawing/2014/main" id="{6D833AE3-6AC9-449A-A66A-77E6DABCD6E2}"/>
              </a:ext>
            </a:extLst>
          </p:cNvPr>
          <p:cNvSpPr/>
          <p:nvPr/>
        </p:nvSpPr>
        <p:spPr>
          <a:xfrm>
            <a:off x="290987" y="2393392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5" name="Rectangle 1504">
            <a:extLst>
              <a:ext uri="{FF2B5EF4-FFF2-40B4-BE49-F238E27FC236}">
                <a16:creationId xmlns:a16="http://schemas.microsoft.com/office/drawing/2014/main" id="{B87C8719-9F30-41D2-A171-732541162F91}"/>
              </a:ext>
            </a:extLst>
          </p:cNvPr>
          <p:cNvSpPr/>
          <p:nvPr/>
        </p:nvSpPr>
        <p:spPr>
          <a:xfrm>
            <a:off x="457242" y="2393392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6" name="Rectangle 1505">
            <a:extLst>
              <a:ext uri="{FF2B5EF4-FFF2-40B4-BE49-F238E27FC236}">
                <a16:creationId xmlns:a16="http://schemas.microsoft.com/office/drawing/2014/main" id="{D41F36E1-6371-44D9-B7B7-62AFD7CC0968}"/>
              </a:ext>
            </a:extLst>
          </p:cNvPr>
          <p:cNvSpPr/>
          <p:nvPr/>
        </p:nvSpPr>
        <p:spPr>
          <a:xfrm>
            <a:off x="623497" y="2393392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7" name="Rectangle 1506">
            <a:extLst>
              <a:ext uri="{FF2B5EF4-FFF2-40B4-BE49-F238E27FC236}">
                <a16:creationId xmlns:a16="http://schemas.microsoft.com/office/drawing/2014/main" id="{99A55BA8-83B1-465E-96D0-6320CDDA1D0B}"/>
              </a:ext>
            </a:extLst>
          </p:cNvPr>
          <p:cNvSpPr/>
          <p:nvPr/>
        </p:nvSpPr>
        <p:spPr>
          <a:xfrm>
            <a:off x="457242" y="2227137"/>
            <a:ext cx="166255" cy="166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9" name="Rectangle 1508">
            <a:extLst>
              <a:ext uri="{FF2B5EF4-FFF2-40B4-BE49-F238E27FC236}">
                <a16:creationId xmlns:a16="http://schemas.microsoft.com/office/drawing/2014/main" id="{14D58A3F-F9D6-4535-82B4-4769F39B7530}"/>
              </a:ext>
            </a:extLst>
          </p:cNvPr>
          <p:cNvSpPr/>
          <p:nvPr/>
        </p:nvSpPr>
        <p:spPr>
          <a:xfrm>
            <a:off x="3287597" y="2229577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0" name="Rectangle 1509">
            <a:extLst>
              <a:ext uri="{FF2B5EF4-FFF2-40B4-BE49-F238E27FC236}">
                <a16:creationId xmlns:a16="http://schemas.microsoft.com/office/drawing/2014/main" id="{4DEE3EE6-6DC2-4539-BE3B-4701DC4329A6}"/>
              </a:ext>
            </a:extLst>
          </p:cNvPr>
          <p:cNvSpPr/>
          <p:nvPr/>
        </p:nvSpPr>
        <p:spPr>
          <a:xfrm>
            <a:off x="2955087" y="2063322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1" name="Rectangle 1510">
            <a:extLst>
              <a:ext uri="{FF2B5EF4-FFF2-40B4-BE49-F238E27FC236}">
                <a16:creationId xmlns:a16="http://schemas.microsoft.com/office/drawing/2014/main" id="{E550F765-2DCD-4070-8728-D6292CEFAE02}"/>
              </a:ext>
            </a:extLst>
          </p:cNvPr>
          <p:cNvSpPr/>
          <p:nvPr/>
        </p:nvSpPr>
        <p:spPr>
          <a:xfrm>
            <a:off x="3121342" y="2063322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2" name="Rectangle 1511">
            <a:extLst>
              <a:ext uri="{FF2B5EF4-FFF2-40B4-BE49-F238E27FC236}">
                <a16:creationId xmlns:a16="http://schemas.microsoft.com/office/drawing/2014/main" id="{F2A69D9D-164E-44BC-B0E1-83783A88DB5F}"/>
              </a:ext>
            </a:extLst>
          </p:cNvPr>
          <p:cNvSpPr/>
          <p:nvPr/>
        </p:nvSpPr>
        <p:spPr>
          <a:xfrm>
            <a:off x="3287597" y="2063322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3" name="Rectangle 1512">
            <a:extLst>
              <a:ext uri="{FF2B5EF4-FFF2-40B4-BE49-F238E27FC236}">
                <a16:creationId xmlns:a16="http://schemas.microsoft.com/office/drawing/2014/main" id="{BEC8774A-D234-4BE5-83D8-DBF0A69E06DF}"/>
              </a:ext>
            </a:extLst>
          </p:cNvPr>
          <p:cNvSpPr/>
          <p:nvPr/>
        </p:nvSpPr>
        <p:spPr>
          <a:xfrm>
            <a:off x="2955087" y="2229577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4" name="Rectangle 1513">
            <a:extLst>
              <a:ext uri="{FF2B5EF4-FFF2-40B4-BE49-F238E27FC236}">
                <a16:creationId xmlns:a16="http://schemas.microsoft.com/office/drawing/2014/main" id="{C15658E0-DD7B-460E-9320-1660FFFDFA40}"/>
              </a:ext>
            </a:extLst>
          </p:cNvPr>
          <p:cNvSpPr/>
          <p:nvPr/>
        </p:nvSpPr>
        <p:spPr>
          <a:xfrm>
            <a:off x="2955087" y="2395832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5" name="Rectangle 1514">
            <a:extLst>
              <a:ext uri="{FF2B5EF4-FFF2-40B4-BE49-F238E27FC236}">
                <a16:creationId xmlns:a16="http://schemas.microsoft.com/office/drawing/2014/main" id="{2D55230B-FF33-41B4-BD7A-CDCEEAF127A3}"/>
              </a:ext>
            </a:extLst>
          </p:cNvPr>
          <p:cNvSpPr/>
          <p:nvPr/>
        </p:nvSpPr>
        <p:spPr>
          <a:xfrm>
            <a:off x="3121342" y="2395832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6" name="Rectangle 1515">
            <a:extLst>
              <a:ext uri="{FF2B5EF4-FFF2-40B4-BE49-F238E27FC236}">
                <a16:creationId xmlns:a16="http://schemas.microsoft.com/office/drawing/2014/main" id="{05216B23-7337-4E01-BE80-34EF1473BC5E}"/>
              </a:ext>
            </a:extLst>
          </p:cNvPr>
          <p:cNvSpPr/>
          <p:nvPr/>
        </p:nvSpPr>
        <p:spPr>
          <a:xfrm>
            <a:off x="3287597" y="2395832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7" name="Rectangle 1516">
            <a:extLst>
              <a:ext uri="{FF2B5EF4-FFF2-40B4-BE49-F238E27FC236}">
                <a16:creationId xmlns:a16="http://schemas.microsoft.com/office/drawing/2014/main" id="{228DB5CB-7425-469B-B36D-E24F1ABE2114}"/>
              </a:ext>
            </a:extLst>
          </p:cNvPr>
          <p:cNvSpPr/>
          <p:nvPr/>
        </p:nvSpPr>
        <p:spPr>
          <a:xfrm>
            <a:off x="3121342" y="2229577"/>
            <a:ext cx="166255" cy="166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8" name="Rectangle 1517">
            <a:extLst>
              <a:ext uri="{FF2B5EF4-FFF2-40B4-BE49-F238E27FC236}">
                <a16:creationId xmlns:a16="http://schemas.microsoft.com/office/drawing/2014/main" id="{D28C96D2-E846-4589-B494-A74AEE02F239}"/>
              </a:ext>
            </a:extLst>
          </p:cNvPr>
          <p:cNvSpPr/>
          <p:nvPr/>
        </p:nvSpPr>
        <p:spPr>
          <a:xfrm>
            <a:off x="5772789" y="5223010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9" name="Rectangle 1518">
            <a:extLst>
              <a:ext uri="{FF2B5EF4-FFF2-40B4-BE49-F238E27FC236}">
                <a16:creationId xmlns:a16="http://schemas.microsoft.com/office/drawing/2014/main" id="{8524A21C-DDB8-4D1D-BBA8-646F03FD3D4D}"/>
              </a:ext>
            </a:extLst>
          </p:cNvPr>
          <p:cNvSpPr/>
          <p:nvPr/>
        </p:nvSpPr>
        <p:spPr>
          <a:xfrm>
            <a:off x="5440279" y="5056755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0" name="Rectangle 1519">
            <a:extLst>
              <a:ext uri="{FF2B5EF4-FFF2-40B4-BE49-F238E27FC236}">
                <a16:creationId xmlns:a16="http://schemas.microsoft.com/office/drawing/2014/main" id="{ED219B1C-76D9-4DFF-B208-146FA5638ED4}"/>
              </a:ext>
            </a:extLst>
          </p:cNvPr>
          <p:cNvSpPr/>
          <p:nvPr/>
        </p:nvSpPr>
        <p:spPr>
          <a:xfrm>
            <a:off x="5606534" y="5056755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1" name="Rectangle 1520">
            <a:extLst>
              <a:ext uri="{FF2B5EF4-FFF2-40B4-BE49-F238E27FC236}">
                <a16:creationId xmlns:a16="http://schemas.microsoft.com/office/drawing/2014/main" id="{58780F4F-CBFE-4CB9-8F69-EE31E665BCCC}"/>
              </a:ext>
            </a:extLst>
          </p:cNvPr>
          <p:cNvSpPr/>
          <p:nvPr/>
        </p:nvSpPr>
        <p:spPr>
          <a:xfrm>
            <a:off x="5772789" y="5056755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2" name="Rectangle 1521">
            <a:extLst>
              <a:ext uri="{FF2B5EF4-FFF2-40B4-BE49-F238E27FC236}">
                <a16:creationId xmlns:a16="http://schemas.microsoft.com/office/drawing/2014/main" id="{5E418867-F2E4-4EDD-9584-602538C3837A}"/>
              </a:ext>
            </a:extLst>
          </p:cNvPr>
          <p:cNvSpPr/>
          <p:nvPr/>
        </p:nvSpPr>
        <p:spPr>
          <a:xfrm>
            <a:off x="5440279" y="5223010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3" name="Rectangle 1522">
            <a:extLst>
              <a:ext uri="{FF2B5EF4-FFF2-40B4-BE49-F238E27FC236}">
                <a16:creationId xmlns:a16="http://schemas.microsoft.com/office/drawing/2014/main" id="{8DE809AF-A69D-471F-987E-EC6B0863CC27}"/>
              </a:ext>
            </a:extLst>
          </p:cNvPr>
          <p:cNvSpPr/>
          <p:nvPr/>
        </p:nvSpPr>
        <p:spPr>
          <a:xfrm>
            <a:off x="5440279" y="5389265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4" name="Rectangle 1523">
            <a:extLst>
              <a:ext uri="{FF2B5EF4-FFF2-40B4-BE49-F238E27FC236}">
                <a16:creationId xmlns:a16="http://schemas.microsoft.com/office/drawing/2014/main" id="{B24314B3-9BC5-4880-86A2-298017DD1618}"/>
              </a:ext>
            </a:extLst>
          </p:cNvPr>
          <p:cNvSpPr/>
          <p:nvPr/>
        </p:nvSpPr>
        <p:spPr>
          <a:xfrm>
            <a:off x="5606534" y="5389265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5" name="Rectangle 1524">
            <a:extLst>
              <a:ext uri="{FF2B5EF4-FFF2-40B4-BE49-F238E27FC236}">
                <a16:creationId xmlns:a16="http://schemas.microsoft.com/office/drawing/2014/main" id="{DD28DB69-241A-43E2-9021-9DA0643C04D0}"/>
              </a:ext>
            </a:extLst>
          </p:cNvPr>
          <p:cNvSpPr/>
          <p:nvPr/>
        </p:nvSpPr>
        <p:spPr>
          <a:xfrm>
            <a:off x="5772789" y="5389265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6" name="Rectangle 1525">
            <a:extLst>
              <a:ext uri="{FF2B5EF4-FFF2-40B4-BE49-F238E27FC236}">
                <a16:creationId xmlns:a16="http://schemas.microsoft.com/office/drawing/2014/main" id="{2AA2E904-03CC-471F-A276-26849A0BE45C}"/>
              </a:ext>
            </a:extLst>
          </p:cNvPr>
          <p:cNvSpPr/>
          <p:nvPr/>
        </p:nvSpPr>
        <p:spPr>
          <a:xfrm>
            <a:off x="5606534" y="5223010"/>
            <a:ext cx="166255" cy="166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96164F83-6287-4C23-BFAC-AB3B36B4B7B2}"/>
              </a:ext>
            </a:extLst>
          </p:cNvPr>
          <p:cNvSpPr/>
          <p:nvPr/>
        </p:nvSpPr>
        <p:spPr>
          <a:xfrm>
            <a:off x="353084" y="1480690"/>
            <a:ext cx="6527550" cy="2565095"/>
          </a:xfrm>
          <a:prstGeom prst="arc">
            <a:avLst>
              <a:gd name="adj1" fmla="val 11310793"/>
              <a:gd name="adj2" fmla="val 21114099"/>
            </a:avLst>
          </a:prstGeom>
          <a:ln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1" name="Arc 1360">
            <a:extLst>
              <a:ext uri="{FF2B5EF4-FFF2-40B4-BE49-F238E27FC236}">
                <a16:creationId xmlns:a16="http://schemas.microsoft.com/office/drawing/2014/main" id="{E476D13A-751F-46D4-8741-13B16B65D05C}"/>
              </a:ext>
            </a:extLst>
          </p:cNvPr>
          <p:cNvSpPr/>
          <p:nvPr/>
        </p:nvSpPr>
        <p:spPr>
          <a:xfrm>
            <a:off x="3014803" y="1480690"/>
            <a:ext cx="6527550" cy="2565095"/>
          </a:xfrm>
          <a:prstGeom prst="arc">
            <a:avLst>
              <a:gd name="adj1" fmla="val 11310793"/>
              <a:gd name="adj2" fmla="val 21114099"/>
            </a:avLst>
          </a:prstGeom>
          <a:ln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5" name="Arc 1364">
            <a:extLst>
              <a:ext uri="{FF2B5EF4-FFF2-40B4-BE49-F238E27FC236}">
                <a16:creationId xmlns:a16="http://schemas.microsoft.com/office/drawing/2014/main" id="{A024A25D-96BE-4F3E-8B81-02D7C1FAFADB}"/>
              </a:ext>
            </a:extLst>
          </p:cNvPr>
          <p:cNvSpPr/>
          <p:nvPr/>
        </p:nvSpPr>
        <p:spPr>
          <a:xfrm>
            <a:off x="5498093" y="4471342"/>
            <a:ext cx="6527550" cy="2565095"/>
          </a:xfrm>
          <a:prstGeom prst="arc">
            <a:avLst>
              <a:gd name="adj1" fmla="val 11310793"/>
              <a:gd name="adj2" fmla="val 21114099"/>
            </a:avLst>
          </a:prstGeom>
          <a:ln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1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250" autoRev="1" fill="remove"/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7" dur="250" autoRev="1" fill="remove"/>
                                        <p:tgtEl>
                                          <p:spTgt spid="15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8" dur="250" autoRev="1" fill="remove"/>
                                        <p:tgtEl>
                                          <p:spTgt spid="15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250" autoRev="1" fill="remove"/>
                                        <p:tgtEl>
                                          <p:spTgt spid="15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250" autoRev="1" fill="remove"/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2" dur="250" autoRev="1" fill="remove"/>
                                        <p:tgtEl>
                                          <p:spTgt spid="15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3" dur="250" autoRev="1" fill="remove"/>
                                        <p:tgtEl>
                                          <p:spTgt spid="15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250" autoRev="1" fill="remove"/>
                                        <p:tgtEl>
                                          <p:spTgt spid="15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250" autoRev="1" fill="remove"/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7" dur="250" autoRev="1" fill="remove"/>
                                        <p:tgtEl>
                                          <p:spTgt spid="1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8" dur="250" autoRev="1" fill="remove"/>
                                        <p:tgtEl>
                                          <p:spTgt spid="1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250" autoRev="1" fill="remove"/>
                                        <p:tgtEl>
                                          <p:spTgt spid="1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250" autoRev="1" fill="remove"/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2" dur="250" autoRev="1" fill="remove"/>
                                        <p:tgtEl>
                                          <p:spTgt spid="15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3" dur="250" autoRev="1" fill="remove"/>
                                        <p:tgtEl>
                                          <p:spTgt spid="15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250" autoRev="1" fill="remove"/>
                                        <p:tgtEl>
                                          <p:spTgt spid="15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250" autoRev="1" fill="remove"/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7" dur="250" autoRev="1" fill="remove"/>
                                        <p:tgtEl>
                                          <p:spTgt spid="15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8" dur="250" autoRev="1" fill="remove"/>
                                        <p:tgtEl>
                                          <p:spTgt spid="15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250" autoRev="1" fill="remove"/>
                                        <p:tgtEl>
                                          <p:spTgt spid="15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7" presetClass="emph" presetSubtype="0" repeatCount="indefinite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" dur="250" autoRev="1" fill="remove"/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2" dur="250" autoRev="1" fill="remove"/>
                                        <p:tgtEl>
                                          <p:spTgt spid="15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3" dur="250" autoRev="1" fill="remove"/>
                                        <p:tgtEl>
                                          <p:spTgt spid="15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250" autoRev="1" fill="remove"/>
                                        <p:tgtEl>
                                          <p:spTgt spid="15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6" dur="250" autoRev="1" fill="remove"/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7" dur="250" autoRev="1" fill="remove"/>
                                        <p:tgtEl>
                                          <p:spTgt spid="15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8" dur="250" autoRev="1" fill="remove"/>
                                        <p:tgtEl>
                                          <p:spTgt spid="15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250" autoRev="1" fill="remove"/>
                                        <p:tgtEl>
                                          <p:spTgt spid="15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250" autoRev="1" fill="remove"/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2" dur="250" autoRev="1" fill="remove"/>
                                        <p:tgtEl>
                                          <p:spTgt spid="15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3" dur="250" autoRev="1" fill="remove"/>
                                        <p:tgtEl>
                                          <p:spTgt spid="15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250" autoRev="1" fill="remove"/>
                                        <p:tgtEl>
                                          <p:spTgt spid="15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7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" dur="250" autoRev="1" fill="remove"/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6" dur="250" autoRev="1" fill="remove"/>
                                        <p:tgtEl>
                                          <p:spTgt spid="15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7" dur="250" autoRev="1" fill="remove"/>
                                        <p:tgtEl>
                                          <p:spTgt spid="15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250" autoRev="1" fill="remove"/>
                                        <p:tgtEl>
                                          <p:spTgt spid="15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27" presetClass="emph" presetSubtype="0" repeatCount="indefinite" fill="remove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250" autoRev="1" fill="remove"/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1" dur="250" autoRev="1" fill="remove"/>
                                        <p:tgtEl>
                                          <p:spTgt spid="15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2" dur="250" autoRev="1" fill="remove"/>
                                        <p:tgtEl>
                                          <p:spTgt spid="15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250" autoRev="1" fill="remove"/>
                                        <p:tgtEl>
                                          <p:spTgt spid="15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27" presetClass="emph" presetSubtype="0" repeatCount="indefinite" fill="remove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" dur="250" autoRev="1" fill="remove"/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6" dur="250" autoRev="1" fill="remove"/>
                                        <p:tgtEl>
                                          <p:spTgt spid="15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7" dur="250" autoRev="1" fill="remove"/>
                                        <p:tgtEl>
                                          <p:spTgt spid="15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" dur="250" autoRev="1" fill="remove"/>
                                        <p:tgtEl>
                                          <p:spTgt spid="15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27" presetClass="emph" presetSubtype="0" repeatCount="indefinite" fill="remove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250" autoRev="1" fill="remove"/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1" dur="250" autoRev="1" fill="remove"/>
                                        <p:tgtEl>
                                          <p:spTgt spid="15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2" dur="250" autoRev="1" fill="remove"/>
                                        <p:tgtEl>
                                          <p:spTgt spid="15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250" autoRev="1" fill="remove"/>
                                        <p:tgtEl>
                                          <p:spTgt spid="15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27" presetClass="emph" presetSubtype="0" repeatCount="indefinite" fill="remove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250" autoRev="1" fill="remove"/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6" dur="250" autoRev="1" fill="remove"/>
                                        <p:tgtEl>
                                          <p:spTgt spid="15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7" dur="250" autoRev="1" fill="remove"/>
                                        <p:tgtEl>
                                          <p:spTgt spid="15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250" autoRev="1" fill="remove"/>
                                        <p:tgtEl>
                                          <p:spTgt spid="15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0"/>
                                        <p:tgtEl>
                                          <p:spTgt spid="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00"/>
                                        <p:tgtEl>
                                          <p:spTgt spid="1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500"/>
                                        <p:tgtEl>
                                          <p:spTgt spid="15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15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15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00"/>
                                        <p:tgtEl>
                                          <p:spTgt spid="15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500"/>
                                        <p:tgtEl>
                                          <p:spTgt spid="14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500"/>
                                        <p:tgtEl>
                                          <p:spTgt spid="15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500"/>
                                        <p:tgtEl>
                                          <p:spTgt spid="15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500"/>
                                        <p:tgtEl>
                                          <p:spTgt spid="15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5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500"/>
                            </p:stCondLst>
                            <p:childTnLst>
                              <p:par>
                                <p:cTn id="2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1000"/>
                            </p:stCondLst>
                            <p:childTnLst>
                              <p:par>
                                <p:cTn id="2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15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15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5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6" dur="500"/>
                                        <p:tgtEl>
                                          <p:spTgt spid="15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500"/>
                                        <p:tgtEl>
                                          <p:spTgt spid="1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500"/>
                                        <p:tgtEl>
                                          <p:spTgt spid="15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500"/>
                                        <p:tgtEl>
                                          <p:spTgt spid="15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8" dur="500"/>
                                        <p:tgtEl>
                                          <p:spTgt spid="1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500"/>
                                        <p:tgtEl>
                                          <p:spTgt spid="15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5"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500"/>
                            </p:stCondLst>
                            <p:childTnLst>
                              <p:par>
                                <p:cTn id="28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0"/>
                                        <p:tgtEl>
                                          <p:spTgt spid="1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1000"/>
                            </p:stCondLst>
                            <p:childTnLst>
                              <p:par>
                                <p:cTn id="2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3" dur="500"/>
                                        <p:tgtEl>
                                          <p:spTgt spid="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500"/>
                                        <p:tgtEl>
                                          <p:spTgt spid="15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0" dur="5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" dur="500"/>
                                        <p:tgtEl>
                                          <p:spTgt spid="15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6" dur="500"/>
                                        <p:tgtEl>
                                          <p:spTgt spid="15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15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15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5" dur="500"/>
                                        <p:tgtEl>
                                          <p:spTgt spid="15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8" dur="500"/>
                                        <p:tgtEl>
                                          <p:spTgt spid="15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1" dur="500"/>
                                        <p:tgtEl>
                                          <p:spTgt spid="15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5"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500"/>
                            </p:stCondLst>
                            <p:childTnLst>
                              <p:par>
                                <p:cTn id="3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9" dur="500"/>
                                        <p:tgtEl>
                                          <p:spTgt spid="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3" dur="500"/>
                                        <p:tgtEl>
                                          <p:spTgt spid="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" grpId="0"/>
      <p:bldP spid="1355" grpId="0"/>
      <p:bldP spid="1362" grpId="0" animBg="1"/>
      <p:bldP spid="1363" grpId="0" animBg="1"/>
      <p:bldP spid="1364" grpId="0" animBg="1"/>
      <p:bldP spid="1486" grpId="0" animBg="1"/>
      <p:bldP spid="1487" grpId="0" animBg="1"/>
      <p:bldP spid="1488" grpId="0" animBg="1"/>
      <p:bldP spid="1489" grpId="0" animBg="1"/>
      <p:bldP spid="1490" grpId="0" animBg="1"/>
      <p:bldP spid="1491" grpId="0" animBg="1"/>
      <p:bldP spid="1499" grpId="0" animBg="1"/>
      <p:bldP spid="1499" grpId="1" animBg="1"/>
      <p:bldP spid="1500" grpId="0" animBg="1"/>
      <p:bldP spid="1500" grpId="1" animBg="1"/>
      <p:bldP spid="1500" grpId="2" animBg="1"/>
      <p:bldP spid="1501" grpId="0" animBg="1"/>
      <p:bldP spid="1501" grpId="1" animBg="1"/>
      <p:bldP spid="1501" grpId="2" animBg="1"/>
      <p:bldP spid="1502" grpId="0" animBg="1"/>
      <p:bldP spid="1502" grpId="1" animBg="1"/>
      <p:bldP spid="1502" grpId="2" animBg="1"/>
      <p:bldP spid="1503" grpId="0" animBg="1"/>
      <p:bldP spid="1503" grpId="1" animBg="1"/>
      <p:bldP spid="1503" grpId="2" animBg="1"/>
      <p:bldP spid="1504" grpId="0" animBg="1"/>
      <p:bldP spid="1504" grpId="1" animBg="1"/>
      <p:bldP spid="1504" grpId="2" animBg="1"/>
      <p:bldP spid="1505" grpId="0" animBg="1"/>
      <p:bldP spid="1505" grpId="1" animBg="1"/>
      <p:bldP spid="1506" grpId="0" animBg="1"/>
      <p:bldP spid="1506" grpId="1" animBg="1"/>
      <p:bldP spid="1507" grpId="0" animBg="1"/>
      <p:bldP spid="1507" grpId="1" animBg="1"/>
      <p:bldP spid="1509" grpId="0" animBg="1"/>
      <p:bldP spid="1509" grpId="1" animBg="1"/>
      <p:bldP spid="1510" grpId="0" animBg="1"/>
      <p:bldP spid="1510" grpId="1" animBg="1"/>
      <p:bldP spid="1510" grpId="2" animBg="1"/>
      <p:bldP spid="1511" grpId="0" animBg="1"/>
      <p:bldP spid="1511" grpId="1" animBg="1"/>
      <p:bldP spid="1511" grpId="2" animBg="1"/>
      <p:bldP spid="1512" grpId="0" animBg="1"/>
      <p:bldP spid="1512" grpId="1" animBg="1"/>
      <p:bldP spid="1512" grpId="2" animBg="1"/>
      <p:bldP spid="1513" grpId="1" animBg="1"/>
      <p:bldP spid="1513" grpId="2" animBg="1"/>
      <p:bldP spid="1514" grpId="1" animBg="1"/>
      <p:bldP spid="1514" grpId="2" animBg="1"/>
      <p:bldP spid="1515" grpId="0" animBg="1"/>
      <p:bldP spid="1515" grpId="1" animBg="1"/>
      <p:bldP spid="1516" grpId="0" animBg="1"/>
      <p:bldP spid="1516" grpId="1" animBg="1"/>
      <p:bldP spid="1517" grpId="0" animBg="1"/>
      <p:bldP spid="1517" grpId="1" animBg="1"/>
      <p:bldP spid="1518" grpId="0" animBg="1"/>
      <p:bldP spid="1518" grpId="1" animBg="1"/>
      <p:bldP spid="1518" grpId="2" animBg="1"/>
      <p:bldP spid="1519" grpId="1" animBg="1"/>
      <p:bldP spid="1519" grpId="2" animBg="1"/>
      <p:bldP spid="1520" grpId="1" animBg="1"/>
      <p:bldP spid="1520" grpId="2" animBg="1"/>
      <p:bldP spid="1521" grpId="1" animBg="1"/>
      <p:bldP spid="1521" grpId="2" animBg="1"/>
      <p:bldP spid="1521" grpId="3" animBg="1"/>
      <p:bldP spid="1522" grpId="1" animBg="1"/>
      <p:bldP spid="1522" grpId="2" animBg="1"/>
      <p:bldP spid="1523" grpId="0" animBg="1"/>
      <p:bldP spid="1523" grpId="1" animBg="1"/>
      <p:bldP spid="1523" grpId="2" animBg="1"/>
      <p:bldP spid="1524" grpId="0" animBg="1"/>
      <p:bldP spid="1524" grpId="1" animBg="1"/>
      <p:bldP spid="1524" grpId="2" animBg="1"/>
      <p:bldP spid="1525" grpId="0" animBg="1"/>
      <p:bldP spid="1525" grpId="1" animBg="1"/>
      <p:bldP spid="1525" grpId="2" animBg="1"/>
      <p:bldP spid="1526" grpId="0" animBg="1"/>
      <p:bldP spid="1526" grpId="1" animBg="1"/>
      <p:bldP spid="2" grpId="0" animBg="1"/>
      <p:bldP spid="1361" grpId="0" animBg="1"/>
      <p:bldP spid="136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6" name="Group 1365">
            <a:extLst>
              <a:ext uri="{FF2B5EF4-FFF2-40B4-BE49-F238E27FC236}">
                <a16:creationId xmlns:a16="http://schemas.microsoft.com/office/drawing/2014/main" id="{CA60618D-9900-40F3-A3A6-82D6348F8B58}"/>
              </a:ext>
            </a:extLst>
          </p:cNvPr>
          <p:cNvGrpSpPr/>
          <p:nvPr/>
        </p:nvGrpSpPr>
        <p:grpSpPr>
          <a:xfrm>
            <a:off x="288397" y="2063928"/>
            <a:ext cx="5652670" cy="3499533"/>
            <a:chOff x="2646202" y="1318924"/>
            <a:chExt cx="5652670" cy="3499533"/>
          </a:xfrm>
        </p:grpSpPr>
        <p:sp>
          <p:nvSpPr>
            <p:cNvPr id="1367" name="Rectangle 1366">
              <a:extLst>
                <a:ext uri="{FF2B5EF4-FFF2-40B4-BE49-F238E27FC236}">
                  <a16:creationId xmlns:a16="http://schemas.microsoft.com/office/drawing/2014/main" id="{B7A0258C-1058-4566-946E-CC964612C1F4}"/>
                </a:ext>
              </a:extLst>
            </p:cNvPr>
            <p:cNvSpPr/>
            <p:nvPr/>
          </p:nvSpPr>
          <p:spPr>
            <a:xfrm>
              <a:off x="281245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8" name="Rectangle 1367">
              <a:extLst>
                <a:ext uri="{FF2B5EF4-FFF2-40B4-BE49-F238E27FC236}">
                  <a16:creationId xmlns:a16="http://schemas.microsoft.com/office/drawing/2014/main" id="{1653C947-968C-4AB1-86B6-6B7E20686AAA}"/>
                </a:ext>
              </a:extLst>
            </p:cNvPr>
            <p:cNvSpPr/>
            <p:nvPr/>
          </p:nvSpPr>
          <p:spPr>
            <a:xfrm>
              <a:off x="297871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9" name="Rectangle 1368">
              <a:extLst>
                <a:ext uri="{FF2B5EF4-FFF2-40B4-BE49-F238E27FC236}">
                  <a16:creationId xmlns:a16="http://schemas.microsoft.com/office/drawing/2014/main" id="{40C44B00-F9E0-4464-97D8-8140CA4F9F8A}"/>
                </a:ext>
              </a:extLst>
            </p:cNvPr>
            <p:cNvSpPr/>
            <p:nvPr/>
          </p:nvSpPr>
          <p:spPr>
            <a:xfrm>
              <a:off x="314496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0" name="Rectangle 1369">
              <a:extLst>
                <a:ext uri="{FF2B5EF4-FFF2-40B4-BE49-F238E27FC236}">
                  <a16:creationId xmlns:a16="http://schemas.microsoft.com/office/drawing/2014/main" id="{A7DD082A-AACF-4DCE-B16F-99408AF38015}"/>
                </a:ext>
              </a:extLst>
            </p:cNvPr>
            <p:cNvSpPr/>
            <p:nvPr/>
          </p:nvSpPr>
          <p:spPr>
            <a:xfrm>
              <a:off x="331122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1" name="Rectangle 1370">
              <a:extLst>
                <a:ext uri="{FF2B5EF4-FFF2-40B4-BE49-F238E27FC236}">
                  <a16:creationId xmlns:a16="http://schemas.microsoft.com/office/drawing/2014/main" id="{125C5428-738F-4FB2-B0A9-89FE40F0277C}"/>
                </a:ext>
              </a:extLst>
            </p:cNvPr>
            <p:cNvSpPr/>
            <p:nvPr/>
          </p:nvSpPr>
          <p:spPr>
            <a:xfrm>
              <a:off x="347747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2" name="Rectangle 1371">
              <a:extLst>
                <a:ext uri="{FF2B5EF4-FFF2-40B4-BE49-F238E27FC236}">
                  <a16:creationId xmlns:a16="http://schemas.microsoft.com/office/drawing/2014/main" id="{CB18B387-7467-418C-AA4F-B4D991109EDA}"/>
                </a:ext>
              </a:extLst>
            </p:cNvPr>
            <p:cNvSpPr/>
            <p:nvPr/>
          </p:nvSpPr>
          <p:spPr>
            <a:xfrm>
              <a:off x="364373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3" name="Rectangle 1372">
              <a:extLst>
                <a:ext uri="{FF2B5EF4-FFF2-40B4-BE49-F238E27FC236}">
                  <a16:creationId xmlns:a16="http://schemas.microsoft.com/office/drawing/2014/main" id="{A09B5689-DDA4-4A2B-8B85-B5EA719E2082}"/>
                </a:ext>
              </a:extLst>
            </p:cNvPr>
            <p:cNvSpPr/>
            <p:nvPr/>
          </p:nvSpPr>
          <p:spPr>
            <a:xfrm>
              <a:off x="380998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4" name="Rectangle 1373">
              <a:extLst>
                <a:ext uri="{FF2B5EF4-FFF2-40B4-BE49-F238E27FC236}">
                  <a16:creationId xmlns:a16="http://schemas.microsoft.com/office/drawing/2014/main" id="{ED546AA9-D455-4AD6-8392-69D98E4429D7}"/>
                </a:ext>
              </a:extLst>
            </p:cNvPr>
            <p:cNvSpPr/>
            <p:nvPr/>
          </p:nvSpPr>
          <p:spPr>
            <a:xfrm>
              <a:off x="397624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5" name="Rectangle 1374">
              <a:extLst>
                <a:ext uri="{FF2B5EF4-FFF2-40B4-BE49-F238E27FC236}">
                  <a16:creationId xmlns:a16="http://schemas.microsoft.com/office/drawing/2014/main" id="{82E39DDC-0952-4027-A9C1-6B599FD3F4C3}"/>
                </a:ext>
              </a:extLst>
            </p:cNvPr>
            <p:cNvSpPr/>
            <p:nvPr/>
          </p:nvSpPr>
          <p:spPr>
            <a:xfrm>
              <a:off x="414249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6" name="Rectangle 1375">
              <a:extLst>
                <a:ext uri="{FF2B5EF4-FFF2-40B4-BE49-F238E27FC236}">
                  <a16:creationId xmlns:a16="http://schemas.microsoft.com/office/drawing/2014/main" id="{C57D1D1C-5746-4A6A-8C63-4E38971941FB}"/>
                </a:ext>
              </a:extLst>
            </p:cNvPr>
            <p:cNvSpPr/>
            <p:nvPr/>
          </p:nvSpPr>
          <p:spPr>
            <a:xfrm>
              <a:off x="430875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7" name="Rectangle 1376">
              <a:extLst>
                <a:ext uri="{FF2B5EF4-FFF2-40B4-BE49-F238E27FC236}">
                  <a16:creationId xmlns:a16="http://schemas.microsoft.com/office/drawing/2014/main" id="{91923E94-46BC-4CBC-BF32-3DB8A3F5CEA7}"/>
                </a:ext>
              </a:extLst>
            </p:cNvPr>
            <p:cNvSpPr/>
            <p:nvPr/>
          </p:nvSpPr>
          <p:spPr>
            <a:xfrm>
              <a:off x="447500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8" name="Rectangle 1377">
              <a:extLst>
                <a:ext uri="{FF2B5EF4-FFF2-40B4-BE49-F238E27FC236}">
                  <a16:creationId xmlns:a16="http://schemas.microsoft.com/office/drawing/2014/main" id="{14AA01B3-025A-41BF-9789-7214A7E59EB5}"/>
                </a:ext>
              </a:extLst>
            </p:cNvPr>
            <p:cNvSpPr/>
            <p:nvPr/>
          </p:nvSpPr>
          <p:spPr>
            <a:xfrm>
              <a:off x="464126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9" name="Rectangle 1378">
              <a:extLst>
                <a:ext uri="{FF2B5EF4-FFF2-40B4-BE49-F238E27FC236}">
                  <a16:creationId xmlns:a16="http://schemas.microsoft.com/office/drawing/2014/main" id="{A4437D04-94FF-426C-95C2-600D4D520802}"/>
                </a:ext>
              </a:extLst>
            </p:cNvPr>
            <p:cNvSpPr/>
            <p:nvPr/>
          </p:nvSpPr>
          <p:spPr>
            <a:xfrm>
              <a:off x="480751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0" name="Rectangle 1379">
              <a:extLst>
                <a:ext uri="{FF2B5EF4-FFF2-40B4-BE49-F238E27FC236}">
                  <a16:creationId xmlns:a16="http://schemas.microsoft.com/office/drawing/2014/main" id="{14CCAC30-43BB-4EC4-A53E-054964267D3C}"/>
                </a:ext>
              </a:extLst>
            </p:cNvPr>
            <p:cNvSpPr/>
            <p:nvPr/>
          </p:nvSpPr>
          <p:spPr>
            <a:xfrm>
              <a:off x="497377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1" name="Rectangle 1380">
              <a:extLst>
                <a:ext uri="{FF2B5EF4-FFF2-40B4-BE49-F238E27FC236}">
                  <a16:creationId xmlns:a16="http://schemas.microsoft.com/office/drawing/2014/main" id="{4ED8AF34-AED0-41DC-A056-67D6326EA9BC}"/>
                </a:ext>
              </a:extLst>
            </p:cNvPr>
            <p:cNvSpPr/>
            <p:nvPr/>
          </p:nvSpPr>
          <p:spPr>
            <a:xfrm>
              <a:off x="514002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2" name="Rectangle 1381">
              <a:extLst>
                <a:ext uri="{FF2B5EF4-FFF2-40B4-BE49-F238E27FC236}">
                  <a16:creationId xmlns:a16="http://schemas.microsoft.com/office/drawing/2014/main" id="{159DBC75-0C83-4B41-8359-50EE8B37E839}"/>
                </a:ext>
              </a:extLst>
            </p:cNvPr>
            <p:cNvSpPr/>
            <p:nvPr/>
          </p:nvSpPr>
          <p:spPr>
            <a:xfrm>
              <a:off x="530628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3" name="Rectangle 1382">
              <a:extLst>
                <a:ext uri="{FF2B5EF4-FFF2-40B4-BE49-F238E27FC236}">
                  <a16:creationId xmlns:a16="http://schemas.microsoft.com/office/drawing/2014/main" id="{2D240D8C-4D5E-4BE5-99C7-63C5C751E185}"/>
                </a:ext>
              </a:extLst>
            </p:cNvPr>
            <p:cNvSpPr/>
            <p:nvPr/>
          </p:nvSpPr>
          <p:spPr>
            <a:xfrm>
              <a:off x="547253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4" name="Rectangle 1383">
              <a:extLst>
                <a:ext uri="{FF2B5EF4-FFF2-40B4-BE49-F238E27FC236}">
                  <a16:creationId xmlns:a16="http://schemas.microsoft.com/office/drawing/2014/main" id="{9BA11A5A-365A-4F84-ACCE-1DDFE74DC38D}"/>
                </a:ext>
              </a:extLst>
            </p:cNvPr>
            <p:cNvSpPr/>
            <p:nvPr/>
          </p:nvSpPr>
          <p:spPr>
            <a:xfrm>
              <a:off x="563879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5" name="Rectangle 1384">
              <a:extLst>
                <a:ext uri="{FF2B5EF4-FFF2-40B4-BE49-F238E27FC236}">
                  <a16:creationId xmlns:a16="http://schemas.microsoft.com/office/drawing/2014/main" id="{EE12E2A7-E01E-45E8-A2CF-C119C1D3153B}"/>
                </a:ext>
              </a:extLst>
            </p:cNvPr>
            <p:cNvSpPr/>
            <p:nvPr/>
          </p:nvSpPr>
          <p:spPr>
            <a:xfrm>
              <a:off x="580504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6" name="Rectangle 1385">
              <a:extLst>
                <a:ext uri="{FF2B5EF4-FFF2-40B4-BE49-F238E27FC236}">
                  <a16:creationId xmlns:a16="http://schemas.microsoft.com/office/drawing/2014/main" id="{AB435718-CF90-4304-842B-1AE6001DA15F}"/>
                </a:ext>
              </a:extLst>
            </p:cNvPr>
            <p:cNvSpPr/>
            <p:nvPr/>
          </p:nvSpPr>
          <p:spPr>
            <a:xfrm>
              <a:off x="597130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7" name="Rectangle 1386">
              <a:extLst>
                <a:ext uri="{FF2B5EF4-FFF2-40B4-BE49-F238E27FC236}">
                  <a16:creationId xmlns:a16="http://schemas.microsoft.com/office/drawing/2014/main" id="{7D548AEC-466E-4410-A64A-3500730CB11B}"/>
                </a:ext>
              </a:extLst>
            </p:cNvPr>
            <p:cNvSpPr/>
            <p:nvPr/>
          </p:nvSpPr>
          <p:spPr>
            <a:xfrm>
              <a:off x="613755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8" name="Rectangle 1387">
              <a:extLst>
                <a:ext uri="{FF2B5EF4-FFF2-40B4-BE49-F238E27FC236}">
                  <a16:creationId xmlns:a16="http://schemas.microsoft.com/office/drawing/2014/main" id="{6012A53C-FF91-40D8-8EDF-F7E029A2D026}"/>
                </a:ext>
              </a:extLst>
            </p:cNvPr>
            <p:cNvSpPr/>
            <p:nvPr/>
          </p:nvSpPr>
          <p:spPr>
            <a:xfrm>
              <a:off x="630381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9" name="Rectangle 1388">
              <a:extLst>
                <a:ext uri="{FF2B5EF4-FFF2-40B4-BE49-F238E27FC236}">
                  <a16:creationId xmlns:a16="http://schemas.microsoft.com/office/drawing/2014/main" id="{05648FF4-1BA0-400F-8A26-16191D54F38E}"/>
                </a:ext>
              </a:extLst>
            </p:cNvPr>
            <p:cNvSpPr/>
            <p:nvPr/>
          </p:nvSpPr>
          <p:spPr>
            <a:xfrm>
              <a:off x="647006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0" name="Rectangle 1389">
              <a:extLst>
                <a:ext uri="{FF2B5EF4-FFF2-40B4-BE49-F238E27FC236}">
                  <a16:creationId xmlns:a16="http://schemas.microsoft.com/office/drawing/2014/main" id="{B7CC26E5-4F00-4B2A-B199-4EB653F32174}"/>
                </a:ext>
              </a:extLst>
            </p:cNvPr>
            <p:cNvSpPr/>
            <p:nvPr/>
          </p:nvSpPr>
          <p:spPr>
            <a:xfrm>
              <a:off x="663632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1" name="Rectangle 1390">
              <a:extLst>
                <a:ext uri="{FF2B5EF4-FFF2-40B4-BE49-F238E27FC236}">
                  <a16:creationId xmlns:a16="http://schemas.microsoft.com/office/drawing/2014/main" id="{F8733898-F966-45B1-8960-7B44C9C4E0FD}"/>
                </a:ext>
              </a:extLst>
            </p:cNvPr>
            <p:cNvSpPr/>
            <p:nvPr/>
          </p:nvSpPr>
          <p:spPr>
            <a:xfrm>
              <a:off x="680257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2" name="Rectangle 1391">
              <a:extLst>
                <a:ext uri="{FF2B5EF4-FFF2-40B4-BE49-F238E27FC236}">
                  <a16:creationId xmlns:a16="http://schemas.microsoft.com/office/drawing/2014/main" id="{3D04A581-B209-44BC-B95D-CE055E10EF59}"/>
                </a:ext>
              </a:extLst>
            </p:cNvPr>
            <p:cNvSpPr/>
            <p:nvPr/>
          </p:nvSpPr>
          <p:spPr>
            <a:xfrm>
              <a:off x="696883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3" name="Rectangle 1392">
              <a:extLst>
                <a:ext uri="{FF2B5EF4-FFF2-40B4-BE49-F238E27FC236}">
                  <a16:creationId xmlns:a16="http://schemas.microsoft.com/office/drawing/2014/main" id="{9FA510B0-83AD-4029-80BB-60265AE68FB6}"/>
                </a:ext>
              </a:extLst>
            </p:cNvPr>
            <p:cNvSpPr/>
            <p:nvPr/>
          </p:nvSpPr>
          <p:spPr>
            <a:xfrm>
              <a:off x="713508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4" name="Rectangle 1393">
              <a:extLst>
                <a:ext uri="{FF2B5EF4-FFF2-40B4-BE49-F238E27FC236}">
                  <a16:creationId xmlns:a16="http://schemas.microsoft.com/office/drawing/2014/main" id="{DD89FD4C-0E76-40FD-AA6F-677F04501A5A}"/>
                </a:ext>
              </a:extLst>
            </p:cNvPr>
            <p:cNvSpPr/>
            <p:nvPr/>
          </p:nvSpPr>
          <p:spPr>
            <a:xfrm>
              <a:off x="730134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5" name="Rectangle 1394">
              <a:extLst>
                <a:ext uri="{FF2B5EF4-FFF2-40B4-BE49-F238E27FC236}">
                  <a16:creationId xmlns:a16="http://schemas.microsoft.com/office/drawing/2014/main" id="{B65914C7-1D69-4697-84F8-029A465B65C4}"/>
                </a:ext>
              </a:extLst>
            </p:cNvPr>
            <p:cNvSpPr/>
            <p:nvPr/>
          </p:nvSpPr>
          <p:spPr>
            <a:xfrm>
              <a:off x="746759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6" name="Rectangle 1395">
              <a:extLst>
                <a:ext uri="{FF2B5EF4-FFF2-40B4-BE49-F238E27FC236}">
                  <a16:creationId xmlns:a16="http://schemas.microsoft.com/office/drawing/2014/main" id="{B5B4DDD9-5252-43F3-9781-081CA448A80F}"/>
                </a:ext>
              </a:extLst>
            </p:cNvPr>
            <p:cNvSpPr/>
            <p:nvPr/>
          </p:nvSpPr>
          <p:spPr>
            <a:xfrm>
              <a:off x="763385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7" name="Rectangle 1396">
              <a:extLst>
                <a:ext uri="{FF2B5EF4-FFF2-40B4-BE49-F238E27FC236}">
                  <a16:creationId xmlns:a16="http://schemas.microsoft.com/office/drawing/2014/main" id="{7CEB95CA-38C5-49F3-A667-E358627AAA8B}"/>
                </a:ext>
              </a:extLst>
            </p:cNvPr>
            <p:cNvSpPr/>
            <p:nvPr/>
          </p:nvSpPr>
          <p:spPr>
            <a:xfrm>
              <a:off x="780010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8" name="Rectangle 1397">
              <a:extLst>
                <a:ext uri="{FF2B5EF4-FFF2-40B4-BE49-F238E27FC236}">
                  <a16:creationId xmlns:a16="http://schemas.microsoft.com/office/drawing/2014/main" id="{6C001CA5-A5C1-4E9B-841D-9938D0001471}"/>
                </a:ext>
              </a:extLst>
            </p:cNvPr>
            <p:cNvSpPr/>
            <p:nvPr/>
          </p:nvSpPr>
          <p:spPr>
            <a:xfrm>
              <a:off x="7966362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9" name="Rectangle 1398">
              <a:extLst>
                <a:ext uri="{FF2B5EF4-FFF2-40B4-BE49-F238E27FC236}">
                  <a16:creationId xmlns:a16="http://schemas.microsoft.com/office/drawing/2014/main" id="{788F99A1-CA74-4881-B860-70B240C6E88B}"/>
                </a:ext>
              </a:extLst>
            </p:cNvPr>
            <p:cNvSpPr/>
            <p:nvPr/>
          </p:nvSpPr>
          <p:spPr>
            <a:xfrm>
              <a:off x="8132617" y="148605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0" name="Rectangle 1399">
              <a:extLst>
                <a:ext uri="{FF2B5EF4-FFF2-40B4-BE49-F238E27FC236}">
                  <a16:creationId xmlns:a16="http://schemas.microsoft.com/office/drawing/2014/main" id="{42A796E5-5F6B-456E-BDB2-1A72423AACFD}"/>
                </a:ext>
              </a:extLst>
            </p:cNvPr>
            <p:cNvSpPr/>
            <p:nvPr/>
          </p:nvSpPr>
          <p:spPr>
            <a:xfrm>
              <a:off x="8132617" y="165230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1" name="Rectangle 1400">
              <a:extLst>
                <a:ext uri="{FF2B5EF4-FFF2-40B4-BE49-F238E27FC236}">
                  <a16:creationId xmlns:a16="http://schemas.microsoft.com/office/drawing/2014/main" id="{CEFBE361-DBE4-43D5-8F55-48B735CACA77}"/>
                </a:ext>
              </a:extLst>
            </p:cNvPr>
            <p:cNvSpPr/>
            <p:nvPr/>
          </p:nvSpPr>
          <p:spPr>
            <a:xfrm>
              <a:off x="8132617" y="181856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2" name="Rectangle 1401">
              <a:extLst>
                <a:ext uri="{FF2B5EF4-FFF2-40B4-BE49-F238E27FC236}">
                  <a16:creationId xmlns:a16="http://schemas.microsoft.com/office/drawing/2014/main" id="{1BC22AA0-C38F-455C-96A2-568B4F2969C8}"/>
                </a:ext>
              </a:extLst>
            </p:cNvPr>
            <p:cNvSpPr/>
            <p:nvPr/>
          </p:nvSpPr>
          <p:spPr>
            <a:xfrm>
              <a:off x="8132617" y="198481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3" name="Rectangle 1402">
              <a:extLst>
                <a:ext uri="{FF2B5EF4-FFF2-40B4-BE49-F238E27FC236}">
                  <a16:creationId xmlns:a16="http://schemas.microsoft.com/office/drawing/2014/main" id="{68770D42-79D1-44C2-9FA9-E11B2D9FE2B2}"/>
                </a:ext>
              </a:extLst>
            </p:cNvPr>
            <p:cNvSpPr/>
            <p:nvPr/>
          </p:nvSpPr>
          <p:spPr>
            <a:xfrm>
              <a:off x="8132617" y="215107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4" name="Rectangle 1403">
              <a:extLst>
                <a:ext uri="{FF2B5EF4-FFF2-40B4-BE49-F238E27FC236}">
                  <a16:creationId xmlns:a16="http://schemas.microsoft.com/office/drawing/2014/main" id="{C0FD07C1-5B75-4627-A973-9FF78B7BD6AD}"/>
                </a:ext>
              </a:extLst>
            </p:cNvPr>
            <p:cNvSpPr/>
            <p:nvPr/>
          </p:nvSpPr>
          <p:spPr>
            <a:xfrm>
              <a:off x="8132617" y="231732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5" name="Rectangle 1404">
              <a:extLst>
                <a:ext uri="{FF2B5EF4-FFF2-40B4-BE49-F238E27FC236}">
                  <a16:creationId xmlns:a16="http://schemas.microsoft.com/office/drawing/2014/main" id="{F75A14AA-2307-49C9-B306-C1FC1F4210D1}"/>
                </a:ext>
              </a:extLst>
            </p:cNvPr>
            <p:cNvSpPr/>
            <p:nvPr/>
          </p:nvSpPr>
          <p:spPr>
            <a:xfrm>
              <a:off x="8132617" y="248358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6" name="Rectangle 1405">
              <a:extLst>
                <a:ext uri="{FF2B5EF4-FFF2-40B4-BE49-F238E27FC236}">
                  <a16:creationId xmlns:a16="http://schemas.microsoft.com/office/drawing/2014/main" id="{D2CF414E-C2AD-40FB-89FB-D9E5A0A35B76}"/>
                </a:ext>
              </a:extLst>
            </p:cNvPr>
            <p:cNvSpPr/>
            <p:nvPr/>
          </p:nvSpPr>
          <p:spPr>
            <a:xfrm>
              <a:off x="8132617" y="264983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7" name="Rectangle 1406">
              <a:extLst>
                <a:ext uri="{FF2B5EF4-FFF2-40B4-BE49-F238E27FC236}">
                  <a16:creationId xmlns:a16="http://schemas.microsoft.com/office/drawing/2014/main" id="{1CB5D8DA-5504-47CB-B9AA-99C856010B8C}"/>
                </a:ext>
              </a:extLst>
            </p:cNvPr>
            <p:cNvSpPr/>
            <p:nvPr/>
          </p:nvSpPr>
          <p:spPr>
            <a:xfrm>
              <a:off x="8132617" y="281609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8" name="Rectangle 1407">
              <a:extLst>
                <a:ext uri="{FF2B5EF4-FFF2-40B4-BE49-F238E27FC236}">
                  <a16:creationId xmlns:a16="http://schemas.microsoft.com/office/drawing/2014/main" id="{D452D5D9-D570-4478-8DC5-3159B77C7F71}"/>
                </a:ext>
              </a:extLst>
            </p:cNvPr>
            <p:cNvSpPr/>
            <p:nvPr/>
          </p:nvSpPr>
          <p:spPr>
            <a:xfrm>
              <a:off x="8132617" y="298234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9" name="Rectangle 1408">
              <a:extLst>
                <a:ext uri="{FF2B5EF4-FFF2-40B4-BE49-F238E27FC236}">
                  <a16:creationId xmlns:a16="http://schemas.microsoft.com/office/drawing/2014/main" id="{BFCAB114-BDEC-4D0D-A7F7-B17833F34ABA}"/>
                </a:ext>
              </a:extLst>
            </p:cNvPr>
            <p:cNvSpPr/>
            <p:nvPr/>
          </p:nvSpPr>
          <p:spPr>
            <a:xfrm>
              <a:off x="8132617" y="314860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0" name="Rectangle 1409">
              <a:extLst>
                <a:ext uri="{FF2B5EF4-FFF2-40B4-BE49-F238E27FC236}">
                  <a16:creationId xmlns:a16="http://schemas.microsoft.com/office/drawing/2014/main" id="{D8C31266-5237-4E9A-AB02-3DF70467DAAA}"/>
                </a:ext>
              </a:extLst>
            </p:cNvPr>
            <p:cNvSpPr/>
            <p:nvPr/>
          </p:nvSpPr>
          <p:spPr>
            <a:xfrm>
              <a:off x="8132617" y="331485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1" name="Rectangle 1410">
              <a:extLst>
                <a:ext uri="{FF2B5EF4-FFF2-40B4-BE49-F238E27FC236}">
                  <a16:creationId xmlns:a16="http://schemas.microsoft.com/office/drawing/2014/main" id="{9F87810B-FBAD-4866-8C61-5A9FD1D0C1A5}"/>
                </a:ext>
              </a:extLst>
            </p:cNvPr>
            <p:cNvSpPr/>
            <p:nvPr/>
          </p:nvSpPr>
          <p:spPr>
            <a:xfrm>
              <a:off x="8132617" y="348111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2" name="Rectangle 1411">
              <a:extLst>
                <a:ext uri="{FF2B5EF4-FFF2-40B4-BE49-F238E27FC236}">
                  <a16:creationId xmlns:a16="http://schemas.microsoft.com/office/drawing/2014/main" id="{23A4E102-C0DD-4383-BAEC-79BB7A5D2BC2}"/>
                </a:ext>
              </a:extLst>
            </p:cNvPr>
            <p:cNvSpPr/>
            <p:nvPr/>
          </p:nvSpPr>
          <p:spPr>
            <a:xfrm>
              <a:off x="8132617" y="364736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3" name="Rectangle 1412">
              <a:extLst>
                <a:ext uri="{FF2B5EF4-FFF2-40B4-BE49-F238E27FC236}">
                  <a16:creationId xmlns:a16="http://schemas.microsoft.com/office/drawing/2014/main" id="{54730852-C60A-404B-9422-EEAF5C42343F}"/>
                </a:ext>
              </a:extLst>
            </p:cNvPr>
            <p:cNvSpPr/>
            <p:nvPr/>
          </p:nvSpPr>
          <p:spPr>
            <a:xfrm>
              <a:off x="8132617" y="381362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4" name="Rectangle 1413">
              <a:extLst>
                <a:ext uri="{FF2B5EF4-FFF2-40B4-BE49-F238E27FC236}">
                  <a16:creationId xmlns:a16="http://schemas.microsoft.com/office/drawing/2014/main" id="{9CFCC716-B46F-42A4-99FD-409374DEFB60}"/>
                </a:ext>
              </a:extLst>
            </p:cNvPr>
            <p:cNvSpPr/>
            <p:nvPr/>
          </p:nvSpPr>
          <p:spPr>
            <a:xfrm>
              <a:off x="8132617" y="397987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5" name="Rectangle 1414">
              <a:extLst>
                <a:ext uri="{FF2B5EF4-FFF2-40B4-BE49-F238E27FC236}">
                  <a16:creationId xmlns:a16="http://schemas.microsoft.com/office/drawing/2014/main" id="{49EAE276-CF47-40E1-AD8C-52E4AE1E16CD}"/>
                </a:ext>
              </a:extLst>
            </p:cNvPr>
            <p:cNvSpPr/>
            <p:nvPr/>
          </p:nvSpPr>
          <p:spPr>
            <a:xfrm>
              <a:off x="8132617" y="414613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6" name="Rectangle 1415">
              <a:extLst>
                <a:ext uri="{FF2B5EF4-FFF2-40B4-BE49-F238E27FC236}">
                  <a16:creationId xmlns:a16="http://schemas.microsoft.com/office/drawing/2014/main" id="{823253EE-1C55-41D4-801C-7101C7CD7666}"/>
                </a:ext>
              </a:extLst>
            </p:cNvPr>
            <p:cNvSpPr/>
            <p:nvPr/>
          </p:nvSpPr>
          <p:spPr>
            <a:xfrm>
              <a:off x="8132617" y="431238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7" name="Rectangle 1416">
              <a:extLst>
                <a:ext uri="{FF2B5EF4-FFF2-40B4-BE49-F238E27FC236}">
                  <a16:creationId xmlns:a16="http://schemas.microsoft.com/office/drawing/2014/main" id="{C09A9820-3F97-4283-96B0-7F4F8A6B2B81}"/>
                </a:ext>
              </a:extLst>
            </p:cNvPr>
            <p:cNvSpPr/>
            <p:nvPr/>
          </p:nvSpPr>
          <p:spPr>
            <a:xfrm>
              <a:off x="8132617" y="447864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8" name="Rectangle 1417">
              <a:extLst>
                <a:ext uri="{FF2B5EF4-FFF2-40B4-BE49-F238E27FC236}">
                  <a16:creationId xmlns:a16="http://schemas.microsoft.com/office/drawing/2014/main" id="{1DCF8D65-B1CC-461C-BF15-B711187B5C97}"/>
                </a:ext>
              </a:extLst>
            </p:cNvPr>
            <p:cNvSpPr/>
            <p:nvPr/>
          </p:nvSpPr>
          <p:spPr>
            <a:xfrm>
              <a:off x="8132617" y="13197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9" name="Rectangle 1418">
              <a:extLst>
                <a:ext uri="{FF2B5EF4-FFF2-40B4-BE49-F238E27FC236}">
                  <a16:creationId xmlns:a16="http://schemas.microsoft.com/office/drawing/2014/main" id="{9AB7DAB1-DD7B-485A-9FDC-DB6BE489FFCA}"/>
                </a:ext>
              </a:extLst>
            </p:cNvPr>
            <p:cNvSpPr/>
            <p:nvPr/>
          </p:nvSpPr>
          <p:spPr>
            <a:xfrm>
              <a:off x="2646202" y="148517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0" name="Rectangle 1419">
              <a:extLst>
                <a:ext uri="{FF2B5EF4-FFF2-40B4-BE49-F238E27FC236}">
                  <a16:creationId xmlns:a16="http://schemas.microsoft.com/office/drawing/2014/main" id="{B476C37D-BD8F-4F23-88F9-B30E019EBA5D}"/>
                </a:ext>
              </a:extLst>
            </p:cNvPr>
            <p:cNvSpPr/>
            <p:nvPr/>
          </p:nvSpPr>
          <p:spPr>
            <a:xfrm>
              <a:off x="2646202" y="165143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1" name="Rectangle 1420">
              <a:extLst>
                <a:ext uri="{FF2B5EF4-FFF2-40B4-BE49-F238E27FC236}">
                  <a16:creationId xmlns:a16="http://schemas.microsoft.com/office/drawing/2014/main" id="{18373CEC-E627-41B8-8D2B-8818C5A506C9}"/>
                </a:ext>
              </a:extLst>
            </p:cNvPr>
            <p:cNvSpPr/>
            <p:nvPr/>
          </p:nvSpPr>
          <p:spPr>
            <a:xfrm>
              <a:off x="2646202" y="181768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2" name="Rectangle 1421">
              <a:extLst>
                <a:ext uri="{FF2B5EF4-FFF2-40B4-BE49-F238E27FC236}">
                  <a16:creationId xmlns:a16="http://schemas.microsoft.com/office/drawing/2014/main" id="{B5D1D1C4-7F19-4F49-8EF0-F084AAEE6A42}"/>
                </a:ext>
              </a:extLst>
            </p:cNvPr>
            <p:cNvSpPr/>
            <p:nvPr/>
          </p:nvSpPr>
          <p:spPr>
            <a:xfrm>
              <a:off x="2646202" y="198394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3" name="Rectangle 1422">
              <a:extLst>
                <a:ext uri="{FF2B5EF4-FFF2-40B4-BE49-F238E27FC236}">
                  <a16:creationId xmlns:a16="http://schemas.microsoft.com/office/drawing/2014/main" id="{713C6316-A430-4739-8D0F-D170371E8C59}"/>
                </a:ext>
              </a:extLst>
            </p:cNvPr>
            <p:cNvSpPr/>
            <p:nvPr/>
          </p:nvSpPr>
          <p:spPr>
            <a:xfrm>
              <a:off x="2646202" y="215019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4" name="Rectangle 1423">
              <a:extLst>
                <a:ext uri="{FF2B5EF4-FFF2-40B4-BE49-F238E27FC236}">
                  <a16:creationId xmlns:a16="http://schemas.microsoft.com/office/drawing/2014/main" id="{C5786B04-6C62-4837-B4C5-ED4B71BB4AC7}"/>
                </a:ext>
              </a:extLst>
            </p:cNvPr>
            <p:cNvSpPr/>
            <p:nvPr/>
          </p:nvSpPr>
          <p:spPr>
            <a:xfrm>
              <a:off x="2646202" y="231645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5" name="Rectangle 1424">
              <a:extLst>
                <a:ext uri="{FF2B5EF4-FFF2-40B4-BE49-F238E27FC236}">
                  <a16:creationId xmlns:a16="http://schemas.microsoft.com/office/drawing/2014/main" id="{7794D7B7-6DA7-4072-BF57-38F4B32336FD}"/>
                </a:ext>
              </a:extLst>
            </p:cNvPr>
            <p:cNvSpPr/>
            <p:nvPr/>
          </p:nvSpPr>
          <p:spPr>
            <a:xfrm>
              <a:off x="2646202" y="248270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6" name="Rectangle 1425">
              <a:extLst>
                <a:ext uri="{FF2B5EF4-FFF2-40B4-BE49-F238E27FC236}">
                  <a16:creationId xmlns:a16="http://schemas.microsoft.com/office/drawing/2014/main" id="{B87252FD-2450-4476-AB00-C54B40EF36E2}"/>
                </a:ext>
              </a:extLst>
            </p:cNvPr>
            <p:cNvSpPr/>
            <p:nvPr/>
          </p:nvSpPr>
          <p:spPr>
            <a:xfrm>
              <a:off x="2646202" y="264896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7" name="Rectangle 1426">
              <a:extLst>
                <a:ext uri="{FF2B5EF4-FFF2-40B4-BE49-F238E27FC236}">
                  <a16:creationId xmlns:a16="http://schemas.microsoft.com/office/drawing/2014/main" id="{20E61335-28A0-4B95-B33E-44BA856BF550}"/>
                </a:ext>
              </a:extLst>
            </p:cNvPr>
            <p:cNvSpPr/>
            <p:nvPr/>
          </p:nvSpPr>
          <p:spPr>
            <a:xfrm>
              <a:off x="2646202" y="281521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8" name="Rectangle 1427">
              <a:extLst>
                <a:ext uri="{FF2B5EF4-FFF2-40B4-BE49-F238E27FC236}">
                  <a16:creationId xmlns:a16="http://schemas.microsoft.com/office/drawing/2014/main" id="{89279F6B-853F-4ED4-9E95-BA573640315C}"/>
                </a:ext>
              </a:extLst>
            </p:cNvPr>
            <p:cNvSpPr/>
            <p:nvPr/>
          </p:nvSpPr>
          <p:spPr>
            <a:xfrm>
              <a:off x="2646202" y="298147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9" name="Rectangle 1428">
              <a:extLst>
                <a:ext uri="{FF2B5EF4-FFF2-40B4-BE49-F238E27FC236}">
                  <a16:creationId xmlns:a16="http://schemas.microsoft.com/office/drawing/2014/main" id="{B0D8732A-72C4-47D3-A71C-033F9F0057B0}"/>
                </a:ext>
              </a:extLst>
            </p:cNvPr>
            <p:cNvSpPr/>
            <p:nvPr/>
          </p:nvSpPr>
          <p:spPr>
            <a:xfrm>
              <a:off x="2646202" y="314772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0" name="Rectangle 1429">
              <a:extLst>
                <a:ext uri="{FF2B5EF4-FFF2-40B4-BE49-F238E27FC236}">
                  <a16:creationId xmlns:a16="http://schemas.microsoft.com/office/drawing/2014/main" id="{7C729AC7-605F-4266-A8BB-AAFB5F6F930A}"/>
                </a:ext>
              </a:extLst>
            </p:cNvPr>
            <p:cNvSpPr/>
            <p:nvPr/>
          </p:nvSpPr>
          <p:spPr>
            <a:xfrm>
              <a:off x="2646202" y="331398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1" name="Rectangle 1430">
              <a:extLst>
                <a:ext uri="{FF2B5EF4-FFF2-40B4-BE49-F238E27FC236}">
                  <a16:creationId xmlns:a16="http://schemas.microsoft.com/office/drawing/2014/main" id="{21C42B9E-0008-4F70-88BC-CB5AD213B9E4}"/>
                </a:ext>
              </a:extLst>
            </p:cNvPr>
            <p:cNvSpPr/>
            <p:nvPr/>
          </p:nvSpPr>
          <p:spPr>
            <a:xfrm>
              <a:off x="2646202" y="348023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2" name="Rectangle 1431">
              <a:extLst>
                <a:ext uri="{FF2B5EF4-FFF2-40B4-BE49-F238E27FC236}">
                  <a16:creationId xmlns:a16="http://schemas.microsoft.com/office/drawing/2014/main" id="{0B48A6D9-7415-4A17-AF97-85B3A4B0FD9B}"/>
                </a:ext>
              </a:extLst>
            </p:cNvPr>
            <p:cNvSpPr/>
            <p:nvPr/>
          </p:nvSpPr>
          <p:spPr>
            <a:xfrm>
              <a:off x="2646202" y="364649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3" name="Rectangle 1432">
              <a:extLst>
                <a:ext uri="{FF2B5EF4-FFF2-40B4-BE49-F238E27FC236}">
                  <a16:creationId xmlns:a16="http://schemas.microsoft.com/office/drawing/2014/main" id="{C1C41864-84F6-4AE6-8E7D-8B583F8E0869}"/>
                </a:ext>
              </a:extLst>
            </p:cNvPr>
            <p:cNvSpPr/>
            <p:nvPr/>
          </p:nvSpPr>
          <p:spPr>
            <a:xfrm>
              <a:off x="2646202" y="381274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4" name="Rectangle 1433">
              <a:extLst>
                <a:ext uri="{FF2B5EF4-FFF2-40B4-BE49-F238E27FC236}">
                  <a16:creationId xmlns:a16="http://schemas.microsoft.com/office/drawing/2014/main" id="{D39A709A-A4E7-4103-A16C-8D2E8FF3EFD7}"/>
                </a:ext>
              </a:extLst>
            </p:cNvPr>
            <p:cNvSpPr/>
            <p:nvPr/>
          </p:nvSpPr>
          <p:spPr>
            <a:xfrm>
              <a:off x="2646202" y="397900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5" name="Rectangle 1434">
              <a:extLst>
                <a:ext uri="{FF2B5EF4-FFF2-40B4-BE49-F238E27FC236}">
                  <a16:creationId xmlns:a16="http://schemas.microsoft.com/office/drawing/2014/main" id="{03A56C44-CD71-4249-957E-74A620CFCB6B}"/>
                </a:ext>
              </a:extLst>
            </p:cNvPr>
            <p:cNvSpPr/>
            <p:nvPr/>
          </p:nvSpPr>
          <p:spPr>
            <a:xfrm>
              <a:off x="2646202" y="414525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6" name="Rectangle 1435">
              <a:extLst>
                <a:ext uri="{FF2B5EF4-FFF2-40B4-BE49-F238E27FC236}">
                  <a16:creationId xmlns:a16="http://schemas.microsoft.com/office/drawing/2014/main" id="{144A6211-5089-4B01-A1F6-B3DD44185A95}"/>
                </a:ext>
              </a:extLst>
            </p:cNvPr>
            <p:cNvSpPr/>
            <p:nvPr/>
          </p:nvSpPr>
          <p:spPr>
            <a:xfrm>
              <a:off x="2646202" y="431151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7" name="Rectangle 1436">
              <a:extLst>
                <a:ext uri="{FF2B5EF4-FFF2-40B4-BE49-F238E27FC236}">
                  <a16:creationId xmlns:a16="http://schemas.microsoft.com/office/drawing/2014/main" id="{04BDB180-E8C3-4BC3-84CE-B496EB366C11}"/>
                </a:ext>
              </a:extLst>
            </p:cNvPr>
            <p:cNvSpPr/>
            <p:nvPr/>
          </p:nvSpPr>
          <p:spPr>
            <a:xfrm>
              <a:off x="2646202" y="4477769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8" name="Rectangle 1437">
              <a:extLst>
                <a:ext uri="{FF2B5EF4-FFF2-40B4-BE49-F238E27FC236}">
                  <a16:creationId xmlns:a16="http://schemas.microsoft.com/office/drawing/2014/main" id="{62E341FB-6CA5-4FAB-B4F6-FE74C7BBD1F5}"/>
                </a:ext>
              </a:extLst>
            </p:cNvPr>
            <p:cNvSpPr/>
            <p:nvPr/>
          </p:nvSpPr>
          <p:spPr>
            <a:xfrm>
              <a:off x="2646202" y="1318924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9" name="Rectangle 1438">
              <a:extLst>
                <a:ext uri="{FF2B5EF4-FFF2-40B4-BE49-F238E27FC236}">
                  <a16:creationId xmlns:a16="http://schemas.microsoft.com/office/drawing/2014/main" id="{C6D2047D-4394-4C88-ACDF-4FD112E3D56C}"/>
                </a:ext>
              </a:extLst>
            </p:cNvPr>
            <p:cNvSpPr/>
            <p:nvPr/>
          </p:nvSpPr>
          <p:spPr>
            <a:xfrm>
              <a:off x="281245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0" name="Rectangle 1439">
              <a:extLst>
                <a:ext uri="{FF2B5EF4-FFF2-40B4-BE49-F238E27FC236}">
                  <a16:creationId xmlns:a16="http://schemas.microsoft.com/office/drawing/2014/main" id="{3529FAC7-CB95-4180-B2CB-06B79DA30373}"/>
                </a:ext>
              </a:extLst>
            </p:cNvPr>
            <p:cNvSpPr/>
            <p:nvPr/>
          </p:nvSpPr>
          <p:spPr>
            <a:xfrm>
              <a:off x="297871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1" name="Rectangle 1440">
              <a:extLst>
                <a:ext uri="{FF2B5EF4-FFF2-40B4-BE49-F238E27FC236}">
                  <a16:creationId xmlns:a16="http://schemas.microsoft.com/office/drawing/2014/main" id="{3E25982B-53D6-4B4E-9ADC-047025053286}"/>
                </a:ext>
              </a:extLst>
            </p:cNvPr>
            <p:cNvSpPr/>
            <p:nvPr/>
          </p:nvSpPr>
          <p:spPr>
            <a:xfrm>
              <a:off x="314496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2" name="Rectangle 1441">
              <a:extLst>
                <a:ext uri="{FF2B5EF4-FFF2-40B4-BE49-F238E27FC236}">
                  <a16:creationId xmlns:a16="http://schemas.microsoft.com/office/drawing/2014/main" id="{59CD711F-F818-4EF9-9CAF-A55E20B7F25C}"/>
                </a:ext>
              </a:extLst>
            </p:cNvPr>
            <p:cNvSpPr/>
            <p:nvPr/>
          </p:nvSpPr>
          <p:spPr>
            <a:xfrm>
              <a:off x="331122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3" name="Rectangle 1442">
              <a:extLst>
                <a:ext uri="{FF2B5EF4-FFF2-40B4-BE49-F238E27FC236}">
                  <a16:creationId xmlns:a16="http://schemas.microsoft.com/office/drawing/2014/main" id="{8BDB4133-9091-49ED-A8FB-686A7F919DA7}"/>
                </a:ext>
              </a:extLst>
            </p:cNvPr>
            <p:cNvSpPr/>
            <p:nvPr/>
          </p:nvSpPr>
          <p:spPr>
            <a:xfrm>
              <a:off x="347747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4" name="Rectangle 1443">
              <a:extLst>
                <a:ext uri="{FF2B5EF4-FFF2-40B4-BE49-F238E27FC236}">
                  <a16:creationId xmlns:a16="http://schemas.microsoft.com/office/drawing/2014/main" id="{68511D97-85E7-46F7-9944-C2282283912C}"/>
                </a:ext>
              </a:extLst>
            </p:cNvPr>
            <p:cNvSpPr/>
            <p:nvPr/>
          </p:nvSpPr>
          <p:spPr>
            <a:xfrm>
              <a:off x="364373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5" name="Rectangle 1444">
              <a:extLst>
                <a:ext uri="{FF2B5EF4-FFF2-40B4-BE49-F238E27FC236}">
                  <a16:creationId xmlns:a16="http://schemas.microsoft.com/office/drawing/2014/main" id="{BE5B18C3-80DE-4A5C-9DFD-A20C27A4ADE1}"/>
                </a:ext>
              </a:extLst>
            </p:cNvPr>
            <p:cNvSpPr/>
            <p:nvPr/>
          </p:nvSpPr>
          <p:spPr>
            <a:xfrm>
              <a:off x="380998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6" name="Rectangle 1445">
              <a:extLst>
                <a:ext uri="{FF2B5EF4-FFF2-40B4-BE49-F238E27FC236}">
                  <a16:creationId xmlns:a16="http://schemas.microsoft.com/office/drawing/2014/main" id="{AF70C6AB-F4C6-4D7C-B021-1ADC103D97D1}"/>
                </a:ext>
              </a:extLst>
            </p:cNvPr>
            <p:cNvSpPr/>
            <p:nvPr/>
          </p:nvSpPr>
          <p:spPr>
            <a:xfrm>
              <a:off x="397624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7" name="Rectangle 1446">
              <a:extLst>
                <a:ext uri="{FF2B5EF4-FFF2-40B4-BE49-F238E27FC236}">
                  <a16:creationId xmlns:a16="http://schemas.microsoft.com/office/drawing/2014/main" id="{303EA3D2-7B1D-4066-B0DF-E53C7F74FC94}"/>
                </a:ext>
              </a:extLst>
            </p:cNvPr>
            <p:cNvSpPr/>
            <p:nvPr/>
          </p:nvSpPr>
          <p:spPr>
            <a:xfrm>
              <a:off x="414249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8" name="Rectangle 1447">
              <a:extLst>
                <a:ext uri="{FF2B5EF4-FFF2-40B4-BE49-F238E27FC236}">
                  <a16:creationId xmlns:a16="http://schemas.microsoft.com/office/drawing/2014/main" id="{E5CD928C-8C2C-4D94-9759-2708D01B9E70}"/>
                </a:ext>
              </a:extLst>
            </p:cNvPr>
            <p:cNvSpPr/>
            <p:nvPr/>
          </p:nvSpPr>
          <p:spPr>
            <a:xfrm>
              <a:off x="430875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9" name="Rectangle 1448">
              <a:extLst>
                <a:ext uri="{FF2B5EF4-FFF2-40B4-BE49-F238E27FC236}">
                  <a16:creationId xmlns:a16="http://schemas.microsoft.com/office/drawing/2014/main" id="{DD550543-7095-4B95-80C3-F6DE7A176166}"/>
                </a:ext>
              </a:extLst>
            </p:cNvPr>
            <p:cNvSpPr/>
            <p:nvPr/>
          </p:nvSpPr>
          <p:spPr>
            <a:xfrm>
              <a:off x="447500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0" name="Rectangle 1449">
              <a:extLst>
                <a:ext uri="{FF2B5EF4-FFF2-40B4-BE49-F238E27FC236}">
                  <a16:creationId xmlns:a16="http://schemas.microsoft.com/office/drawing/2014/main" id="{B690F54D-E5DD-415C-9502-E2455892EC4E}"/>
                </a:ext>
              </a:extLst>
            </p:cNvPr>
            <p:cNvSpPr/>
            <p:nvPr/>
          </p:nvSpPr>
          <p:spPr>
            <a:xfrm>
              <a:off x="464126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1" name="Rectangle 1450">
              <a:extLst>
                <a:ext uri="{FF2B5EF4-FFF2-40B4-BE49-F238E27FC236}">
                  <a16:creationId xmlns:a16="http://schemas.microsoft.com/office/drawing/2014/main" id="{AE9F2865-EBC2-452E-B8A8-85007FEB9031}"/>
                </a:ext>
              </a:extLst>
            </p:cNvPr>
            <p:cNvSpPr/>
            <p:nvPr/>
          </p:nvSpPr>
          <p:spPr>
            <a:xfrm>
              <a:off x="480751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2" name="Rectangle 1451">
              <a:extLst>
                <a:ext uri="{FF2B5EF4-FFF2-40B4-BE49-F238E27FC236}">
                  <a16:creationId xmlns:a16="http://schemas.microsoft.com/office/drawing/2014/main" id="{E190577F-C25E-48AC-B2E0-77F431966BE7}"/>
                </a:ext>
              </a:extLst>
            </p:cNvPr>
            <p:cNvSpPr/>
            <p:nvPr/>
          </p:nvSpPr>
          <p:spPr>
            <a:xfrm>
              <a:off x="497377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3" name="Rectangle 1452">
              <a:extLst>
                <a:ext uri="{FF2B5EF4-FFF2-40B4-BE49-F238E27FC236}">
                  <a16:creationId xmlns:a16="http://schemas.microsoft.com/office/drawing/2014/main" id="{21F8AA1F-E334-4FF9-A2D8-83B6CDDE1CA0}"/>
                </a:ext>
              </a:extLst>
            </p:cNvPr>
            <p:cNvSpPr/>
            <p:nvPr/>
          </p:nvSpPr>
          <p:spPr>
            <a:xfrm>
              <a:off x="514002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4" name="Rectangle 1453">
              <a:extLst>
                <a:ext uri="{FF2B5EF4-FFF2-40B4-BE49-F238E27FC236}">
                  <a16:creationId xmlns:a16="http://schemas.microsoft.com/office/drawing/2014/main" id="{AEB1D69E-F6EA-4E21-9AC0-32732DFE984C}"/>
                </a:ext>
              </a:extLst>
            </p:cNvPr>
            <p:cNvSpPr/>
            <p:nvPr/>
          </p:nvSpPr>
          <p:spPr>
            <a:xfrm>
              <a:off x="530628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5" name="Rectangle 1454">
              <a:extLst>
                <a:ext uri="{FF2B5EF4-FFF2-40B4-BE49-F238E27FC236}">
                  <a16:creationId xmlns:a16="http://schemas.microsoft.com/office/drawing/2014/main" id="{496CEF42-123F-4A7D-A7D3-A3EE3779B211}"/>
                </a:ext>
              </a:extLst>
            </p:cNvPr>
            <p:cNvSpPr/>
            <p:nvPr/>
          </p:nvSpPr>
          <p:spPr>
            <a:xfrm>
              <a:off x="547253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6" name="Rectangle 1455">
              <a:extLst>
                <a:ext uri="{FF2B5EF4-FFF2-40B4-BE49-F238E27FC236}">
                  <a16:creationId xmlns:a16="http://schemas.microsoft.com/office/drawing/2014/main" id="{CE62399B-2B77-403E-8831-EA10A827DFD7}"/>
                </a:ext>
              </a:extLst>
            </p:cNvPr>
            <p:cNvSpPr/>
            <p:nvPr/>
          </p:nvSpPr>
          <p:spPr>
            <a:xfrm>
              <a:off x="563879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7" name="Rectangle 1456">
              <a:extLst>
                <a:ext uri="{FF2B5EF4-FFF2-40B4-BE49-F238E27FC236}">
                  <a16:creationId xmlns:a16="http://schemas.microsoft.com/office/drawing/2014/main" id="{77328763-38EA-45B9-94E6-301609FBA14D}"/>
                </a:ext>
              </a:extLst>
            </p:cNvPr>
            <p:cNvSpPr/>
            <p:nvPr/>
          </p:nvSpPr>
          <p:spPr>
            <a:xfrm>
              <a:off x="580504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8" name="Rectangle 1457">
              <a:extLst>
                <a:ext uri="{FF2B5EF4-FFF2-40B4-BE49-F238E27FC236}">
                  <a16:creationId xmlns:a16="http://schemas.microsoft.com/office/drawing/2014/main" id="{E2BF0987-565F-4B29-9D62-ABE4D0571982}"/>
                </a:ext>
              </a:extLst>
            </p:cNvPr>
            <p:cNvSpPr/>
            <p:nvPr/>
          </p:nvSpPr>
          <p:spPr>
            <a:xfrm>
              <a:off x="597130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9" name="Rectangle 1458">
              <a:extLst>
                <a:ext uri="{FF2B5EF4-FFF2-40B4-BE49-F238E27FC236}">
                  <a16:creationId xmlns:a16="http://schemas.microsoft.com/office/drawing/2014/main" id="{97A027F7-F089-475E-995C-58040E0EE112}"/>
                </a:ext>
              </a:extLst>
            </p:cNvPr>
            <p:cNvSpPr/>
            <p:nvPr/>
          </p:nvSpPr>
          <p:spPr>
            <a:xfrm>
              <a:off x="613755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0" name="Rectangle 1459">
              <a:extLst>
                <a:ext uri="{FF2B5EF4-FFF2-40B4-BE49-F238E27FC236}">
                  <a16:creationId xmlns:a16="http://schemas.microsoft.com/office/drawing/2014/main" id="{C33445B3-710C-4DBE-8144-903227C819D6}"/>
                </a:ext>
              </a:extLst>
            </p:cNvPr>
            <p:cNvSpPr/>
            <p:nvPr/>
          </p:nvSpPr>
          <p:spPr>
            <a:xfrm>
              <a:off x="630381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1" name="Rectangle 1460">
              <a:extLst>
                <a:ext uri="{FF2B5EF4-FFF2-40B4-BE49-F238E27FC236}">
                  <a16:creationId xmlns:a16="http://schemas.microsoft.com/office/drawing/2014/main" id="{EEDAF5F0-FAD0-46D5-9A4F-42617B4675EA}"/>
                </a:ext>
              </a:extLst>
            </p:cNvPr>
            <p:cNvSpPr/>
            <p:nvPr/>
          </p:nvSpPr>
          <p:spPr>
            <a:xfrm>
              <a:off x="647006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2" name="Rectangle 1461">
              <a:extLst>
                <a:ext uri="{FF2B5EF4-FFF2-40B4-BE49-F238E27FC236}">
                  <a16:creationId xmlns:a16="http://schemas.microsoft.com/office/drawing/2014/main" id="{C2E60C4A-F300-464B-931F-C171302AD40A}"/>
                </a:ext>
              </a:extLst>
            </p:cNvPr>
            <p:cNvSpPr/>
            <p:nvPr/>
          </p:nvSpPr>
          <p:spPr>
            <a:xfrm>
              <a:off x="663632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3" name="Rectangle 1462">
              <a:extLst>
                <a:ext uri="{FF2B5EF4-FFF2-40B4-BE49-F238E27FC236}">
                  <a16:creationId xmlns:a16="http://schemas.microsoft.com/office/drawing/2014/main" id="{4FB2E0BD-31F4-485D-B7DB-4381FAB979E7}"/>
                </a:ext>
              </a:extLst>
            </p:cNvPr>
            <p:cNvSpPr/>
            <p:nvPr/>
          </p:nvSpPr>
          <p:spPr>
            <a:xfrm>
              <a:off x="680257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4" name="Rectangle 1463">
              <a:extLst>
                <a:ext uri="{FF2B5EF4-FFF2-40B4-BE49-F238E27FC236}">
                  <a16:creationId xmlns:a16="http://schemas.microsoft.com/office/drawing/2014/main" id="{E311528C-F589-40FA-8581-CB68C14D2900}"/>
                </a:ext>
              </a:extLst>
            </p:cNvPr>
            <p:cNvSpPr/>
            <p:nvPr/>
          </p:nvSpPr>
          <p:spPr>
            <a:xfrm>
              <a:off x="696883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5" name="Rectangle 1464">
              <a:extLst>
                <a:ext uri="{FF2B5EF4-FFF2-40B4-BE49-F238E27FC236}">
                  <a16:creationId xmlns:a16="http://schemas.microsoft.com/office/drawing/2014/main" id="{E73A023F-9CB5-4789-A4C2-ED1998D4581C}"/>
                </a:ext>
              </a:extLst>
            </p:cNvPr>
            <p:cNvSpPr/>
            <p:nvPr/>
          </p:nvSpPr>
          <p:spPr>
            <a:xfrm>
              <a:off x="713508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6" name="Rectangle 1465">
              <a:extLst>
                <a:ext uri="{FF2B5EF4-FFF2-40B4-BE49-F238E27FC236}">
                  <a16:creationId xmlns:a16="http://schemas.microsoft.com/office/drawing/2014/main" id="{26F557D6-F38F-45F8-AF3E-29D5B9B27798}"/>
                </a:ext>
              </a:extLst>
            </p:cNvPr>
            <p:cNvSpPr/>
            <p:nvPr/>
          </p:nvSpPr>
          <p:spPr>
            <a:xfrm>
              <a:off x="730134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7" name="Rectangle 1466">
              <a:extLst>
                <a:ext uri="{FF2B5EF4-FFF2-40B4-BE49-F238E27FC236}">
                  <a16:creationId xmlns:a16="http://schemas.microsoft.com/office/drawing/2014/main" id="{ECBB2E83-2B08-460D-A5FE-0F037489914F}"/>
                </a:ext>
              </a:extLst>
            </p:cNvPr>
            <p:cNvSpPr/>
            <p:nvPr/>
          </p:nvSpPr>
          <p:spPr>
            <a:xfrm>
              <a:off x="746759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8" name="Rectangle 1467">
              <a:extLst>
                <a:ext uri="{FF2B5EF4-FFF2-40B4-BE49-F238E27FC236}">
                  <a16:creationId xmlns:a16="http://schemas.microsoft.com/office/drawing/2014/main" id="{9B6F17AE-1FFF-43FB-BB37-207A4C54220E}"/>
                </a:ext>
              </a:extLst>
            </p:cNvPr>
            <p:cNvSpPr/>
            <p:nvPr/>
          </p:nvSpPr>
          <p:spPr>
            <a:xfrm>
              <a:off x="763385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9" name="Rectangle 1468">
              <a:extLst>
                <a:ext uri="{FF2B5EF4-FFF2-40B4-BE49-F238E27FC236}">
                  <a16:creationId xmlns:a16="http://schemas.microsoft.com/office/drawing/2014/main" id="{3B7577CB-8F82-43F4-AB92-32F36F21997F}"/>
                </a:ext>
              </a:extLst>
            </p:cNvPr>
            <p:cNvSpPr/>
            <p:nvPr/>
          </p:nvSpPr>
          <p:spPr>
            <a:xfrm>
              <a:off x="780010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0" name="Rectangle 1469">
              <a:extLst>
                <a:ext uri="{FF2B5EF4-FFF2-40B4-BE49-F238E27FC236}">
                  <a16:creationId xmlns:a16="http://schemas.microsoft.com/office/drawing/2014/main" id="{B3453A1D-C608-4FA2-84D0-8AD6116A4637}"/>
                </a:ext>
              </a:extLst>
            </p:cNvPr>
            <p:cNvSpPr/>
            <p:nvPr/>
          </p:nvSpPr>
          <p:spPr>
            <a:xfrm>
              <a:off x="7966362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1" name="Rectangle 1470">
              <a:extLst>
                <a:ext uri="{FF2B5EF4-FFF2-40B4-BE49-F238E27FC236}">
                  <a16:creationId xmlns:a16="http://schemas.microsoft.com/office/drawing/2014/main" id="{93AAC583-B38D-4C83-8379-337A75C95C63}"/>
                </a:ext>
              </a:extLst>
            </p:cNvPr>
            <p:cNvSpPr/>
            <p:nvPr/>
          </p:nvSpPr>
          <p:spPr>
            <a:xfrm>
              <a:off x="8132617" y="4652202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2" name="Rectangle 1471">
              <a:extLst>
                <a:ext uri="{FF2B5EF4-FFF2-40B4-BE49-F238E27FC236}">
                  <a16:creationId xmlns:a16="http://schemas.microsoft.com/office/drawing/2014/main" id="{1BA91A8B-B4D7-4F85-A519-7BDC30D1CDD6}"/>
                </a:ext>
              </a:extLst>
            </p:cNvPr>
            <p:cNvSpPr/>
            <p:nvPr/>
          </p:nvSpPr>
          <p:spPr>
            <a:xfrm>
              <a:off x="2646202" y="4651327"/>
              <a:ext cx="166255" cy="16625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2" name="Group 621">
            <a:extLst>
              <a:ext uri="{FF2B5EF4-FFF2-40B4-BE49-F238E27FC236}">
                <a16:creationId xmlns:a16="http://schemas.microsoft.com/office/drawing/2014/main" id="{D8F442C6-11E9-46E3-9B4F-193B3FF5F738}"/>
              </a:ext>
            </a:extLst>
          </p:cNvPr>
          <p:cNvGrpSpPr/>
          <p:nvPr/>
        </p:nvGrpSpPr>
        <p:grpSpPr>
          <a:xfrm>
            <a:off x="457895" y="2231080"/>
            <a:ext cx="5320160" cy="3158845"/>
            <a:chOff x="781395" y="1662545"/>
            <a:chExt cx="5320160" cy="315884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A5CFD4-99CA-4A6C-9A97-830C5C849719}"/>
                </a:ext>
              </a:extLst>
            </p:cNvPr>
            <p:cNvSpPr/>
            <p:nvPr/>
          </p:nvSpPr>
          <p:spPr>
            <a:xfrm>
              <a:off x="78139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CFE37C-8986-462C-90BF-C42A64BF375A}"/>
                </a:ext>
              </a:extLst>
            </p:cNvPr>
            <p:cNvSpPr/>
            <p:nvPr/>
          </p:nvSpPr>
          <p:spPr>
            <a:xfrm>
              <a:off x="94765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873F3E-87D6-42A8-A064-0CFD9D58779D}"/>
                </a:ext>
              </a:extLst>
            </p:cNvPr>
            <p:cNvSpPr/>
            <p:nvPr/>
          </p:nvSpPr>
          <p:spPr>
            <a:xfrm>
              <a:off x="111390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9F7225A-B210-4EE5-8644-6C5EB587E21B}"/>
                </a:ext>
              </a:extLst>
            </p:cNvPr>
            <p:cNvSpPr/>
            <p:nvPr/>
          </p:nvSpPr>
          <p:spPr>
            <a:xfrm>
              <a:off x="128016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E4A46E-4947-4DB1-98A3-351393EDB573}"/>
                </a:ext>
              </a:extLst>
            </p:cNvPr>
            <p:cNvSpPr/>
            <p:nvPr/>
          </p:nvSpPr>
          <p:spPr>
            <a:xfrm>
              <a:off x="144641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C0DD08D-469B-4859-BADD-70E58F340CC2}"/>
                </a:ext>
              </a:extLst>
            </p:cNvPr>
            <p:cNvSpPr/>
            <p:nvPr/>
          </p:nvSpPr>
          <p:spPr>
            <a:xfrm>
              <a:off x="161267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B6FD7F-BF69-4CA5-A3DB-1E07E54B3131}"/>
                </a:ext>
              </a:extLst>
            </p:cNvPr>
            <p:cNvSpPr/>
            <p:nvPr/>
          </p:nvSpPr>
          <p:spPr>
            <a:xfrm>
              <a:off x="177892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60D0DFD-8612-4A5F-9FC6-8367A99518CB}"/>
                </a:ext>
              </a:extLst>
            </p:cNvPr>
            <p:cNvSpPr/>
            <p:nvPr/>
          </p:nvSpPr>
          <p:spPr>
            <a:xfrm>
              <a:off x="194518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02C192-94CC-4913-8A9A-7D23A4B1A176}"/>
                </a:ext>
              </a:extLst>
            </p:cNvPr>
            <p:cNvSpPr/>
            <p:nvPr/>
          </p:nvSpPr>
          <p:spPr>
            <a:xfrm>
              <a:off x="211143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29F229-D995-4211-8864-854BEB271AD2}"/>
                </a:ext>
              </a:extLst>
            </p:cNvPr>
            <p:cNvSpPr/>
            <p:nvPr/>
          </p:nvSpPr>
          <p:spPr>
            <a:xfrm>
              <a:off x="227769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B55D88-E0DC-45ED-A7CC-609FD7465307}"/>
                </a:ext>
              </a:extLst>
            </p:cNvPr>
            <p:cNvSpPr/>
            <p:nvPr/>
          </p:nvSpPr>
          <p:spPr>
            <a:xfrm>
              <a:off x="244394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FD30194-9A79-42D9-BBC1-F56E69F9E9DC}"/>
                </a:ext>
              </a:extLst>
            </p:cNvPr>
            <p:cNvSpPr/>
            <p:nvPr/>
          </p:nvSpPr>
          <p:spPr>
            <a:xfrm>
              <a:off x="261020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3A67BD7-8C3F-463F-B8B9-64A77D6F0C72}"/>
                </a:ext>
              </a:extLst>
            </p:cNvPr>
            <p:cNvSpPr/>
            <p:nvPr/>
          </p:nvSpPr>
          <p:spPr>
            <a:xfrm>
              <a:off x="277645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A98DC49-59A0-46F1-9A42-879EB993029A}"/>
                </a:ext>
              </a:extLst>
            </p:cNvPr>
            <p:cNvSpPr/>
            <p:nvPr/>
          </p:nvSpPr>
          <p:spPr>
            <a:xfrm>
              <a:off x="294271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B6DB9CC-0F06-4721-8C65-3A2D2B724A81}"/>
                </a:ext>
              </a:extLst>
            </p:cNvPr>
            <p:cNvSpPr/>
            <p:nvPr/>
          </p:nvSpPr>
          <p:spPr>
            <a:xfrm>
              <a:off x="310896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3AF153C-DBBF-42A8-B699-10B54ABF2237}"/>
                </a:ext>
              </a:extLst>
            </p:cNvPr>
            <p:cNvSpPr/>
            <p:nvPr/>
          </p:nvSpPr>
          <p:spPr>
            <a:xfrm>
              <a:off x="327522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8D4FFC4-8FCE-4268-916B-4AE4139EB459}"/>
                </a:ext>
              </a:extLst>
            </p:cNvPr>
            <p:cNvSpPr/>
            <p:nvPr/>
          </p:nvSpPr>
          <p:spPr>
            <a:xfrm>
              <a:off x="344147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FEAB557-9C52-4847-9FCC-F3C710E3C93C}"/>
                </a:ext>
              </a:extLst>
            </p:cNvPr>
            <p:cNvSpPr/>
            <p:nvPr/>
          </p:nvSpPr>
          <p:spPr>
            <a:xfrm>
              <a:off x="360773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0B9BE8E-D10E-4F7E-AD69-AE8BEA425F40}"/>
                </a:ext>
              </a:extLst>
            </p:cNvPr>
            <p:cNvSpPr/>
            <p:nvPr/>
          </p:nvSpPr>
          <p:spPr>
            <a:xfrm>
              <a:off x="377398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F8D1AFA-063E-45FD-85AF-F503F5FEAA12}"/>
                </a:ext>
              </a:extLst>
            </p:cNvPr>
            <p:cNvSpPr/>
            <p:nvPr/>
          </p:nvSpPr>
          <p:spPr>
            <a:xfrm>
              <a:off x="394024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B4FE8DE-6465-4529-9D34-412B0246E98B}"/>
                </a:ext>
              </a:extLst>
            </p:cNvPr>
            <p:cNvSpPr/>
            <p:nvPr/>
          </p:nvSpPr>
          <p:spPr>
            <a:xfrm>
              <a:off x="410649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9F53171-60A3-4044-9EF8-0F36A2396CB1}"/>
                </a:ext>
              </a:extLst>
            </p:cNvPr>
            <p:cNvSpPr/>
            <p:nvPr/>
          </p:nvSpPr>
          <p:spPr>
            <a:xfrm>
              <a:off x="427275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63A6F37-F0C6-40A7-9B5B-902C63FECFAF}"/>
                </a:ext>
              </a:extLst>
            </p:cNvPr>
            <p:cNvSpPr/>
            <p:nvPr/>
          </p:nvSpPr>
          <p:spPr>
            <a:xfrm>
              <a:off x="443900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BDC9D67-16A3-4C2C-9BD5-1F4E41002E82}"/>
                </a:ext>
              </a:extLst>
            </p:cNvPr>
            <p:cNvSpPr/>
            <p:nvPr/>
          </p:nvSpPr>
          <p:spPr>
            <a:xfrm>
              <a:off x="460526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D269AA3-0124-4A5B-868E-E204D32AD3BF}"/>
                </a:ext>
              </a:extLst>
            </p:cNvPr>
            <p:cNvSpPr/>
            <p:nvPr/>
          </p:nvSpPr>
          <p:spPr>
            <a:xfrm>
              <a:off x="477151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6A73291-2AEE-4012-A20F-252F685B9E28}"/>
                </a:ext>
              </a:extLst>
            </p:cNvPr>
            <p:cNvSpPr/>
            <p:nvPr/>
          </p:nvSpPr>
          <p:spPr>
            <a:xfrm>
              <a:off x="493777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456A39B-E17B-4BED-A0DB-C62CC4EC43AC}"/>
                </a:ext>
              </a:extLst>
            </p:cNvPr>
            <p:cNvSpPr/>
            <p:nvPr/>
          </p:nvSpPr>
          <p:spPr>
            <a:xfrm>
              <a:off x="510402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FB901F0-B098-4427-8441-C9F0320FA490}"/>
                </a:ext>
              </a:extLst>
            </p:cNvPr>
            <p:cNvSpPr/>
            <p:nvPr/>
          </p:nvSpPr>
          <p:spPr>
            <a:xfrm>
              <a:off x="527028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361CB0A-55D3-453A-B3F3-A96BAD858968}"/>
                </a:ext>
              </a:extLst>
            </p:cNvPr>
            <p:cNvSpPr/>
            <p:nvPr/>
          </p:nvSpPr>
          <p:spPr>
            <a:xfrm>
              <a:off x="543653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4F93C7C-6B87-4CA2-BDC7-C4F2E9B932DA}"/>
                </a:ext>
              </a:extLst>
            </p:cNvPr>
            <p:cNvSpPr/>
            <p:nvPr/>
          </p:nvSpPr>
          <p:spPr>
            <a:xfrm>
              <a:off x="560279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DD5446F-EEEB-43CB-A740-2F7EEA7795F6}"/>
                </a:ext>
              </a:extLst>
            </p:cNvPr>
            <p:cNvSpPr/>
            <p:nvPr/>
          </p:nvSpPr>
          <p:spPr>
            <a:xfrm>
              <a:off x="5769045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0E9988D-8F1C-4E59-BA16-97A864E4BEEA}"/>
                </a:ext>
              </a:extLst>
            </p:cNvPr>
            <p:cNvSpPr/>
            <p:nvPr/>
          </p:nvSpPr>
          <p:spPr>
            <a:xfrm>
              <a:off x="5935300" y="166254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253695E-922C-49F9-B722-EABF9E903DA7}"/>
                </a:ext>
              </a:extLst>
            </p:cNvPr>
            <p:cNvSpPr/>
            <p:nvPr/>
          </p:nvSpPr>
          <p:spPr>
            <a:xfrm>
              <a:off x="78139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6992E0E-2BC5-4B30-ADB4-4D9EB2B60F04}"/>
                </a:ext>
              </a:extLst>
            </p:cNvPr>
            <p:cNvSpPr/>
            <p:nvPr/>
          </p:nvSpPr>
          <p:spPr>
            <a:xfrm>
              <a:off x="94765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B82BD6E-AF94-4388-A648-76476530220A}"/>
                </a:ext>
              </a:extLst>
            </p:cNvPr>
            <p:cNvSpPr/>
            <p:nvPr/>
          </p:nvSpPr>
          <p:spPr>
            <a:xfrm>
              <a:off x="111390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CB36911-82FB-4A7E-AA63-9943BD8690AF}"/>
                </a:ext>
              </a:extLst>
            </p:cNvPr>
            <p:cNvSpPr/>
            <p:nvPr/>
          </p:nvSpPr>
          <p:spPr>
            <a:xfrm>
              <a:off x="128016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A622955-1C61-43D9-8A1F-DB246AA56D7F}"/>
                </a:ext>
              </a:extLst>
            </p:cNvPr>
            <p:cNvSpPr/>
            <p:nvPr/>
          </p:nvSpPr>
          <p:spPr>
            <a:xfrm>
              <a:off x="144641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F100FB4-9412-4FFD-93E6-0627CA6AD151}"/>
                </a:ext>
              </a:extLst>
            </p:cNvPr>
            <p:cNvSpPr/>
            <p:nvPr/>
          </p:nvSpPr>
          <p:spPr>
            <a:xfrm>
              <a:off x="161267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7E9BC32-CDE0-4CA4-9996-293CD705DE98}"/>
                </a:ext>
              </a:extLst>
            </p:cNvPr>
            <p:cNvSpPr/>
            <p:nvPr/>
          </p:nvSpPr>
          <p:spPr>
            <a:xfrm>
              <a:off x="177892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6E233B9-1FB1-4D27-971C-BD8F4E213249}"/>
                </a:ext>
              </a:extLst>
            </p:cNvPr>
            <p:cNvSpPr/>
            <p:nvPr/>
          </p:nvSpPr>
          <p:spPr>
            <a:xfrm>
              <a:off x="194518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5134172-4843-4788-9E39-E6DC85D53DFB}"/>
                </a:ext>
              </a:extLst>
            </p:cNvPr>
            <p:cNvSpPr/>
            <p:nvPr/>
          </p:nvSpPr>
          <p:spPr>
            <a:xfrm>
              <a:off x="211143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03D0221-BB41-4AE1-96B7-F5CCAE376688}"/>
                </a:ext>
              </a:extLst>
            </p:cNvPr>
            <p:cNvSpPr/>
            <p:nvPr/>
          </p:nvSpPr>
          <p:spPr>
            <a:xfrm>
              <a:off x="227769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2B6F486-5A94-4D4A-ACCE-38D88868F61C}"/>
                </a:ext>
              </a:extLst>
            </p:cNvPr>
            <p:cNvSpPr/>
            <p:nvPr/>
          </p:nvSpPr>
          <p:spPr>
            <a:xfrm>
              <a:off x="244394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1ACC50C-52B3-4183-9694-BB34E2F71CF0}"/>
                </a:ext>
              </a:extLst>
            </p:cNvPr>
            <p:cNvSpPr/>
            <p:nvPr/>
          </p:nvSpPr>
          <p:spPr>
            <a:xfrm>
              <a:off x="261020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F94143D-E56C-471F-9A7A-860429F84561}"/>
                </a:ext>
              </a:extLst>
            </p:cNvPr>
            <p:cNvSpPr/>
            <p:nvPr/>
          </p:nvSpPr>
          <p:spPr>
            <a:xfrm>
              <a:off x="277645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EBB553C-C508-48B8-9769-11D79BA2F3B0}"/>
                </a:ext>
              </a:extLst>
            </p:cNvPr>
            <p:cNvSpPr/>
            <p:nvPr/>
          </p:nvSpPr>
          <p:spPr>
            <a:xfrm>
              <a:off x="294271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A7441D8-EC52-46CC-8AB9-9A3EABCB2BBF}"/>
                </a:ext>
              </a:extLst>
            </p:cNvPr>
            <p:cNvSpPr/>
            <p:nvPr/>
          </p:nvSpPr>
          <p:spPr>
            <a:xfrm>
              <a:off x="310896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6A223D-F005-4F62-BAF0-DBDF17A3F18B}"/>
                </a:ext>
              </a:extLst>
            </p:cNvPr>
            <p:cNvSpPr/>
            <p:nvPr/>
          </p:nvSpPr>
          <p:spPr>
            <a:xfrm>
              <a:off x="327522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B814991-6369-427F-9634-95652AE16E4A}"/>
                </a:ext>
              </a:extLst>
            </p:cNvPr>
            <p:cNvSpPr/>
            <p:nvPr/>
          </p:nvSpPr>
          <p:spPr>
            <a:xfrm>
              <a:off x="344147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6BC2846-FD0C-4010-9D8D-9868D28D3853}"/>
                </a:ext>
              </a:extLst>
            </p:cNvPr>
            <p:cNvSpPr/>
            <p:nvPr/>
          </p:nvSpPr>
          <p:spPr>
            <a:xfrm>
              <a:off x="360773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9518353-FB09-49A8-9503-3B3235D3A413}"/>
                </a:ext>
              </a:extLst>
            </p:cNvPr>
            <p:cNvSpPr/>
            <p:nvPr/>
          </p:nvSpPr>
          <p:spPr>
            <a:xfrm>
              <a:off x="377398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1EA8631-14C6-4016-BABA-2D5FBDBF53FA}"/>
                </a:ext>
              </a:extLst>
            </p:cNvPr>
            <p:cNvSpPr/>
            <p:nvPr/>
          </p:nvSpPr>
          <p:spPr>
            <a:xfrm>
              <a:off x="394024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201E5E6-A6F1-46D6-9289-78496D286266}"/>
                </a:ext>
              </a:extLst>
            </p:cNvPr>
            <p:cNvSpPr/>
            <p:nvPr/>
          </p:nvSpPr>
          <p:spPr>
            <a:xfrm>
              <a:off x="410649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7A276DE-6B62-4A9A-8C4A-FA0B1EE843FA}"/>
                </a:ext>
              </a:extLst>
            </p:cNvPr>
            <p:cNvSpPr/>
            <p:nvPr/>
          </p:nvSpPr>
          <p:spPr>
            <a:xfrm>
              <a:off x="427275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6E77F37-4985-44CF-919B-E87532D976C6}"/>
                </a:ext>
              </a:extLst>
            </p:cNvPr>
            <p:cNvSpPr/>
            <p:nvPr/>
          </p:nvSpPr>
          <p:spPr>
            <a:xfrm>
              <a:off x="443900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28AAE5C-4C09-47C7-90F5-B3FDF4678817}"/>
                </a:ext>
              </a:extLst>
            </p:cNvPr>
            <p:cNvSpPr/>
            <p:nvPr/>
          </p:nvSpPr>
          <p:spPr>
            <a:xfrm>
              <a:off x="460526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3C203C6-7DD7-4C33-B11D-25C2BD8071F8}"/>
                </a:ext>
              </a:extLst>
            </p:cNvPr>
            <p:cNvSpPr/>
            <p:nvPr/>
          </p:nvSpPr>
          <p:spPr>
            <a:xfrm>
              <a:off x="477151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744F4C3-9923-4EC0-99E1-546B2FD498D5}"/>
                </a:ext>
              </a:extLst>
            </p:cNvPr>
            <p:cNvSpPr/>
            <p:nvPr/>
          </p:nvSpPr>
          <p:spPr>
            <a:xfrm>
              <a:off x="493777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D37556F-F689-4D24-8EA9-2563FDD6E8C9}"/>
                </a:ext>
              </a:extLst>
            </p:cNvPr>
            <p:cNvSpPr/>
            <p:nvPr/>
          </p:nvSpPr>
          <p:spPr>
            <a:xfrm>
              <a:off x="510402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F5BBEBA-2006-4253-937B-A07961AFEA9B}"/>
                </a:ext>
              </a:extLst>
            </p:cNvPr>
            <p:cNvSpPr/>
            <p:nvPr/>
          </p:nvSpPr>
          <p:spPr>
            <a:xfrm>
              <a:off x="527028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CD58C54-39D3-45BE-BA40-6B8B14125728}"/>
                </a:ext>
              </a:extLst>
            </p:cNvPr>
            <p:cNvSpPr/>
            <p:nvPr/>
          </p:nvSpPr>
          <p:spPr>
            <a:xfrm>
              <a:off x="543653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14C1665-5D32-4EAE-83BE-0005606C09A1}"/>
                </a:ext>
              </a:extLst>
            </p:cNvPr>
            <p:cNvSpPr/>
            <p:nvPr/>
          </p:nvSpPr>
          <p:spPr>
            <a:xfrm>
              <a:off x="560279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45B0C31-9E7B-46ED-8569-EBE6CA90505C}"/>
                </a:ext>
              </a:extLst>
            </p:cNvPr>
            <p:cNvSpPr/>
            <p:nvPr/>
          </p:nvSpPr>
          <p:spPr>
            <a:xfrm>
              <a:off x="5769045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17B3912-1712-497A-AE07-CB8C207D63B5}"/>
                </a:ext>
              </a:extLst>
            </p:cNvPr>
            <p:cNvSpPr/>
            <p:nvPr/>
          </p:nvSpPr>
          <p:spPr>
            <a:xfrm>
              <a:off x="5935300" y="182880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01E2BD1-8C2C-49A3-A7ED-16D729B022EB}"/>
                </a:ext>
              </a:extLst>
            </p:cNvPr>
            <p:cNvSpPr/>
            <p:nvPr/>
          </p:nvSpPr>
          <p:spPr>
            <a:xfrm>
              <a:off x="78139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EF6F66C-7032-43BE-82AC-A712DEAD4299}"/>
                </a:ext>
              </a:extLst>
            </p:cNvPr>
            <p:cNvSpPr/>
            <p:nvPr/>
          </p:nvSpPr>
          <p:spPr>
            <a:xfrm>
              <a:off x="94765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A3946B7-4259-4303-8377-8341F5FA7F64}"/>
                </a:ext>
              </a:extLst>
            </p:cNvPr>
            <p:cNvSpPr/>
            <p:nvPr/>
          </p:nvSpPr>
          <p:spPr>
            <a:xfrm>
              <a:off x="111390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CDC39EC-6160-4833-BF84-30AEF7803BBC}"/>
                </a:ext>
              </a:extLst>
            </p:cNvPr>
            <p:cNvSpPr/>
            <p:nvPr/>
          </p:nvSpPr>
          <p:spPr>
            <a:xfrm>
              <a:off x="128016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B01EBB1-30E8-4C73-8EA7-9317B1E5E1E0}"/>
                </a:ext>
              </a:extLst>
            </p:cNvPr>
            <p:cNvSpPr/>
            <p:nvPr/>
          </p:nvSpPr>
          <p:spPr>
            <a:xfrm>
              <a:off x="144641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E564C79-9FBA-4BD5-9599-2384D4565328}"/>
                </a:ext>
              </a:extLst>
            </p:cNvPr>
            <p:cNvSpPr/>
            <p:nvPr/>
          </p:nvSpPr>
          <p:spPr>
            <a:xfrm>
              <a:off x="161267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77DBFC6-9B3B-4E87-B2AF-5D5A2E1D0323}"/>
                </a:ext>
              </a:extLst>
            </p:cNvPr>
            <p:cNvSpPr/>
            <p:nvPr/>
          </p:nvSpPr>
          <p:spPr>
            <a:xfrm>
              <a:off x="177892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67C7F45-A62E-4400-B7F9-8720F30E822A}"/>
                </a:ext>
              </a:extLst>
            </p:cNvPr>
            <p:cNvSpPr/>
            <p:nvPr/>
          </p:nvSpPr>
          <p:spPr>
            <a:xfrm>
              <a:off x="194518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A0DBD7C-DCE0-4D0F-A84C-FD1958FA9C6F}"/>
                </a:ext>
              </a:extLst>
            </p:cNvPr>
            <p:cNvSpPr/>
            <p:nvPr/>
          </p:nvSpPr>
          <p:spPr>
            <a:xfrm>
              <a:off x="211143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826BAB8-645E-4FD2-833D-F1D095C26DD7}"/>
                </a:ext>
              </a:extLst>
            </p:cNvPr>
            <p:cNvSpPr/>
            <p:nvPr/>
          </p:nvSpPr>
          <p:spPr>
            <a:xfrm>
              <a:off x="227769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D5F7B6F-D3AA-4FE3-B7C9-118C52DAB0C5}"/>
                </a:ext>
              </a:extLst>
            </p:cNvPr>
            <p:cNvSpPr/>
            <p:nvPr/>
          </p:nvSpPr>
          <p:spPr>
            <a:xfrm>
              <a:off x="244394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D86AEA9-DAE2-430E-BE14-65FF07963683}"/>
                </a:ext>
              </a:extLst>
            </p:cNvPr>
            <p:cNvSpPr/>
            <p:nvPr/>
          </p:nvSpPr>
          <p:spPr>
            <a:xfrm>
              <a:off x="261020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5A876A3-510B-45F2-BC39-50D5108B7C01}"/>
                </a:ext>
              </a:extLst>
            </p:cNvPr>
            <p:cNvSpPr/>
            <p:nvPr/>
          </p:nvSpPr>
          <p:spPr>
            <a:xfrm>
              <a:off x="277645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3014CDF-9474-46FB-BB62-9D212A7E695A}"/>
                </a:ext>
              </a:extLst>
            </p:cNvPr>
            <p:cNvSpPr/>
            <p:nvPr/>
          </p:nvSpPr>
          <p:spPr>
            <a:xfrm>
              <a:off x="294271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A920A0C-1735-43B9-8F91-E2A011D55101}"/>
                </a:ext>
              </a:extLst>
            </p:cNvPr>
            <p:cNvSpPr/>
            <p:nvPr/>
          </p:nvSpPr>
          <p:spPr>
            <a:xfrm>
              <a:off x="310896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86A51EE-2A88-42C0-B58D-C1252EE36870}"/>
                </a:ext>
              </a:extLst>
            </p:cNvPr>
            <p:cNvSpPr/>
            <p:nvPr/>
          </p:nvSpPr>
          <p:spPr>
            <a:xfrm>
              <a:off x="327522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6AE3848-2DB8-4B4D-8719-B390F052377A}"/>
                </a:ext>
              </a:extLst>
            </p:cNvPr>
            <p:cNvSpPr/>
            <p:nvPr/>
          </p:nvSpPr>
          <p:spPr>
            <a:xfrm>
              <a:off x="344147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C3480EA-4C2B-4819-B515-DFDAB2215C39}"/>
                </a:ext>
              </a:extLst>
            </p:cNvPr>
            <p:cNvSpPr/>
            <p:nvPr/>
          </p:nvSpPr>
          <p:spPr>
            <a:xfrm>
              <a:off x="360773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56CB509-B668-4B14-B099-4B62D62B1DB1}"/>
                </a:ext>
              </a:extLst>
            </p:cNvPr>
            <p:cNvSpPr/>
            <p:nvPr/>
          </p:nvSpPr>
          <p:spPr>
            <a:xfrm>
              <a:off x="377398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AB90365-D75E-4035-BEA3-49ACF3331B20}"/>
                </a:ext>
              </a:extLst>
            </p:cNvPr>
            <p:cNvSpPr/>
            <p:nvPr/>
          </p:nvSpPr>
          <p:spPr>
            <a:xfrm>
              <a:off x="394024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7FA5483-3D24-479B-96C4-94D1EBD26CD2}"/>
                </a:ext>
              </a:extLst>
            </p:cNvPr>
            <p:cNvSpPr/>
            <p:nvPr/>
          </p:nvSpPr>
          <p:spPr>
            <a:xfrm>
              <a:off x="410649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682EA4D2-E4B0-45FF-9019-208EA1BB9F10}"/>
                </a:ext>
              </a:extLst>
            </p:cNvPr>
            <p:cNvSpPr/>
            <p:nvPr/>
          </p:nvSpPr>
          <p:spPr>
            <a:xfrm>
              <a:off x="427275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A1DC3C2-5881-4201-8EBA-C7449A722419}"/>
                </a:ext>
              </a:extLst>
            </p:cNvPr>
            <p:cNvSpPr/>
            <p:nvPr/>
          </p:nvSpPr>
          <p:spPr>
            <a:xfrm>
              <a:off x="443900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6B36D08F-CF43-40A7-8133-E1B45E0DF76C}"/>
                </a:ext>
              </a:extLst>
            </p:cNvPr>
            <p:cNvSpPr/>
            <p:nvPr/>
          </p:nvSpPr>
          <p:spPr>
            <a:xfrm>
              <a:off x="460526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05F5F695-DA52-4078-B242-A898E9B31B38}"/>
                </a:ext>
              </a:extLst>
            </p:cNvPr>
            <p:cNvSpPr/>
            <p:nvPr/>
          </p:nvSpPr>
          <p:spPr>
            <a:xfrm>
              <a:off x="477151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A90EA5C-7766-4E55-9668-CE2BC4FD902E}"/>
                </a:ext>
              </a:extLst>
            </p:cNvPr>
            <p:cNvSpPr/>
            <p:nvPr/>
          </p:nvSpPr>
          <p:spPr>
            <a:xfrm>
              <a:off x="493777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C0B40B6-6D28-4D7A-893C-894908ED180D}"/>
                </a:ext>
              </a:extLst>
            </p:cNvPr>
            <p:cNvSpPr/>
            <p:nvPr/>
          </p:nvSpPr>
          <p:spPr>
            <a:xfrm>
              <a:off x="510402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E991523-5E3B-42A8-AF34-514F5DFBAFA9}"/>
                </a:ext>
              </a:extLst>
            </p:cNvPr>
            <p:cNvSpPr/>
            <p:nvPr/>
          </p:nvSpPr>
          <p:spPr>
            <a:xfrm>
              <a:off x="527028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B4DB5DD-9DBA-44CA-A5B9-45BF436A1741}"/>
                </a:ext>
              </a:extLst>
            </p:cNvPr>
            <p:cNvSpPr/>
            <p:nvPr/>
          </p:nvSpPr>
          <p:spPr>
            <a:xfrm>
              <a:off x="543653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A4F0929-361B-4383-9171-EBDDCE78FF18}"/>
                </a:ext>
              </a:extLst>
            </p:cNvPr>
            <p:cNvSpPr/>
            <p:nvPr/>
          </p:nvSpPr>
          <p:spPr>
            <a:xfrm>
              <a:off x="560279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059F89BD-92A8-4BEC-A1B8-BC906D69CA14}"/>
                </a:ext>
              </a:extLst>
            </p:cNvPr>
            <p:cNvSpPr/>
            <p:nvPr/>
          </p:nvSpPr>
          <p:spPr>
            <a:xfrm>
              <a:off x="5769045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491D195F-4E7D-44E2-B9AA-D94CBA7D6FE2}"/>
                </a:ext>
              </a:extLst>
            </p:cNvPr>
            <p:cNvSpPr/>
            <p:nvPr/>
          </p:nvSpPr>
          <p:spPr>
            <a:xfrm>
              <a:off x="5935300" y="199505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1809C10-0B63-4D64-90C0-796BB2FCD380}"/>
                </a:ext>
              </a:extLst>
            </p:cNvPr>
            <p:cNvSpPr/>
            <p:nvPr/>
          </p:nvSpPr>
          <p:spPr>
            <a:xfrm>
              <a:off x="78139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291465F-2C42-4697-BDE9-867B128953BC}"/>
                </a:ext>
              </a:extLst>
            </p:cNvPr>
            <p:cNvSpPr/>
            <p:nvPr/>
          </p:nvSpPr>
          <p:spPr>
            <a:xfrm>
              <a:off x="94765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0B0219DF-709A-411E-92DB-A3A4BCEBF2B9}"/>
                </a:ext>
              </a:extLst>
            </p:cNvPr>
            <p:cNvSpPr/>
            <p:nvPr/>
          </p:nvSpPr>
          <p:spPr>
            <a:xfrm>
              <a:off x="111390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83FF2AD-78A3-410F-82AA-F837C63DDFE7}"/>
                </a:ext>
              </a:extLst>
            </p:cNvPr>
            <p:cNvSpPr/>
            <p:nvPr/>
          </p:nvSpPr>
          <p:spPr>
            <a:xfrm>
              <a:off x="128016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27EF0D5-BAFC-4D56-9964-ECB4D34EAB48}"/>
                </a:ext>
              </a:extLst>
            </p:cNvPr>
            <p:cNvSpPr/>
            <p:nvPr/>
          </p:nvSpPr>
          <p:spPr>
            <a:xfrm>
              <a:off x="144641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E39BC166-537D-4324-8A05-F0A09DA68262}"/>
                </a:ext>
              </a:extLst>
            </p:cNvPr>
            <p:cNvSpPr/>
            <p:nvPr/>
          </p:nvSpPr>
          <p:spPr>
            <a:xfrm>
              <a:off x="161267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4D8C6DF-9475-4419-A3A7-69F443B04A59}"/>
                </a:ext>
              </a:extLst>
            </p:cNvPr>
            <p:cNvSpPr/>
            <p:nvPr/>
          </p:nvSpPr>
          <p:spPr>
            <a:xfrm>
              <a:off x="177892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4C6A120E-5863-44AE-8B37-18245ADBF5A0}"/>
                </a:ext>
              </a:extLst>
            </p:cNvPr>
            <p:cNvSpPr/>
            <p:nvPr/>
          </p:nvSpPr>
          <p:spPr>
            <a:xfrm>
              <a:off x="194518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CEE8E79-89BF-4406-B310-981D296DCEBD}"/>
                </a:ext>
              </a:extLst>
            </p:cNvPr>
            <p:cNvSpPr/>
            <p:nvPr/>
          </p:nvSpPr>
          <p:spPr>
            <a:xfrm>
              <a:off x="211143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60934EB-E87E-4E92-8B60-8B28BC6592E0}"/>
                </a:ext>
              </a:extLst>
            </p:cNvPr>
            <p:cNvSpPr/>
            <p:nvPr/>
          </p:nvSpPr>
          <p:spPr>
            <a:xfrm>
              <a:off x="227769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E7AF6E99-5290-4D3F-9834-BE275C1AE920}"/>
                </a:ext>
              </a:extLst>
            </p:cNvPr>
            <p:cNvSpPr/>
            <p:nvPr/>
          </p:nvSpPr>
          <p:spPr>
            <a:xfrm>
              <a:off x="244394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020F22B2-3612-4BDF-BF3F-F55A8F8B8717}"/>
                </a:ext>
              </a:extLst>
            </p:cNvPr>
            <p:cNvSpPr/>
            <p:nvPr/>
          </p:nvSpPr>
          <p:spPr>
            <a:xfrm>
              <a:off x="261020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31536E7-A3F0-42D9-B0AF-34F62E45E4FE}"/>
                </a:ext>
              </a:extLst>
            </p:cNvPr>
            <p:cNvSpPr/>
            <p:nvPr/>
          </p:nvSpPr>
          <p:spPr>
            <a:xfrm>
              <a:off x="277645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8CF7BC4-885B-4267-9530-5AEEBE09BDA8}"/>
                </a:ext>
              </a:extLst>
            </p:cNvPr>
            <p:cNvSpPr/>
            <p:nvPr/>
          </p:nvSpPr>
          <p:spPr>
            <a:xfrm>
              <a:off x="294271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F9CB8B8-7A04-4935-9E43-7B8168DA8F83}"/>
                </a:ext>
              </a:extLst>
            </p:cNvPr>
            <p:cNvSpPr/>
            <p:nvPr/>
          </p:nvSpPr>
          <p:spPr>
            <a:xfrm>
              <a:off x="310896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9DAB936-7D7B-4603-8722-23488E167A91}"/>
                </a:ext>
              </a:extLst>
            </p:cNvPr>
            <p:cNvSpPr/>
            <p:nvPr/>
          </p:nvSpPr>
          <p:spPr>
            <a:xfrm>
              <a:off x="327522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57D3389-A1D1-453B-9878-81545B0EA1F0}"/>
                </a:ext>
              </a:extLst>
            </p:cNvPr>
            <p:cNvSpPr/>
            <p:nvPr/>
          </p:nvSpPr>
          <p:spPr>
            <a:xfrm>
              <a:off x="344147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329A6D6F-F24C-4D09-8F35-0DA83DD9CCCF}"/>
                </a:ext>
              </a:extLst>
            </p:cNvPr>
            <p:cNvSpPr/>
            <p:nvPr/>
          </p:nvSpPr>
          <p:spPr>
            <a:xfrm>
              <a:off x="360773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CCF4BE6A-A939-4351-85E1-B924A8E9D80F}"/>
                </a:ext>
              </a:extLst>
            </p:cNvPr>
            <p:cNvSpPr/>
            <p:nvPr/>
          </p:nvSpPr>
          <p:spPr>
            <a:xfrm>
              <a:off x="377398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940BE53-AD04-41F1-AB36-1DD665F52CB5}"/>
                </a:ext>
              </a:extLst>
            </p:cNvPr>
            <p:cNvSpPr/>
            <p:nvPr/>
          </p:nvSpPr>
          <p:spPr>
            <a:xfrm>
              <a:off x="394024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9A30001-9125-41E7-8F4F-6F483AC3C33F}"/>
                </a:ext>
              </a:extLst>
            </p:cNvPr>
            <p:cNvSpPr/>
            <p:nvPr/>
          </p:nvSpPr>
          <p:spPr>
            <a:xfrm>
              <a:off x="410649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65E56D73-28F8-4944-B99F-BF5C0C925E89}"/>
                </a:ext>
              </a:extLst>
            </p:cNvPr>
            <p:cNvSpPr/>
            <p:nvPr/>
          </p:nvSpPr>
          <p:spPr>
            <a:xfrm>
              <a:off x="427275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99019CC3-7FC3-4DD9-9FAC-5D884A9C7F5D}"/>
                </a:ext>
              </a:extLst>
            </p:cNvPr>
            <p:cNvSpPr/>
            <p:nvPr/>
          </p:nvSpPr>
          <p:spPr>
            <a:xfrm>
              <a:off x="443900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94241842-7709-4736-A2F2-8ADBC3E1EAF1}"/>
                </a:ext>
              </a:extLst>
            </p:cNvPr>
            <p:cNvSpPr/>
            <p:nvPr/>
          </p:nvSpPr>
          <p:spPr>
            <a:xfrm>
              <a:off x="460526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1619444F-AF95-488D-BF02-106AE3D13262}"/>
                </a:ext>
              </a:extLst>
            </p:cNvPr>
            <p:cNvSpPr/>
            <p:nvPr/>
          </p:nvSpPr>
          <p:spPr>
            <a:xfrm>
              <a:off x="477151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FB6483D3-EA6B-4577-B869-E8CA94EE99FD}"/>
                </a:ext>
              </a:extLst>
            </p:cNvPr>
            <p:cNvSpPr/>
            <p:nvPr/>
          </p:nvSpPr>
          <p:spPr>
            <a:xfrm>
              <a:off x="493777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971585CA-FFC2-48EF-884A-A1FFC9789464}"/>
                </a:ext>
              </a:extLst>
            </p:cNvPr>
            <p:cNvSpPr/>
            <p:nvPr/>
          </p:nvSpPr>
          <p:spPr>
            <a:xfrm>
              <a:off x="510402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F0ACB18-06CD-4F59-BF80-A5D8C02FEE73}"/>
                </a:ext>
              </a:extLst>
            </p:cNvPr>
            <p:cNvSpPr/>
            <p:nvPr/>
          </p:nvSpPr>
          <p:spPr>
            <a:xfrm>
              <a:off x="527028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E73F5090-FB5C-4F4E-AA67-8B8924508DAB}"/>
                </a:ext>
              </a:extLst>
            </p:cNvPr>
            <p:cNvSpPr/>
            <p:nvPr/>
          </p:nvSpPr>
          <p:spPr>
            <a:xfrm>
              <a:off x="543653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460D664B-647A-4485-B02D-ECDEE1C0C9A4}"/>
                </a:ext>
              </a:extLst>
            </p:cNvPr>
            <p:cNvSpPr/>
            <p:nvPr/>
          </p:nvSpPr>
          <p:spPr>
            <a:xfrm>
              <a:off x="560279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1C6F3972-4F6B-47B3-85C8-3A2CC5328A8A}"/>
                </a:ext>
              </a:extLst>
            </p:cNvPr>
            <p:cNvSpPr/>
            <p:nvPr/>
          </p:nvSpPr>
          <p:spPr>
            <a:xfrm>
              <a:off x="5769045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5FCDD15-A6EA-40AD-B73B-298E5F4A2D11}"/>
                </a:ext>
              </a:extLst>
            </p:cNvPr>
            <p:cNvSpPr/>
            <p:nvPr/>
          </p:nvSpPr>
          <p:spPr>
            <a:xfrm>
              <a:off x="5935300" y="216131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1E0868B7-B157-42DC-B6BE-32B5AC6F997C}"/>
                </a:ext>
              </a:extLst>
            </p:cNvPr>
            <p:cNvSpPr/>
            <p:nvPr/>
          </p:nvSpPr>
          <p:spPr>
            <a:xfrm>
              <a:off x="78139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01B718E2-2168-44B3-B3B6-7B8687E2D251}"/>
                </a:ext>
              </a:extLst>
            </p:cNvPr>
            <p:cNvSpPr/>
            <p:nvPr/>
          </p:nvSpPr>
          <p:spPr>
            <a:xfrm>
              <a:off x="94765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9548400-52A7-4C6A-97AB-8E3920113B91}"/>
                </a:ext>
              </a:extLst>
            </p:cNvPr>
            <p:cNvSpPr/>
            <p:nvPr/>
          </p:nvSpPr>
          <p:spPr>
            <a:xfrm>
              <a:off x="111390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8D76A6C7-A82E-41F0-BB1E-9E351C32A236}"/>
                </a:ext>
              </a:extLst>
            </p:cNvPr>
            <p:cNvSpPr/>
            <p:nvPr/>
          </p:nvSpPr>
          <p:spPr>
            <a:xfrm>
              <a:off x="128016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7F7FD05D-B3CD-41B0-B12C-35529A6BF57F}"/>
                </a:ext>
              </a:extLst>
            </p:cNvPr>
            <p:cNvSpPr/>
            <p:nvPr/>
          </p:nvSpPr>
          <p:spPr>
            <a:xfrm>
              <a:off x="144641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FD73093-1700-4614-A051-CF713863B0E1}"/>
                </a:ext>
              </a:extLst>
            </p:cNvPr>
            <p:cNvSpPr/>
            <p:nvPr/>
          </p:nvSpPr>
          <p:spPr>
            <a:xfrm>
              <a:off x="161267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EE10F180-1047-43B3-98D7-EFB48819849F}"/>
                </a:ext>
              </a:extLst>
            </p:cNvPr>
            <p:cNvSpPr/>
            <p:nvPr/>
          </p:nvSpPr>
          <p:spPr>
            <a:xfrm>
              <a:off x="177892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1CCE786-2AA5-4649-A8D9-87FFFE7E3961}"/>
                </a:ext>
              </a:extLst>
            </p:cNvPr>
            <p:cNvSpPr/>
            <p:nvPr/>
          </p:nvSpPr>
          <p:spPr>
            <a:xfrm>
              <a:off x="194518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3D96169-6251-463C-9933-84144AD49C0C}"/>
                </a:ext>
              </a:extLst>
            </p:cNvPr>
            <p:cNvSpPr/>
            <p:nvPr/>
          </p:nvSpPr>
          <p:spPr>
            <a:xfrm>
              <a:off x="211143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697F0389-8DBA-4D00-8D40-8EA5561FDCF2}"/>
                </a:ext>
              </a:extLst>
            </p:cNvPr>
            <p:cNvSpPr/>
            <p:nvPr/>
          </p:nvSpPr>
          <p:spPr>
            <a:xfrm>
              <a:off x="227769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72CD0E3-2DB8-44A3-B17D-4F5116B31AAC}"/>
                </a:ext>
              </a:extLst>
            </p:cNvPr>
            <p:cNvSpPr/>
            <p:nvPr/>
          </p:nvSpPr>
          <p:spPr>
            <a:xfrm>
              <a:off x="244394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B9C6A67D-1798-45F6-83BE-FEBC707A5E21}"/>
                </a:ext>
              </a:extLst>
            </p:cNvPr>
            <p:cNvSpPr/>
            <p:nvPr/>
          </p:nvSpPr>
          <p:spPr>
            <a:xfrm>
              <a:off x="261020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01293D4-BC63-49C3-9A96-EA964274D661}"/>
                </a:ext>
              </a:extLst>
            </p:cNvPr>
            <p:cNvSpPr/>
            <p:nvPr/>
          </p:nvSpPr>
          <p:spPr>
            <a:xfrm>
              <a:off x="277645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032A5C5-368D-4FF6-BC57-234F5C8974F1}"/>
                </a:ext>
              </a:extLst>
            </p:cNvPr>
            <p:cNvSpPr/>
            <p:nvPr/>
          </p:nvSpPr>
          <p:spPr>
            <a:xfrm>
              <a:off x="294271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9DECEE1E-87B3-42E6-A7D9-A3B3901764B1}"/>
                </a:ext>
              </a:extLst>
            </p:cNvPr>
            <p:cNvSpPr/>
            <p:nvPr/>
          </p:nvSpPr>
          <p:spPr>
            <a:xfrm>
              <a:off x="310896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572D24C5-7F97-4448-B902-7E4213047B69}"/>
                </a:ext>
              </a:extLst>
            </p:cNvPr>
            <p:cNvSpPr/>
            <p:nvPr/>
          </p:nvSpPr>
          <p:spPr>
            <a:xfrm>
              <a:off x="327522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64043091-693F-46EC-B874-62E414DE646D}"/>
                </a:ext>
              </a:extLst>
            </p:cNvPr>
            <p:cNvSpPr/>
            <p:nvPr/>
          </p:nvSpPr>
          <p:spPr>
            <a:xfrm>
              <a:off x="344147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4E455BAA-DA57-40E2-B905-3D91421B6920}"/>
                </a:ext>
              </a:extLst>
            </p:cNvPr>
            <p:cNvSpPr/>
            <p:nvPr/>
          </p:nvSpPr>
          <p:spPr>
            <a:xfrm>
              <a:off x="360773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F32EFFC5-2775-4DCC-8BF2-6ED38DA72992}"/>
                </a:ext>
              </a:extLst>
            </p:cNvPr>
            <p:cNvSpPr/>
            <p:nvPr/>
          </p:nvSpPr>
          <p:spPr>
            <a:xfrm>
              <a:off x="377398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445F798E-1F52-47C3-9A4A-EDA9585014E7}"/>
                </a:ext>
              </a:extLst>
            </p:cNvPr>
            <p:cNvSpPr/>
            <p:nvPr/>
          </p:nvSpPr>
          <p:spPr>
            <a:xfrm>
              <a:off x="394024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92BE0AD8-9B96-4659-8501-2FC5DE7D10AA}"/>
                </a:ext>
              </a:extLst>
            </p:cNvPr>
            <p:cNvSpPr/>
            <p:nvPr/>
          </p:nvSpPr>
          <p:spPr>
            <a:xfrm>
              <a:off x="410649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0A94005C-BAF8-4CF0-BD0B-821AC98FD238}"/>
                </a:ext>
              </a:extLst>
            </p:cNvPr>
            <p:cNvSpPr/>
            <p:nvPr/>
          </p:nvSpPr>
          <p:spPr>
            <a:xfrm>
              <a:off x="427275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2B093E9F-4477-48B4-8A6A-6DE081E690E6}"/>
                </a:ext>
              </a:extLst>
            </p:cNvPr>
            <p:cNvSpPr/>
            <p:nvPr/>
          </p:nvSpPr>
          <p:spPr>
            <a:xfrm>
              <a:off x="443900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F2CDB540-06BA-4837-BAA9-F704B9D5E902}"/>
                </a:ext>
              </a:extLst>
            </p:cNvPr>
            <p:cNvSpPr/>
            <p:nvPr/>
          </p:nvSpPr>
          <p:spPr>
            <a:xfrm>
              <a:off x="460526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97906982-7E8A-44A7-9CEC-8D5810E9C5A4}"/>
                </a:ext>
              </a:extLst>
            </p:cNvPr>
            <p:cNvSpPr/>
            <p:nvPr/>
          </p:nvSpPr>
          <p:spPr>
            <a:xfrm>
              <a:off x="477151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80613746-DB90-4B98-9C0A-FE855F8E5289}"/>
                </a:ext>
              </a:extLst>
            </p:cNvPr>
            <p:cNvSpPr/>
            <p:nvPr/>
          </p:nvSpPr>
          <p:spPr>
            <a:xfrm>
              <a:off x="493777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DCCB380F-94EE-43ED-AA68-7956D91B1049}"/>
                </a:ext>
              </a:extLst>
            </p:cNvPr>
            <p:cNvSpPr/>
            <p:nvPr/>
          </p:nvSpPr>
          <p:spPr>
            <a:xfrm>
              <a:off x="510402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F346AE42-225C-460F-A2B4-AB667D849F65}"/>
                </a:ext>
              </a:extLst>
            </p:cNvPr>
            <p:cNvSpPr/>
            <p:nvPr/>
          </p:nvSpPr>
          <p:spPr>
            <a:xfrm>
              <a:off x="527028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D21881A6-2417-4F59-94C3-D67129339F76}"/>
                </a:ext>
              </a:extLst>
            </p:cNvPr>
            <p:cNvSpPr/>
            <p:nvPr/>
          </p:nvSpPr>
          <p:spPr>
            <a:xfrm>
              <a:off x="543653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CD37CCDA-185E-4EF2-9461-D0630468817E}"/>
                </a:ext>
              </a:extLst>
            </p:cNvPr>
            <p:cNvSpPr/>
            <p:nvPr/>
          </p:nvSpPr>
          <p:spPr>
            <a:xfrm>
              <a:off x="560279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EA602C96-794A-4356-9F92-8DE4E05F6111}"/>
                </a:ext>
              </a:extLst>
            </p:cNvPr>
            <p:cNvSpPr/>
            <p:nvPr/>
          </p:nvSpPr>
          <p:spPr>
            <a:xfrm>
              <a:off x="5769045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90E65B2D-E560-4608-A871-19EAFC5106A7}"/>
                </a:ext>
              </a:extLst>
            </p:cNvPr>
            <p:cNvSpPr/>
            <p:nvPr/>
          </p:nvSpPr>
          <p:spPr>
            <a:xfrm>
              <a:off x="5935300" y="232756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A2FC486E-D6BF-4735-A126-FCF066BC2891}"/>
                </a:ext>
              </a:extLst>
            </p:cNvPr>
            <p:cNvSpPr/>
            <p:nvPr/>
          </p:nvSpPr>
          <p:spPr>
            <a:xfrm>
              <a:off x="78139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34F725C3-809E-4853-A2EE-AD3FA81F0FD4}"/>
                </a:ext>
              </a:extLst>
            </p:cNvPr>
            <p:cNvSpPr/>
            <p:nvPr/>
          </p:nvSpPr>
          <p:spPr>
            <a:xfrm>
              <a:off x="94765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3AE50723-77E5-4F88-8D7D-37EF7D144A95}"/>
                </a:ext>
              </a:extLst>
            </p:cNvPr>
            <p:cNvSpPr/>
            <p:nvPr/>
          </p:nvSpPr>
          <p:spPr>
            <a:xfrm>
              <a:off x="111390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5405EA6D-5BE4-4E32-946B-C45C485C9D59}"/>
                </a:ext>
              </a:extLst>
            </p:cNvPr>
            <p:cNvSpPr/>
            <p:nvPr/>
          </p:nvSpPr>
          <p:spPr>
            <a:xfrm>
              <a:off x="128016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5E16EC78-1C70-4208-9EC3-91698F03D19D}"/>
                </a:ext>
              </a:extLst>
            </p:cNvPr>
            <p:cNvSpPr/>
            <p:nvPr/>
          </p:nvSpPr>
          <p:spPr>
            <a:xfrm>
              <a:off x="144641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A5B8228F-4779-4C76-99CC-A0E40A0E95AE}"/>
                </a:ext>
              </a:extLst>
            </p:cNvPr>
            <p:cNvSpPr/>
            <p:nvPr/>
          </p:nvSpPr>
          <p:spPr>
            <a:xfrm>
              <a:off x="161267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3F564F9B-483D-4632-B8B4-66CFFCDCF365}"/>
                </a:ext>
              </a:extLst>
            </p:cNvPr>
            <p:cNvSpPr/>
            <p:nvPr/>
          </p:nvSpPr>
          <p:spPr>
            <a:xfrm>
              <a:off x="177892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04789342-9A46-4937-B30A-0BF75D80DA7D}"/>
                </a:ext>
              </a:extLst>
            </p:cNvPr>
            <p:cNvSpPr/>
            <p:nvPr/>
          </p:nvSpPr>
          <p:spPr>
            <a:xfrm>
              <a:off x="194518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D7C60C6C-2444-4981-8491-363A246486AF}"/>
                </a:ext>
              </a:extLst>
            </p:cNvPr>
            <p:cNvSpPr/>
            <p:nvPr/>
          </p:nvSpPr>
          <p:spPr>
            <a:xfrm>
              <a:off x="211143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9C67C4A4-F7A3-4291-9790-1C53C4BE30B4}"/>
                </a:ext>
              </a:extLst>
            </p:cNvPr>
            <p:cNvSpPr/>
            <p:nvPr/>
          </p:nvSpPr>
          <p:spPr>
            <a:xfrm>
              <a:off x="227769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F081BE45-10B8-4329-BFFD-C1ED34EB3AFE}"/>
                </a:ext>
              </a:extLst>
            </p:cNvPr>
            <p:cNvSpPr/>
            <p:nvPr/>
          </p:nvSpPr>
          <p:spPr>
            <a:xfrm>
              <a:off x="244394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D95681CF-9710-469F-A89D-6A9D04A8C351}"/>
                </a:ext>
              </a:extLst>
            </p:cNvPr>
            <p:cNvSpPr/>
            <p:nvPr/>
          </p:nvSpPr>
          <p:spPr>
            <a:xfrm>
              <a:off x="261020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D32D98D4-D59F-400E-8F4F-3F30E94B173D}"/>
                </a:ext>
              </a:extLst>
            </p:cNvPr>
            <p:cNvSpPr/>
            <p:nvPr/>
          </p:nvSpPr>
          <p:spPr>
            <a:xfrm>
              <a:off x="277645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9DCD5351-A16C-49ED-8C29-DF00D55388C9}"/>
                </a:ext>
              </a:extLst>
            </p:cNvPr>
            <p:cNvSpPr/>
            <p:nvPr/>
          </p:nvSpPr>
          <p:spPr>
            <a:xfrm>
              <a:off x="294271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DE7A9C1F-C65B-4C00-99DE-A71C6D561E28}"/>
                </a:ext>
              </a:extLst>
            </p:cNvPr>
            <p:cNvSpPr/>
            <p:nvPr/>
          </p:nvSpPr>
          <p:spPr>
            <a:xfrm>
              <a:off x="310896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66777FDF-72DA-4B38-B09E-A9FA9DA04948}"/>
                </a:ext>
              </a:extLst>
            </p:cNvPr>
            <p:cNvSpPr/>
            <p:nvPr/>
          </p:nvSpPr>
          <p:spPr>
            <a:xfrm>
              <a:off x="327522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F8F9BDCE-4C2B-4672-9C9B-95C9E3BA737A}"/>
                </a:ext>
              </a:extLst>
            </p:cNvPr>
            <p:cNvSpPr/>
            <p:nvPr/>
          </p:nvSpPr>
          <p:spPr>
            <a:xfrm>
              <a:off x="344147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8F3A30F8-B3A0-48BE-8A17-47499D53C06C}"/>
                </a:ext>
              </a:extLst>
            </p:cNvPr>
            <p:cNvSpPr/>
            <p:nvPr/>
          </p:nvSpPr>
          <p:spPr>
            <a:xfrm>
              <a:off x="360773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E89A9A85-BF4E-4D91-A4A4-EA95A93C5273}"/>
                </a:ext>
              </a:extLst>
            </p:cNvPr>
            <p:cNvSpPr/>
            <p:nvPr/>
          </p:nvSpPr>
          <p:spPr>
            <a:xfrm>
              <a:off x="377398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4C0103EE-8A9A-451C-AA18-CAE4DFA23367}"/>
                </a:ext>
              </a:extLst>
            </p:cNvPr>
            <p:cNvSpPr/>
            <p:nvPr/>
          </p:nvSpPr>
          <p:spPr>
            <a:xfrm>
              <a:off x="394024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A12681D0-204B-4B8D-A628-15928A781BB4}"/>
                </a:ext>
              </a:extLst>
            </p:cNvPr>
            <p:cNvSpPr/>
            <p:nvPr/>
          </p:nvSpPr>
          <p:spPr>
            <a:xfrm>
              <a:off x="410649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56929C59-0329-4C8A-941B-B3C48AEACAB0}"/>
                </a:ext>
              </a:extLst>
            </p:cNvPr>
            <p:cNvSpPr/>
            <p:nvPr/>
          </p:nvSpPr>
          <p:spPr>
            <a:xfrm>
              <a:off x="427275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44649110-6450-4C44-92FA-4B746FC80057}"/>
                </a:ext>
              </a:extLst>
            </p:cNvPr>
            <p:cNvSpPr/>
            <p:nvPr/>
          </p:nvSpPr>
          <p:spPr>
            <a:xfrm>
              <a:off x="443900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4839B7A-0D09-4CC1-BCAA-EDA715F7DA7F}"/>
                </a:ext>
              </a:extLst>
            </p:cNvPr>
            <p:cNvSpPr/>
            <p:nvPr/>
          </p:nvSpPr>
          <p:spPr>
            <a:xfrm>
              <a:off x="460526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7F752B28-D862-4D58-9960-32DAFB703F23}"/>
                </a:ext>
              </a:extLst>
            </p:cNvPr>
            <p:cNvSpPr/>
            <p:nvPr/>
          </p:nvSpPr>
          <p:spPr>
            <a:xfrm>
              <a:off x="477151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20E23E49-0B3D-489C-92D8-77B5DB9B0D13}"/>
                </a:ext>
              </a:extLst>
            </p:cNvPr>
            <p:cNvSpPr/>
            <p:nvPr/>
          </p:nvSpPr>
          <p:spPr>
            <a:xfrm>
              <a:off x="493777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47C1BC2B-18F1-4E84-9301-627C9E821635}"/>
                </a:ext>
              </a:extLst>
            </p:cNvPr>
            <p:cNvSpPr/>
            <p:nvPr/>
          </p:nvSpPr>
          <p:spPr>
            <a:xfrm>
              <a:off x="510402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47051309-0F82-4EC7-9776-5F5A4E1E61DC}"/>
                </a:ext>
              </a:extLst>
            </p:cNvPr>
            <p:cNvSpPr/>
            <p:nvPr/>
          </p:nvSpPr>
          <p:spPr>
            <a:xfrm>
              <a:off x="527028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934785D7-62E3-446C-B33B-602C39AFD198}"/>
                </a:ext>
              </a:extLst>
            </p:cNvPr>
            <p:cNvSpPr/>
            <p:nvPr/>
          </p:nvSpPr>
          <p:spPr>
            <a:xfrm>
              <a:off x="543653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69C023BE-E307-471A-9889-849FE164EDC6}"/>
                </a:ext>
              </a:extLst>
            </p:cNvPr>
            <p:cNvSpPr/>
            <p:nvPr/>
          </p:nvSpPr>
          <p:spPr>
            <a:xfrm>
              <a:off x="560279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C92230FF-A638-4D11-ABC8-5B9A217B7331}"/>
                </a:ext>
              </a:extLst>
            </p:cNvPr>
            <p:cNvSpPr/>
            <p:nvPr/>
          </p:nvSpPr>
          <p:spPr>
            <a:xfrm>
              <a:off x="5769045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2B849924-0DA7-450F-9B39-ADFEFC9AEF49}"/>
                </a:ext>
              </a:extLst>
            </p:cNvPr>
            <p:cNvSpPr/>
            <p:nvPr/>
          </p:nvSpPr>
          <p:spPr>
            <a:xfrm>
              <a:off x="5935300" y="249382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B500748-18DF-4B4E-9C28-9804F112DC80}"/>
                </a:ext>
              </a:extLst>
            </p:cNvPr>
            <p:cNvSpPr/>
            <p:nvPr/>
          </p:nvSpPr>
          <p:spPr>
            <a:xfrm>
              <a:off x="78139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2D410C0E-DA76-4F3B-8FCC-4E9F45688561}"/>
                </a:ext>
              </a:extLst>
            </p:cNvPr>
            <p:cNvSpPr/>
            <p:nvPr/>
          </p:nvSpPr>
          <p:spPr>
            <a:xfrm>
              <a:off x="94765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C119F2B8-9E7F-455C-8FC9-A68392B64B12}"/>
                </a:ext>
              </a:extLst>
            </p:cNvPr>
            <p:cNvSpPr/>
            <p:nvPr/>
          </p:nvSpPr>
          <p:spPr>
            <a:xfrm>
              <a:off x="111390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17592E59-58BD-496A-ABE6-E014083922DA}"/>
                </a:ext>
              </a:extLst>
            </p:cNvPr>
            <p:cNvSpPr/>
            <p:nvPr/>
          </p:nvSpPr>
          <p:spPr>
            <a:xfrm>
              <a:off x="128016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01E227D9-F960-4858-9A68-17BE7FA051C9}"/>
                </a:ext>
              </a:extLst>
            </p:cNvPr>
            <p:cNvSpPr/>
            <p:nvPr/>
          </p:nvSpPr>
          <p:spPr>
            <a:xfrm>
              <a:off x="144641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EDFDC09A-19F5-4CAE-8CE6-B4BE38582510}"/>
                </a:ext>
              </a:extLst>
            </p:cNvPr>
            <p:cNvSpPr/>
            <p:nvPr/>
          </p:nvSpPr>
          <p:spPr>
            <a:xfrm>
              <a:off x="161267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985EAF92-9207-41A1-B4CB-230EA97263E1}"/>
                </a:ext>
              </a:extLst>
            </p:cNvPr>
            <p:cNvSpPr/>
            <p:nvPr/>
          </p:nvSpPr>
          <p:spPr>
            <a:xfrm>
              <a:off x="177892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AAA68705-845D-49B0-904C-C4ABF1AC6E6F}"/>
                </a:ext>
              </a:extLst>
            </p:cNvPr>
            <p:cNvSpPr/>
            <p:nvPr/>
          </p:nvSpPr>
          <p:spPr>
            <a:xfrm>
              <a:off x="194518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DCAAA4A1-3E53-4EFD-BAD8-95BCEC32F3F3}"/>
                </a:ext>
              </a:extLst>
            </p:cNvPr>
            <p:cNvSpPr/>
            <p:nvPr/>
          </p:nvSpPr>
          <p:spPr>
            <a:xfrm>
              <a:off x="211143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6F7ECE8F-162A-4F85-84A5-1ECF75F82DAF}"/>
                </a:ext>
              </a:extLst>
            </p:cNvPr>
            <p:cNvSpPr/>
            <p:nvPr/>
          </p:nvSpPr>
          <p:spPr>
            <a:xfrm>
              <a:off x="227769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CF6C6309-164E-40F8-80D4-69EBBF06919D}"/>
                </a:ext>
              </a:extLst>
            </p:cNvPr>
            <p:cNvSpPr/>
            <p:nvPr/>
          </p:nvSpPr>
          <p:spPr>
            <a:xfrm>
              <a:off x="244394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C9CF176D-1AEF-4652-B6B8-EA7317BEAEDF}"/>
                </a:ext>
              </a:extLst>
            </p:cNvPr>
            <p:cNvSpPr/>
            <p:nvPr/>
          </p:nvSpPr>
          <p:spPr>
            <a:xfrm>
              <a:off x="261020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54B37F5D-3427-4EB1-BECD-3B5C96C4D9FE}"/>
                </a:ext>
              </a:extLst>
            </p:cNvPr>
            <p:cNvSpPr/>
            <p:nvPr/>
          </p:nvSpPr>
          <p:spPr>
            <a:xfrm>
              <a:off x="277645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4CF0A749-0020-42B2-AA37-17519E61EAF4}"/>
                </a:ext>
              </a:extLst>
            </p:cNvPr>
            <p:cNvSpPr/>
            <p:nvPr/>
          </p:nvSpPr>
          <p:spPr>
            <a:xfrm>
              <a:off x="294271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E37AACD8-C292-4C85-8436-09EA3922598E}"/>
                </a:ext>
              </a:extLst>
            </p:cNvPr>
            <p:cNvSpPr/>
            <p:nvPr/>
          </p:nvSpPr>
          <p:spPr>
            <a:xfrm>
              <a:off x="310896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577D9300-B8FA-4B18-8BFC-5A7E4F4C04A5}"/>
                </a:ext>
              </a:extLst>
            </p:cNvPr>
            <p:cNvSpPr/>
            <p:nvPr/>
          </p:nvSpPr>
          <p:spPr>
            <a:xfrm>
              <a:off x="327522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D798B210-AE06-4E81-8B6D-63474F293200}"/>
                </a:ext>
              </a:extLst>
            </p:cNvPr>
            <p:cNvSpPr/>
            <p:nvPr/>
          </p:nvSpPr>
          <p:spPr>
            <a:xfrm>
              <a:off x="344147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1E0A3E57-C6F3-4DFE-93EF-DA67D5507F00}"/>
                </a:ext>
              </a:extLst>
            </p:cNvPr>
            <p:cNvSpPr/>
            <p:nvPr/>
          </p:nvSpPr>
          <p:spPr>
            <a:xfrm>
              <a:off x="360773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4D956C72-CA3E-422D-91D1-717919A89D04}"/>
                </a:ext>
              </a:extLst>
            </p:cNvPr>
            <p:cNvSpPr/>
            <p:nvPr/>
          </p:nvSpPr>
          <p:spPr>
            <a:xfrm>
              <a:off x="377398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6BCB33D9-21C2-4410-A635-DCE256D45326}"/>
                </a:ext>
              </a:extLst>
            </p:cNvPr>
            <p:cNvSpPr/>
            <p:nvPr/>
          </p:nvSpPr>
          <p:spPr>
            <a:xfrm>
              <a:off x="394024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C2BF109B-B499-45D8-B16D-DBE5E9DD0FF0}"/>
                </a:ext>
              </a:extLst>
            </p:cNvPr>
            <p:cNvSpPr/>
            <p:nvPr/>
          </p:nvSpPr>
          <p:spPr>
            <a:xfrm>
              <a:off x="410649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A4CBE103-FC59-470F-AB48-1A7795A1DA49}"/>
                </a:ext>
              </a:extLst>
            </p:cNvPr>
            <p:cNvSpPr/>
            <p:nvPr/>
          </p:nvSpPr>
          <p:spPr>
            <a:xfrm>
              <a:off x="427275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71E3EFDD-E923-4313-B01D-7802B7AC191B}"/>
                </a:ext>
              </a:extLst>
            </p:cNvPr>
            <p:cNvSpPr/>
            <p:nvPr/>
          </p:nvSpPr>
          <p:spPr>
            <a:xfrm>
              <a:off x="443900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5F952E51-2B28-4E39-BCE7-444D9B289F0F}"/>
                </a:ext>
              </a:extLst>
            </p:cNvPr>
            <p:cNvSpPr/>
            <p:nvPr/>
          </p:nvSpPr>
          <p:spPr>
            <a:xfrm>
              <a:off x="460526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1ADDD51C-9ED1-4392-8253-79EC70B3031A}"/>
                </a:ext>
              </a:extLst>
            </p:cNvPr>
            <p:cNvSpPr/>
            <p:nvPr/>
          </p:nvSpPr>
          <p:spPr>
            <a:xfrm>
              <a:off x="477151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69B22862-E105-4B81-A79C-3B4C574E1399}"/>
                </a:ext>
              </a:extLst>
            </p:cNvPr>
            <p:cNvSpPr/>
            <p:nvPr/>
          </p:nvSpPr>
          <p:spPr>
            <a:xfrm>
              <a:off x="493777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AA9F382C-1DC8-4AD1-858E-1B28C830E4CB}"/>
                </a:ext>
              </a:extLst>
            </p:cNvPr>
            <p:cNvSpPr/>
            <p:nvPr/>
          </p:nvSpPr>
          <p:spPr>
            <a:xfrm>
              <a:off x="510402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B398D29D-0635-47FD-99D7-37026D01AE44}"/>
                </a:ext>
              </a:extLst>
            </p:cNvPr>
            <p:cNvSpPr/>
            <p:nvPr/>
          </p:nvSpPr>
          <p:spPr>
            <a:xfrm>
              <a:off x="527028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122867DC-F2E4-4B8D-869D-4F9563B3F6B1}"/>
                </a:ext>
              </a:extLst>
            </p:cNvPr>
            <p:cNvSpPr/>
            <p:nvPr/>
          </p:nvSpPr>
          <p:spPr>
            <a:xfrm>
              <a:off x="543653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BF5C494D-2D51-4E51-9950-0B822C50CA18}"/>
                </a:ext>
              </a:extLst>
            </p:cNvPr>
            <p:cNvSpPr/>
            <p:nvPr/>
          </p:nvSpPr>
          <p:spPr>
            <a:xfrm>
              <a:off x="560279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24BD5128-C897-4EFB-B91C-0EAA0D017EBD}"/>
                </a:ext>
              </a:extLst>
            </p:cNvPr>
            <p:cNvSpPr/>
            <p:nvPr/>
          </p:nvSpPr>
          <p:spPr>
            <a:xfrm>
              <a:off x="5769045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7D035B72-4B39-41C7-B232-0E1668474C65}"/>
                </a:ext>
              </a:extLst>
            </p:cNvPr>
            <p:cNvSpPr/>
            <p:nvPr/>
          </p:nvSpPr>
          <p:spPr>
            <a:xfrm>
              <a:off x="5935300" y="266007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3881829F-A339-43D8-ADD6-FC07FDD758CF}"/>
                </a:ext>
              </a:extLst>
            </p:cNvPr>
            <p:cNvSpPr/>
            <p:nvPr/>
          </p:nvSpPr>
          <p:spPr>
            <a:xfrm>
              <a:off x="78139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8220DFDF-2542-4AB4-B86B-EE6EC32A3C38}"/>
                </a:ext>
              </a:extLst>
            </p:cNvPr>
            <p:cNvSpPr/>
            <p:nvPr/>
          </p:nvSpPr>
          <p:spPr>
            <a:xfrm>
              <a:off x="94765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12DF68CD-BE5F-4440-9215-8DDD09199DDF}"/>
                </a:ext>
              </a:extLst>
            </p:cNvPr>
            <p:cNvSpPr/>
            <p:nvPr/>
          </p:nvSpPr>
          <p:spPr>
            <a:xfrm>
              <a:off x="111390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BF6B069B-215F-4EF5-8E7E-F38F586B4CFD}"/>
                </a:ext>
              </a:extLst>
            </p:cNvPr>
            <p:cNvSpPr/>
            <p:nvPr/>
          </p:nvSpPr>
          <p:spPr>
            <a:xfrm>
              <a:off x="128016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15CF170B-0295-463F-8ACD-C57220EF6F0A}"/>
                </a:ext>
              </a:extLst>
            </p:cNvPr>
            <p:cNvSpPr/>
            <p:nvPr/>
          </p:nvSpPr>
          <p:spPr>
            <a:xfrm>
              <a:off x="144641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F2155A69-E7D0-478E-BEA6-7E2EC054404C}"/>
                </a:ext>
              </a:extLst>
            </p:cNvPr>
            <p:cNvSpPr/>
            <p:nvPr/>
          </p:nvSpPr>
          <p:spPr>
            <a:xfrm>
              <a:off x="161267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A4E474DD-6735-406A-8D08-B245A9F025FB}"/>
                </a:ext>
              </a:extLst>
            </p:cNvPr>
            <p:cNvSpPr/>
            <p:nvPr/>
          </p:nvSpPr>
          <p:spPr>
            <a:xfrm>
              <a:off x="177892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86D16D24-CFCD-4878-8F53-6C7D230DD04E}"/>
                </a:ext>
              </a:extLst>
            </p:cNvPr>
            <p:cNvSpPr/>
            <p:nvPr/>
          </p:nvSpPr>
          <p:spPr>
            <a:xfrm>
              <a:off x="194518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E0EA916A-9391-45DC-A4DF-DD35BE00CEE3}"/>
                </a:ext>
              </a:extLst>
            </p:cNvPr>
            <p:cNvSpPr/>
            <p:nvPr/>
          </p:nvSpPr>
          <p:spPr>
            <a:xfrm>
              <a:off x="211143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F5D21CD1-9596-454D-9A59-04C289E03B00}"/>
                </a:ext>
              </a:extLst>
            </p:cNvPr>
            <p:cNvSpPr/>
            <p:nvPr/>
          </p:nvSpPr>
          <p:spPr>
            <a:xfrm>
              <a:off x="227769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F0BF3A2D-6902-4891-B217-F3628F0F59E7}"/>
                </a:ext>
              </a:extLst>
            </p:cNvPr>
            <p:cNvSpPr/>
            <p:nvPr/>
          </p:nvSpPr>
          <p:spPr>
            <a:xfrm>
              <a:off x="244394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30F21DE1-E6F4-4EEA-8449-AF467A68D500}"/>
                </a:ext>
              </a:extLst>
            </p:cNvPr>
            <p:cNvSpPr/>
            <p:nvPr/>
          </p:nvSpPr>
          <p:spPr>
            <a:xfrm>
              <a:off x="261020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9DB1C028-FD89-4EBF-A55A-55E4AAF5DC80}"/>
                </a:ext>
              </a:extLst>
            </p:cNvPr>
            <p:cNvSpPr/>
            <p:nvPr/>
          </p:nvSpPr>
          <p:spPr>
            <a:xfrm>
              <a:off x="277645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00CE346B-06E7-47F6-8643-2AAEFAD31E72}"/>
                </a:ext>
              </a:extLst>
            </p:cNvPr>
            <p:cNvSpPr/>
            <p:nvPr/>
          </p:nvSpPr>
          <p:spPr>
            <a:xfrm>
              <a:off x="294271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74C80FA0-BFA7-4F19-BC4A-296A8FFDBB94}"/>
                </a:ext>
              </a:extLst>
            </p:cNvPr>
            <p:cNvSpPr/>
            <p:nvPr/>
          </p:nvSpPr>
          <p:spPr>
            <a:xfrm>
              <a:off x="310896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FA98F8EB-85DE-4A2A-B483-49D47B4C6DC2}"/>
                </a:ext>
              </a:extLst>
            </p:cNvPr>
            <p:cNvSpPr/>
            <p:nvPr/>
          </p:nvSpPr>
          <p:spPr>
            <a:xfrm>
              <a:off x="327522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737C7A3E-AFB4-46C3-AEA5-DF125664AD36}"/>
                </a:ext>
              </a:extLst>
            </p:cNvPr>
            <p:cNvSpPr/>
            <p:nvPr/>
          </p:nvSpPr>
          <p:spPr>
            <a:xfrm>
              <a:off x="344147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CB1A1BB5-D895-4300-853D-539290494AE6}"/>
                </a:ext>
              </a:extLst>
            </p:cNvPr>
            <p:cNvSpPr/>
            <p:nvPr/>
          </p:nvSpPr>
          <p:spPr>
            <a:xfrm>
              <a:off x="360773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1A99C1B1-7672-46F6-9D6D-A325DE0A6640}"/>
                </a:ext>
              </a:extLst>
            </p:cNvPr>
            <p:cNvSpPr/>
            <p:nvPr/>
          </p:nvSpPr>
          <p:spPr>
            <a:xfrm>
              <a:off x="377398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A8791B35-D57C-4333-B865-5661EFF63F32}"/>
                </a:ext>
              </a:extLst>
            </p:cNvPr>
            <p:cNvSpPr/>
            <p:nvPr/>
          </p:nvSpPr>
          <p:spPr>
            <a:xfrm>
              <a:off x="394024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60F5E77A-4D55-491A-B73F-A1AEE841F0E1}"/>
                </a:ext>
              </a:extLst>
            </p:cNvPr>
            <p:cNvSpPr/>
            <p:nvPr/>
          </p:nvSpPr>
          <p:spPr>
            <a:xfrm>
              <a:off x="410649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3C38D6EC-D8BB-4170-A9BE-792773C9A068}"/>
                </a:ext>
              </a:extLst>
            </p:cNvPr>
            <p:cNvSpPr/>
            <p:nvPr/>
          </p:nvSpPr>
          <p:spPr>
            <a:xfrm>
              <a:off x="427275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45493128-1636-4310-860A-46F7AE99EC99}"/>
                </a:ext>
              </a:extLst>
            </p:cNvPr>
            <p:cNvSpPr/>
            <p:nvPr/>
          </p:nvSpPr>
          <p:spPr>
            <a:xfrm>
              <a:off x="443900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C8A044EC-678F-4D38-88E2-CEC00242CEF3}"/>
                </a:ext>
              </a:extLst>
            </p:cNvPr>
            <p:cNvSpPr/>
            <p:nvPr/>
          </p:nvSpPr>
          <p:spPr>
            <a:xfrm>
              <a:off x="460526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8A3F3E96-74C2-4000-BCE6-22081922EA2C}"/>
                </a:ext>
              </a:extLst>
            </p:cNvPr>
            <p:cNvSpPr/>
            <p:nvPr/>
          </p:nvSpPr>
          <p:spPr>
            <a:xfrm>
              <a:off x="477151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11DF5D98-EEE5-4C04-9FD7-FFBF66155EA6}"/>
                </a:ext>
              </a:extLst>
            </p:cNvPr>
            <p:cNvSpPr/>
            <p:nvPr/>
          </p:nvSpPr>
          <p:spPr>
            <a:xfrm>
              <a:off x="493777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28BFD4C8-D55E-496E-B0C2-841FA91A7B3B}"/>
                </a:ext>
              </a:extLst>
            </p:cNvPr>
            <p:cNvSpPr/>
            <p:nvPr/>
          </p:nvSpPr>
          <p:spPr>
            <a:xfrm>
              <a:off x="510402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604E3913-F04D-4484-BD35-FC5057036A90}"/>
                </a:ext>
              </a:extLst>
            </p:cNvPr>
            <p:cNvSpPr/>
            <p:nvPr/>
          </p:nvSpPr>
          <p:spPr>
            <a:xfrm>
              <a:off x="527028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2E4798BC-C77D-4625-935E-3AA853195743}"/>
                </a:ext>
              </a:extLst>
            </p:cNvPr>
            <p:cNvSpPr/>
            <p:nvPr/>
          </p:nvSpPr>
          <p:spPr>
            <a:xfrm>
              <a:off x="543653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1C96E969-F91F-4107-9E32-BC804735D172}"/>
                </a:ext>
              </a:extLst>
            </p:cNvPr>
            <p:cNvSpPr/>
            <p:nvPr/>
          </p:nvSpPr>
          <p:spPr>
            <a:xfrm>
              <a:off x="560279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0CC5C2E8-5EDB-4C0A-9C94-6ED3018BB407}"/>
                </a:ext>
              </a:extLst>
            </p:cNvPr>
            <p:cNvSpPr/>
            <p:nvPr/>
          </p:nvSpPr>
          <p:spPr>
            <a:xfrm>
              <a:off x="5769045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CA957376-DBB7-4233-8473-C1C6E9D0FC3D}"/>
                </a:ext>
              </a:extLst>
            </p:cNvPr>
            <p:cNvSpPr/>
            <p:nvPr/>
          </p:nvSpPr>
          <p:spPr>
            <a:xfrm>
              <a:off x="5935300" y="282633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B895851A-8325-4A80-9147-A3DC745431FC}"/>
                </a:ext>
              </a:extLst>
            </p:cNvPr>
            <p:cNvSpPr/>
            <p:nvPr/>
          </p:nvSpPr>
          <p:spPr>
            <a:xfrm>
              <a:off x="78139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032C9F09-EA62-4425-BD54-8CB0C4B187FC}"/>
                </a:ext>
              </a:extLst>
            </p:cNvPr>
            <p:cNvSpPr/>
            <p:nvPr/>
          </p:nvSpPr>
          <p:spPr>
            <a:xfrm>
              <a:off x="94765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E73F9591-377D-4346-B95C-5768D698C921}"/>
                </a:ext>
              </a:extLst>
            </p:cNvPr>
            <p:cNvSpPr/>
            <p:nvPr/>
          </p:nvSpPr>
          <p:spPr>
            <a:xfrm>
              <a:off x="111390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54F3728E-61E9-4DAE-AAFD-EE9409578897}"/>
                </a:ext>
              </a:extLst>
            </p:cNvPr>
            <p:cNvSpPr/>
            <p:nvPr/>
          </p:nvSpPr>
          <p:spPr>
            <a:xfrm>
              <a:off x="128016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2AE918D4-BE6B-4CC6-BA9F-273769C1A4AF}"/>
                </a:ext>
              </a:extLst>
            </p:cNvPr>
            <p:cNvSpPr/>
            <p:nvPr/>
          </p:nvSpPr>
          <p:spPr>
            <a:xfrm>
              <a:off x="144641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E174AFF3-866A-496E-9A73-3F9EBC279104}"/>
                </a:ext>
              </a:extLst>
            </p:cNvPr>
            <p:cNvSpPr/>
            <p:nvPr/>
          </p:nvSpPr>
          <p:spPr>
            <a:xfrm>
              <a:off x="161267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4F7BC9DB-A41D-49B5-A57E-B0DFF4179D05}"/>
                </a:ext>
              </a:extLst>
            </p:cNvPr>
            <p:cNvSpPr/>
            <p:nvPr/>
          </p:nvSpPr>
          <p:spPr>
            <a:xfrm>
              <a:off x="177892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68C78D55-73C1-4D28-9864-54F4D4894431}"/>
                </a:ext>
              </a:extLst>
            </p:cNvPr>
            <p:cNvSpPr/>
            <p:nvPr/>
          </p:nvSpPr>
          <p:spPr>
            <a:xfrm>
              <a:off x="194518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14B5D3BB-0EDA-4849-8F8D-D5A20F05444B}"/>
                </a:ext>
              </a:extLst>
            </p:cNvPr>
            <p:cNvSpPr/>
            <p:nvPr/>
          </p:nvSpPr>
          <p:spPr>
            <a:xfrm>
              <a:off x="211143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D6BAFDD9-DFCA-4E0E-B9F5-EDF132A16594}"/>
                </a:ext>
              </a:extLst>
            </p:cNvPr>
            <p:cNvSpPr/>
            <p:nvPr/>
          </p:nvSpPr>
          <p:spPr>
            <a:xfrm>
              <a:off x="227769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819C6E04-3D6C-4D6E-8640-8AA7AC5593C3}"/>
                </a:ext>
              </a:extLst>
            </p:cNvPr>
            <p:cNvSpPr/>
            <p:nvPr/>
          </p:nvSpPr>
          <p:spPr>
            <a:xfrm>
              <a:off x="244394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4D364E72-C4EC-457D-8008-A74A5856F09F}"/>
                </a:ext>
              </a:extLst>
            </p:cNvPr>
            <p:cNvSpPr/>
            <p:nvPr/>
          </p:nvSpPr>
          <p:spPr>
            <a:xfrm>
              <a:off x="261020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B6EB2512-958C-4FEF-8B4A-43B487F5194C}"/>
                </a:ext>
              </a:extLst>
            </p:cNvPr>
            <p:cNvSpPr/>
            <p:nvPr/>
          </p:nvSpPr>
          <p:spPr>
            <a:xfrm>
              <a:off x="277645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69BA2D5C-AF3E-4311-9A92-69349BC6AF9A}"/>
                </a:ext>
              </a:extLst>
            </p:cNvPr>
            <p:cNvSpPr/>
            <p:nvPr/>
          </p:nvSpPr>
          <p:spPr>
            <a:xfrm>
              <a:off x="294271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8B6BDADB-3006-406D-84C4-4395896176FD}"/>
                </a:ext>
              </a:extLst>
            </p:cNvPr>
            <p:cNvSpPr/>
            <p:nvPr/>
          </p:nvSpPr>
          <p:spPr>
            <a:xfrm>
              <a:off x="310896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1BCB031E-2A51-4A19-9E13-5C7D97931DCD}"/>
                </a:ext>
              </a:extLst>
            </p:cNvPr>
            <p:cNvSpPr/>
            <p:nvPr/>
          </p:nvSpPr>
          <p:spPr>
            <a:xfrm>
              <a:off x="327522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34139BE5-97E1-4240-A33A-7A9F5B4ACE12}"/>
                </a:ext>
              </a:extLst>
            </p:cNvPr>
            <p:cNvSpPr/>
            <p:nvPr/>
          </p:nvSpPr>
          <p:spPr>
            <a:xfrm>
              <a:off x="344147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99493582-D5C0-401E-BD05-07844D8905A4}"/>
                </a:ext>
              </a:extLst>
            </p:cNvPr>
            <p:cNvSpPr/>
            <p:nvPr/>
          </p:nvSpPr>
          <p:spPr>
            <a:xfrm>
              <a:off x="360773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C6DFA822-C281-4317-B61C-A144F1FA8707}"/>
                </a:ext>
              </a:extLst>
            </p:cNvPr>
            <p:cNvSpPr/>
            <p:nvPr/>
          </p:nvSpPr>
          <p:spPr>
            <a:xfrm>
              <a:off x="377398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F4D95771-3EA7-42C2-8F5D-ED4A08871EE5}"/>
                </a:ext>
              </a:extLst>
            </p:cNvPr>
            <p:cNvSpPr/>
            <p:nvPr/>
          </p:nvSpPr>
          <p:spPr>
            <a:xfrm>
              <a:off x="394024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9B9CB7A1-A1F0-434C-A2B1-EBAC48214DE8}"/>
                </a:ext>
              </a:extLst>
            </p:cNvPr>
            <p:cNvSpPr/>
            <p:nvPr/>
          </p:nvSpPr>
          <p:spPr>
            <a:xfrm>
              <a:off x="410649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9392A7D9-2AB4-4930-AA70-09E1F5705375}"/>
                </a:ext>
              </a:extLst>
            </p:cNvPr>
            <p:cNvSpPr/>
            <p:nvPr/>
          </p:nvSpPr>
          <p:spPr>
            <a:xfrm>
              <a:off x="427275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6052A9E7-0A6A-418D-B19D-F40631A4CC14}"/>
                </a:ext>
              </a:extLst>
            </p:cNvPr>
            <p:cNvSpPr/>
            <p:nvPr/>
          </p:nvSpPr>
          <p:spPr>
            <a:xfrm>
              <a:off x="443900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41C26C0E-2162-463A-8430-3C67FDBCB95E}"/>
                </a:ext>
              </a:extLst>
            </p:cNvPr>
            <p:cNvSpPr/>
            <p:nvPr/>
          </p:nvSpPr>
          <p:spPr>
            <a:xfrm>
              <a:off x="460526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FE99870A-DED5-4A4F-9C19-AEE8D618ADD1}"/>
                </a:ext>
              </a:extLst>
            </p:cNvPr>
            <p:cNvSpPr/>
            <p:nvPr/>
          </p:nvSpPr>
          <p:spPr>
            <a:xfrm>
              <a:off x="477151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66C67A95-A77D-46E1-91A7-FBD4A000C15B}"/>
                </a:ext>
              </a:extLst>
            </p:cNvPr>
            <p:cNvSpPr/>
            <p:nvPr/>
          </p:nvSpPr>
          <p:spPr>
            <a:xfrm>
              <a:off x="493777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7EEF5D88-E9B2-42B7-B484-A2F08C7500ED}"/>
                </a:ext>
              </a:extLst>
            </p:cNvPr>
            <p:cNvSpPr/>
            <p:nvPr/>
          </p:nvSpPr>
          <p:spPr>
            <a:xfrm>
              <a:off x="510402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31D22350-EFC6-4BF1-BFF5-6306FB3E7215}"/>
                </a:ext>
              </a:extLst>
            </p:cNvPr>
            <p:cNvSpPr/>
            <p:nvPr/>
          </p:nvSpPr>
          <p:spPr>
            <a:xfrm>
              <a:off x="527028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18002159-5193-4273-9E78-FB1ADE3646E2}"/>
                </a:ext>
              </a:extLst>
            </p:cNvPr>
            <p:cNvSpPr/>
            <p:nvPr/>
          </p:nvSpPr>
          <p:spPr>
            <a:xfrm>
              <a:off x="543653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680D0C99-8D66-4C3D-8014-12A28B58B5F3}"/>
                </a:ext>
              </a:extLst>
            </p:cNvPr>
            <p:cNvSpPr/>
            <p:nvPr/>
          </p:nvSpPr>
          <p:spPr>
            <a:xfrm>
              <a:off x="560279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9ED12755-B404-48E0-9B69-2826624114B2}"/>
                </a:ext>
              </a:extLst>
            </p:cNvPr>
            <p:cNvSpPr/>
            <p:nvPr/>
          </p:nvSpPr>
          <p:spPr>
            <a:xfrm>
              <a:off x="5769045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B89FEAD9-FD75-4C08-854E-64528D507DBB}"/>
                </a:ext>
              </a:extLst>
            </p:cNvPr>
            <p:cNvSpPr/>
            <p:nvPr/>
          </p:nvSpPr>
          <p:spPr>
            <a:xfrm>
              <a:off x="5935300" y="299258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F22CEA5A-E317-401B-BB68-FF3BBECAADCA}"/>
                </a:ext>
              </a:extLst>
            </p:cNvPr>
            <p:cNvSpPr/>
            <p:nvPr/>
          </p:nvSpPr>
          <p:spPr>
            <a:xfrm>
              <a:off x="78139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B5884E64-73C8-4326-9F28-9934039160B7}"/>
                </a:ext>
              </a:extLst>
            </p:cNvPr>
            <p:cNvSpPr/>
            <p:nvPr/>
          </p:nvSpPr>
          <p:spPr>
            <a:xfrm>
              <a:off x="94765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8FFD8709-3572-4222-8DEE-7D508F6DF206}"/>
                </a:ext>
              </a:extLst>
            </p:cNvPr>
            <p:cNvSpPr/>
            <p:nvPr/>
          </p:nvSpPr>
          <p:spPr>
            <a:xfrm>
              <a:off x="111390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3EE93CC6-B3B0-48E6-B639-0C1740314158}"/>
                </a:ext>
              </a:extLst>
            </p:cNvPr>
            <p:cNvSpPr/>
            <p:nvPr/>
          </p:nvSpPr>
          <p:spPr>
            <a:xfrm>
              <a:off x="128016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AFAA8239-9376-41E0-9EB4-10A3E4A7E74C}"/>
                </a:ext>
              </a:extLst>
            </p:cNvPr>
            <p:cNvSpPr/>
            <p:nvPr/>
          </p:nvSpPr>
          <p:spPr>
            <a:xfrm>
              <a:off x="144641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56E4B223-1D4A-46B1-A96F-7ACF9027F8A9}"/>
                </a:ext>
              </a:extLst>
            </p:cNvPr>
            <p:cNvSpPr/>
            <p:nvPr/>
          </p:nvSpPr>
          <p:spPr>
            <a:xfrm>
              <a:off x="161267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8F5E025E-7CE6-4F78-872B-BAE60FC913D6}"/>
                </a:ext>
              </a:extLst>
            </p:cNvPr>
            <p:cNvSpPr/>
            <p:nvPr/>
          </p:nvSpPr>
          <p:spPr>
            <a:xfrm>
              <a:off x="177892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C8B60A03-B9CA-4F4E-BE64-293C7BC6218F}"/>
                </a:ext>
              </a:extLst>
            </p:cNvPr>
            <p:cNvSpPr/>
            <p:nvPr/>
          </p:nvSpPr>
          <p:spPr>
            <a:xfrm>
              <a:off x="194518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805028D7-D8C8-4A24-8DBF-348A6D4F3D20}"/>
                </a:ext>
              </a:extLst>
            </p:cNvPr>
            <p:cNvSpPr/>
            <p:nvPr/>
          </p:nvSpPr>
          <p:spPr>
            <a:xfrm>
              <a:off x="211143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0423DE96-1744-4DA8-B33E-9AD6E8786558}"/>
                </a:ext>
              </a:extLst>
            </p:cNvPr>
            <p:cNvSpPr/>
            <p:nvPr/>
          </p:nvSpPr>
          <p:spPr>
            <a:xfrm>
              <a:off x="227769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98A0B43E-24B4-4D56-816F-433A1FE96062}"/>
                </a:ext>
              </a:extLst>
            </p:cNvPr>
            <p:cNvSpPr/>
            <p:nvPr/>
          </p:nvSpPr>
          <p:spPr>
            <a:xfrm>
              <a:off x="244394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5772A0FE-7A85-49D3-AE44-D7962E750EB5}"/>
                </a:ext>
              </a:extLst>
            </p:cNvPr>
            <p:cNvSpPr/>
            <p:nvPr/>
          </p:nvSpPr>
          <p:spPr>
            <a:xfrm>
              <a:off x="261020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D6344911-2DD6-4AAC-BEB6-AE7CD41E1B44}"/>
                </a:ext>
              </a:extLst>
            </p:cNvPr>
            <p:cNvSpPr/>
            <p:nvPr/>
          </p:nvSpPr>
          <p:spPr>
            <a:xfrm>
              <a:off x="277645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FDA0EF7A-2391-4B7F-9D43-A7B1EBFB2A02}"/>
                </a:ext>
              </a:extLst>
            </p:cNvPr>
            <p:cNvSpPr/>
            <p:nvPr/>
          </p:nvSpPr>
          <p:spPr>
            <a:xfrm>
              <a:off x="294271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2422924D-DF64-46A7-BCF0-4FB011DCCD06}"/>
                </a:ext>
              </a:extLst>
            </p:cNvPr>
            <p:cNvSpPr/>
            <p:nvPr/>
          </p:nvSpPr>
          <p:spPr>
            <a:xfrm>
              <a:off x="310896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0F258764-4049-4134-B56B-CC3FB6B854D7}"/>
                </a:ext>
              </a:extLst>
            </p:cNvPr>
            <p:cNvSpPr/>
            <p:nvPr/>
          </p:nvSpPr>
          <p:spPr>
            <a:xfrm>
              <a:off x="327522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4A4F8FB9-3C16-4BB6-84CB-9195CE1D7C6B}"/>
                </a:ext>
              </a:extLst>
            </p:cNvPr>
            <p:cNvSpPr/>
            <p:nvPr/>
          </p:nvSpPr>
          <p:spPr>
            <a:xfrm>
              <a:off x="344147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B3958FC1-26D9-4809-8515-3348D97226BF}"/>
                </a:ext>
              </a:extLst>
            </p:cNvPr>
            <p:cNvSpPr/>
            <p:nvPr/>
          </p:nvSpPr>
          <p:spPr>
            <a:xfrm>
              <a:off x="360773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1D8B3A5A-2C20-4BC1-9859-F7124E29BF90}"/>
                </a:ext>
              </a:extLst>
            </p:cNvPr>
            <p:cNvSpPr/>
            <p:nvPr/>
          </p:nvSpPr>
          <p:spPr>
            <a:xfrm>
              <a:off x="377398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88D80496-AD76-43A3-A307-960ADD9C53F5}"/>
                </a:ext>
              </a:extLst>
            </p:cNvPr>
            <p:cNvSpPr/>
            <p:nvPr/>
          </p:nvSpPr>
          <p:spPr>
            <a:xfrm>
              <a:off x="394024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ABB81335-FA4D-4CBF-8E88-B615EAA2A089}"/>
                </a:ext>
              </a:extLst>
            </p:cNvPr>
            <p:cNvSpPr/>
            <p:nvPr/>
          </p:nvSpPr>
          <p:spPr>
            <a:xfrm>
              <a:off x="410649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8246478A-E274-47E9-B874-34554F8182CA}"/>
                </a:ext>
              </a:extLst>
            </p:cNvPr>
            <p:cNvSpPr/>
            <p:nvPr/>
          </p:nvSpPr>
          <p:spPr>
            <a:xfrm>
              <a:off x="427275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Rectangle 314">
              <a:extLst>
                <a:ext uri="{FF2B5EF4-FFF2-40B4-BE49-F238E27FC236}">
                  <a16:creationId xmlns:a16="http://schemas.microsoft.com/office/drawing/2014/main" id="{08282C8E-1780-4D15-8F0C-E9D880F086DA}"/>
                </a:ext>
              </a:extLst>
            </p:cNvPr>
            <p:cNvSpPr/>
            <p:nvPr/>
          </p:nvSpPr>
          <p:spPr>
            <a:xfrm>
              <a:off x="443900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37BA29F7-C741-44AC-AFCE-7973923E66EC}"/>
                </a:ext>
              </a:extLst>
            </p:cNvPr>
            <p:cNvSpPr/>
            <p:nvPr/>
          </p:nvSpPr>
          <p:spPr>
            <a:xfrm>
              <a:off x="460526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Rectangle 316">
              <a:extLst>
                <a:ext uri="{FF2B5EF4-FFF2-40B4-BE49-F238E27FC236}">
                  <a16:creationId xmlns:a16="http://schemas.microsoft.com/office/drawing/2014/main" id="{EF926927-9312-41C6-8748-0DDB02AC158F}"/>
                </a:ext>
              </a:extLst>
            </p:cNvPr>
            <p:cNvSpPr/>
            <p:nvPr/>
          </p:nvSpPr>
          <p:spPr>
            <a:xfrm>
              <a:off x="477151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957F61C9-B953-4B9B-8589-4C2FE928A293}"/>
                </a:ext>
              </a:extLst>
            </p:cNvPr>
            <p:cNvSpPr/>
            <p:nvPr/>
          </p:nvSpPr>
          <p:spPr>
            <a:xfrm>
              <a:off x="493777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1F1A46C3-C775-4BC9-B051-BB58D67C04F1}"/>
                </a:ext>
              </a:extLst>
            </p:cNvPr>
            <p:cNvSpPr/>
            <p:nvPr/>
          </p:nvSpPr>
          <p:spPr>
            <a:xfrm>
              <a:off x="510402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4ED3C1E1-A17A-4401-AAFA-CD9AE20E5772}"/>
                </a:ext>
              </a:extLst>
            </p:cNvPr>
            <p:cNvSpPr/>
            <p:nvPr/>
          </p:nvSpPr>
          <p:spPr>
            <a:xfrm>
              <a:off x="527028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F9CF7C63-CE44-4BA9-82C8-DB21EF8B1ED5}"/>
                </a:ext>
              </a:extLst>
            </p:cNvPr>
            <p:cNvSpPr/>
            <p:nvPr/>
          </p:nvSpPr>
          <p:spPr>
            <a:xfrm>
              <a:off x="543653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34C8C72D-5717-4C4F-88A3-4016FE61EB89}"/>
                </a:ext>
              </a:extLst>
            </p:cNvPr>
            <p:cNvSpPr/>
            <p:nvPr/>
          </p:nvSpPr>
          <p:spPr>
            <a:xfrm>
              <a:off x="560279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Rectangle 322">
              <a:extLst>
                <a:ext uri="{FF2B5EF4-FFF2-40B4-BE49-F238E27FC236}">
                  <a16:creationId xmlns:a16="http://schemas.microsoft.com/office/drawing/2014/main" id="{D96EC21B-AFD3-4B8B-8C1D-E916D6ED1E27}"/>
                </a:ext>
              </a:extLst>
            </p:cNvPr>
            <p:cNvSpPr/>
            <p:nvPr/>
          </p:nvSpPr>
          <p:spPr>
            <a:xfrm>
              <a:off x="5769045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FFCE3630-0ED9-46E6-B391-C2CD43CAFDE7}"/>
                </a:ext>
              </a:extLst>
            </p:cNvPr>
            <p:cNvSpPr/>
            <p:nvPr/>
          </p:nvSpPr>
          <p:spPr>
            <a:xfrm>
              <a:off x="5935300" y="315884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Rectangle 324">
              <a:extLst>
                <a:ext uri="{FF2B5EF4-FFF2-40B4-BE49-F238E27FC236}">
                  <a16:creationId xmlns:a16="http://schemas.microsoft.com/office/drawing/2014/main" id="{F0433128-814C-4C42-9E71-4084384D6AB7}"/>
                </a:ext>
              </a:extLst>
            </p:cNvPr>
            <p:cNvSpPr/>
            <p:nvPr/>
          </p:nvSpPr>
          <p:spPr>
            <a:xfrm>
              <a:off x="78139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7CA43F0C-721C-4493-B680-53B80D1DEBB4}"/>
                </a:ext>
              </a:extLst>
            </p:cNvPr>
            <p:cNvSpPr/>
            <p:nvPr/>
          </p:nvSpPr>
          <p:spPr>
            <a:xfrm>
              <a:off x="94765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Rectangle 326">
              <a:extLst>
                <a:ext uri="{FF2B5EF4-FFF2-40B4-BE49-F238E27FC236}">
                  <a16:creationId xmlns:a16="http://schemas.microsoft.com/office/drawing/2014/main" id="{7E14B3FF-B741-48E7-9A1F-96DBE04F4BB7}"/>
                </a:ext>
              </a:extLst>
            </p:cNvPr>
            <p:cNvSpPr/>
            <p:nvPr/>
          </p:nvSpPr>
          <p:spPr>
            <a:xfrm>
              <a:off x="111390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Rectangle 327">
              <a:extLst>
                <a:ext uri="{FF2B5EF4-FFF2-40B4-BE49-F238E27FC236}">
                  <a16:creationId xmlns:a16="http://schemas.microsoft.com/office/drawing/2014/main" id="{CA298CAD-CC9C-451F-B84A-0B2FADC612EF}"/>
                </a:ext>
              </a:extLst>
            </p:cNvPr>
            <p:cNvSpPr/>
            <p:nvPr/>
          </p:nvSpPr>
          <p:spPr>
            <a:xfrm>
              <a:off x="128016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86119124-7CD2-487C-86C8-55A4AF8C97F2}"/>
                </a:ext>
              </a:extLst>
            </p:cNvPr>
            <p:cNvSpPr/>
            <p:nvPr/>
          </p:nvSpPr>
          <p:spPr>
            <a:xfrm>
              <a:off x="144641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E8B10603-4DF4-43F0-ADDC-CD589BC9A656}"/>
                </a:ext>
              </a:extLst>
            </p:cNvPr>
            <p:cNvSpPr/>
            <p:nvPr/>
          </p:nvSpPr>
          <p:spPr>
            <a:xfrm>
              <a:off x="161267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2C5E5D01-E26E-4B97-A682-3775FA7F192E}"/>
                </a:ext>
              </a:extLst>
            </p:cNvPr>
            <p:cNvSpPr/>
            <p:nvPr/>
          </p:nvSpPr>
          <p:spPr>
            <a:xfrm>
              <a:off x="177892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5DF563B1-8824-42D2-B705-F34B5965F1BC}"/>
                </a:ext>
              </a:extLst>
            </p:cNvPr>
            <p:cNvSpPr/>
            <p:nvPr/>
          </p:nvSpPr>
          <p:spPr>
            <a:xfrm>
              <a:off x="194518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894445BB-C2A2-428F-8918-EDFEE81AC038}"/>
                </a:ext>
              </a:extLst>
            </p:cNvPr>
            <p:cNvSpPr/>
            <p:nvPr/>
          </p:nvSpPr>
          <p:spPr>
            <a:xfrm>
              <a:off x="211143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FC600FB8-3984-49C0-94F4-335403961562}"/>
                </a:ext>
              </a:extLst>
            </p:cNvPr>
            <p:cNvSpPr/>
            <p:nvPr/>
          </p:nvSpPr>
          <p:spPr>
            <a:xfrm>
              <a:off x="227769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7F0BB937-09F7-4031-9767-C3565B5F9B6D}"/>
                </a:ext>
              </a:extLst>
            </p:cNvPr>
            <p:cNvSpPr/>
            <p:nvPr/>
          </p:nvSpPr>
          <p:spPr>
            <a:xfrm>
              <a:off x="244394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Rectangle 335">
              <a:extLst>
                <a:ext uri="{FF2B5EF4-FFF2-40B4-BE49-F238E27FC236}">
                  <a16:creationId xmlns:a16="http://schemas.microsoft.com/office/drawing/2014/main" id="{AE2E3DF9-A3CA-4354-9C97-D1C7D454F68B}"/>
                </a:ext>
              </a:extLst>
            </p:cNvPr>
            <p:cNvSpPr/>
            <p:nvPr/>
          </p:nvSpPr>
          <p:spPr>
            <a:xfrm>
              <a:off x="261020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6143F663-2255-482B-9752-DAF079CBDBD2}"/>
                </a:ext>
              </a:extLst>
            </p:cNvPr>
            <p:cNvSpPr/>
            <p:nvPr/>
          </p:nvSpPr>
          <p:spPr>
            <a:xfrm>
              <a:off x="277645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545C01E1-A407-4BA9-ABA3-9A544C588EC4}"/>
                </a:ext>
              </a:extLst>
            </p:cNvPr>
            <p:cNvSpPr/>
            <p:nvPr/>
          </p:nvSpPr>
          <p:spPr>
            <a:xfrm>
              <a:off x="294271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Rectangle 338">
              <a:extLst>
                <a:ext uri="{FF2B5EF4-FFF2-40B4-BE49-F238E27FC236}">
                  <a16:creationId xmlns:a16="http://schemas.microsoft.com/office/drawing/2014/main" id="{1DB3F2EE-1C28-4207-98A7-800CD3915D73}"/>
                </a:ext>
              </a:extLst>
            </p:cNvPr>
            <p:cNvSpPr/>
            <p:nvPr/>
          </p:nvSpPr>
          <p:spPr>
            <a:xfrm>
              <a:off x="310896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Rectangle 339">
              <a:extLst>
                <a:ext uri="{FF2B5EF4-FFF2-40B4-BE49-F238E27FC236}">
                  <a16:creationId xmlns:a16="http://schemas.microsoft.com/office/drawing/2014/main" id="{0FB96C95-1009-48D4-890E-12FFA81F7D89}"/>
                </a:ext>
              </a:extLst>
            </p:cNvPr>
            <p:cNvSpPr/>
            <p:nvPr/>
          </p:nvSpPr>
          <p:spPr>
            <a:xfrm>
              <a:off x="327522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1FC6E270-75C4-44DE-BFAC-066C8EEE77FF}"/>
                </a:ext>
              </a:extLst>
            </p:cNvPr>
            <p:cNvSpPr/>
            <p:nvPr/>
          </p:nvSpPr>
          <p:spPr>
            <a:xfrm>
              <a:off x="344147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A369C2F0-09A1-47DA-A7BF-5D5668FF1D22}"/>
                </a:ext>
              </a:extLst>
            </p:cNvPr>
            <p:cNvSpPr/>
            <p:nvPr/>
          </p:nvSpPr>
          <p:spPr>
            <a:xfrm>
              <a:off x="360773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3" name="Rectangle 342">
              <a:extLst>
                <a:ext uri="{FF2B5EF4-FFF2-40B4-BE49-F238E27FC236}">
                  <a16:creationId xmlns:a16="http://schemas.microsoft.com/office/drawing/2014/main" id="{091A7561-9183-4965-A469-0DC073AF0B7D}"/>
                </a:ext>
              </a:extLst>
            </p:cNvPr>
            <p:cNvSpPr/>
            <p:nvPr/>
          </p:nvSpPr>
          <p:spPr>
            <a:xfrm>
              <a:off x="377398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E169DA59-8B4C-4B36-A5AE-CAF3AD3250FB}"/>
                </a:ext>
              </a:extLst>
            </p:cNvPr>
            <p:cNvSpPr/>
            <p:nvPr/>
          </p:nvSpPr>
          <p:spPr>
            <a:xfrm>
              <a:off x="394024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C7CA357D-2B5F-4154-ADB2-D3D7C36C5E4D}"/>
                </a:ext>
              </a:extLst>
            </p:cNvPr>
            <p:cNvSpPr/>
            <p:nvPr/>
          </p:nvSpPr>
          <p:spPr>
            <a:xfrm>
              <a:off x="410649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FF111BD4-A2D7-485F-B144-61EA57F6596C}"/>
                </a:ext>
              </a:extLst>
            </p:cNvPr>
            <p:cNvSpPr/>
            <p:nvPr/>
          </p:nvSpPr>
          <p:spPr>
            <a:xfrm>
              <a:off x="427275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AC5EEA51-01EA-4296-8875-1F67BCC1E5F2}"/>
                </a:ext>
              </a:extLst>
            </p:cNvPr>
            <p:cNvSpPr/>
            <p:nvPr/>
          </p:nvSpPr>
          <p:spPr>
            <a:xfrm>
              <a:off x="443900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B3A6B918-B31A-4A4D-9229-FEE571F98B1C}"/>
                </a:ext>
              </a:extLst>
            </p:cNvPr>
            <p:cNvSpPr/>
            <p:nvPr/>
          </p:nvSpPr>
          <p:spPr>
            <a:xfrm>
              <a:off x="460526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28002C3B-282B-4344-8204-9DFD06009520}"/>
                </a:ext>
              </a:extLst>
            </p:cNvPr>
            <p:cNvSpPr/>
            <p:nvPr/>
          </p:nvSpPr>
          <p:spPr>
            <a:xfrm>
              <a:off x="477151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217E4BD3-0012-4A8E-AEE8-0B8F931F29D9}"/>
                </a:ext>
              </a:extLst>
            </p:cNvPr>
            <p:cNvSpPr/>
            <p:nvPr/>
          </p:nvSpPr>
          <p:spPr>
            <a:xfrm>
              <a:off x="493777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Rectangle 350">
              <a:extLst>
                <a:ext uri="{FF2B5EF4-FFF2-40B4-BE49-F238E27FC236}">
                  <a16:creationId xmlns:a16="http://schemas.microsoft.com/office/drawing/2014/main" id="{7A31D686-927A-4C75-906F-FFB3B1C0C3AF}"/>
                </a:ext>
              </a:extLst>
            </p:cNvPr>
            <p:cNvSpPr/>
            <p:nvPr/>
          </p:nvSpPr>
          <p:spPr>
            <a:xfrm>
              <a:off x="510402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EA18B033-5FD6-4EDD-81E0-F6A299796509}"/>
                </a:ext>
              </a:extLst>
            </p:cNvPr>
            <p:cNvSpPr/>
            <p:nvPr/>
          </p:nvSpPr>
          <p:spPr>
            <a:xfrm>
              <a:off x="527028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F509E4B1-2BF6-42FB-8750-2DBEAF2CB841}"/>
                </a:ext>
              </a:extLst>
            </p:cNvPr>
            <p:cNvSpPr/>
            <p:nvPr/>
          </p:nvSpPr>
          <p:spPr>
            <a:xfrm>
              <a:off x="543653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29402DBA-19EF-4A9F-B038-78CF9CACF3BC}"/>
                </a:ext>
              </a:extLst>
            </p:cNvPr>
            <p:cNvSpPr/>
            <p:nvPr/>
          </p:nvSpPr>
          <p:spPr>
            <a:xfrm>
              <a:off x="560279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Rectangle 354">
              <a:extLst>
                <a:ext uri="{FF2B5EF4-FFF2-40B4-BE49-F238E27FC236}">
                  <a16:creationId xmlns:a16="http://schemas.microsoft.com/office/drawing/2014/main" id="{24AE172F-0BD6-4EB3-B86C-7817B7BD55A5}"/>
                </a:ext>
              </a:extLst>
            </p:cNvPr>
            <p:cNvSpPr/>
            <p:nvPr/>
          </p:nvSpPr>
          <p:spPr>
            <a:xfrm>
              <a:off x="5769045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Rectangle 355">
              <a:extLst>
                <a:ext uri="{FF2B5EF4-FFF2-40B4-BE49-F238E27FC236}">
                  <a16:creationId xmlns:a16="http://schemas.microsoft.com/office/drawing/2014/main" id="{846F1026-CEC3-4286-A179-21CF544A5ED3}"/>
                </a:ext>
              </a:extLst>
            </p:cNvPr>
            <p:cNvSpPr/>
            <p:nvPr/>
          </p:nvSpPr>
          <p:spPr>
            <a:xfrm>
              <a:off x="5935300" y="332509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4E6B76C4-3D01-41D7-91CE-CBBF0B12C3BB}"/>
                </a:ext>
              </a:extLst>
            </p:cNvPr>
            <p:cNvSpPr/>
            <p:nvPr/>
          </p:nvSpPr>
          <p:spPr>
            <a:xfrm>
              <a:off x="78139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DEF444A4-BDC8-4CCE-BFBC-77886E109A9A}"/>
                </a:ext>
              </a:extLst>
            </p:cNvPr>
            <p:cNvSpPr/>
            <p:nvPr/>
          </p:nvSpPr>
          <p:spPr>
            <a:xfrm>
              <a:off x="94765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35F3777F-E497-45DE-8334-060B1E9F9F50}"/>
                </a:ext>
              </a:extLst>
            </p:cNvPr>
            <p:cNvSpPr/>
            <p:nvPr/>
          </p:nvSpPr>
          <p:spPr>
            <a:xfrm>
              <a:off x="111390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633A9C7C-239A-4309-82E7-A7B64B15B245}"/>
                </a:ext>
              </a:extLst>
            </p:cNvPr>
            <p:cNvSpPr/>
            <p:nvPr/>
          </p:nvSpPr>
          <p:spPr>
            <a:xfrm>
              <a:off x="128016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Rectangle 360">
              <a:extLst>
                <a:ext uri="{FF2B5EF4-FFF2-40B4-BE49-F238E27FC236}">
                  <a16:creationId xmlns:a16="http://schemas.microsoft.com/office/drawing/2014/main" id="{F772C712-F91C-4F47-9F8D-ABBEB4691F53}"/>
                </a:ext>
              </a:extLst>
            </p:cNvPr>
            <p:cNvSpPr/>
            <p:nvPr/>
          </p:nvSpPr>
          <p:spPr>
            <a:xfrm>
              <a:off x="144641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9AEF36E8-DA14-4BE8-8B81-CC1AF32279EA}"/>
                </a:ext>
              </a:extLst>
            </p:cNvPr>
            <p:cNvSpPr/>
            <p:nvPr/>
          </p:nvSpPr>
          <p:spPr>
            <a:xfrm>
              <a:off x="161267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1135A2F6-199D-42DF-8D54-133287CFE4DB}"/>
                </a:ext>
              </a:extLst>
            </p:cNvPr>
            <p:cNvSpPr/>
            <p:nvPr/>
          </p:nvSpPr>
          <p:spPr>
            <a:xfrm>
              <a:off x="177892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8FBDFA33-B824-4C3D-B638-2A5A79451E22}"/>
                </a:ext>
              </a:extLst>
            </p:cNvPr>
            <p:cNvSpPr/>
            <p:nvPr/>
          </p:nvSpPr>
          <p:spPr>
            <a:xfrm>
              <a:off x="194518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3F89680A-7889-4200-B48B-F6DA19D3F1E7}"/>
                </a:ext>
              </a:extLst>
            </p:cNvPr>
            <p:cNvSpPr/>
            <p:nvPr/>
          </p:nvSpPr>
          <p:spPr>
            <a:xfrm>
              <a:off x="211143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B60CFE06-64F9-4327-A078-FF3D0677F7CB}"/>
                </a:ext>
              </a:extLst>
            </p:cNvPr>
            <p:cNvSpPr/>
            <p:nvPr/>
          </p:nvSpPr>
          <p:spPr>
            <a:xfrm>
              <a:off x="227769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9D8597F0-AE74-41AC-8FE0-7218D19FF1DC}"/>
                </a:ext>
              </a:extLst>
            </p:cNvPr>
            <p:cNvSpPr/>
            <p:nvPr/>
          </p:nvSpPr>
          <p:spPr>
            <a:xfrm>
              <a:off x="244394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6F3E8F53-2A86-4425-9C37-62AC38D43415}"/>
                </a:ext>
              </a:extLst>
            </p:cNvPr>
            <p:cNvSpPr/>
            <p:nvPr/>
          </p:nvSpPr>
          <p:spPr>
            <a:xfrm>
              <a:off x="261020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" name="Rectangle 368">
              <a:extLst>
                <a:ext uri="{FF2B5EF4-FFF2-40B4-BE49-F238E27FC236}">
                  <a16:creationId xmlns:a16="http://schemas.microsoft.com/office/drawing/2014/main" id="{5EDD0884-A1C9-48E5-9808-18027CDA20CC}"/>
                </a:ext>
              </a:extLst>
            </p:cNvPr>
            <p:cNvSpPr/>
            <p:nvPr/>
          </p:nvSpPr>
          <p:spPr>
            <a:xfrm>
              <a:off x="277645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3A2E164A-1660-4D05-9F1E-302F5DF13F06}"/>
                </a:ext>
              </a:extLst>
            </p:cNvPr>
            <p:cNvSpPr/>
            <p:nvPr/>
          </p:nvSpPr>
          <p:spPr>
            <a:xfrm>
              <a:off x="294271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E85F0F28-EFEB-4658-844A-22D0921A8295}"/>
                </a:ext>
              </a:extLst>
            </p:cNvPr>
            <p:cNvSpPr/>
            <p:nvPr/>
          </p:nvSpPr>
          <p:spPr>
            <a:xfrm>
              <a:off x="310896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E36E53BA-87CD-4EFA-B353-8BD93222913E}"/>
                </a:ext>
              </a:extLst>
            </p:cNvPr>
            <p:cNvSpPr/>
            <p:nvPr/>
          </p:nvSpPr>
          <p:spPr>
            <a:xfrm>
              <a:off x="327522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" name="Rectangle 372">
              <a:extLst>
                <a:ext uri="{FF2B5EF4-FFF2-40B4-BE49-F238E27FC236}">
                  <a16:creationId xmlns:a16="http://schemas.microsoft.com/office/drawing/2014/main" id="{6B1652A7-85C4-4D1D-8A14-3CCCF3B38C7C}"/>
                </a:ext>
              </a:extLst>
            </p:cNvPr>
            <p:cNvSpPr/>
            <p:nvPr/>
          </p:nvSpPr>
          <p:spPr>
            <a:xfrm>
              <a:off x="344147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614B3E7A-6C5B-40AD-B3A0-5B8412FE4F84}"/>
                </a:ext>
              </a:extLst>
            </p:cNvPr>
            <p:cNvSpPr/>
            <p:nvPr/>
          </p:nvSpPr>
          <p:spPr>
            <a:xfrm>
              <a:off x="360773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5CEB8E71-E9CE-4CCF-8B8F-1AA6C9374EEA}"/>
                </a:ext>
              </a:extLst>
            </p:cNvPr>
            <p:cNvSpPr/>
            <p:nvPr/>
          </p:nvSpPr>
          <p:spPr>
            <a:xfrm>
              <a:off x="377398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F7E4CCD2-7697-444D-B0D6-7B6C97E10F14}"/>
                </a:ext>
              </a:extLst>
            </p:cNvPr>
            <p:cNvSpPr/>
            <p:nvPr/>
          </p:nvSpPr>
          <p:spPr>
            <a:xfrm>
              <a:off x="394024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9AA49381-724B-43E2-BEAD-F05F3E76B055}"/>
                </a:ext>
              </a:extLst>
            </p:cNvPr>
            <p:cNvSpPr/>
            <p:nvPr/>
          </p:nvSpPr>
          <p:spPr>
            <a:xfrm>
              <a:off x="410649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7C33B06B-9B51-42A4-988A-2F2160321BA7}"/>
                </a:ext>
              </a:extLst>
            </p:cNvPr>
            <p:cNvSpPr/>
            <p:nvPr/>
          </p:nvSpPr>
          <p:spPr>
            <a:xfrm>
              <a:off x="427275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497AC12D-D4C9-4943-9CA7-7900EF217096}"/>
                </a:ext>
              </a:extLst>
            </p:cNvPr>
            <p:cNvSpPr/>
            <p:nvPr/>
          </p:nvSpPr>
          <p:spPr>
            <a:xfrm>
              <a:off x="443900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AA9518A7-3A4B-463C-AE99-27131C747488}"/>
                </a:ext>
              </a:extLst>
            </p:cNvPr>
            <p:cNvSpPr/>
            <p:nvPr/>
          </p:nvSpPr>
          <p:spPr>
            <a:xfrm>
              <a:off x="460526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3D61CCFA-D687-4D46-8926-82115B6ABE26}"/>
                </a:ext>
              </a:extLst>
            </p:cNvPr>
            <p:cNvSpPr/>
            <p:nvPr/>
          </p:nvSpPr>
          <p:spPr>
            <a:xfrm>
              <a:off x="477151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EAFE40AC-530B-444A-B183-DBFAE66EEBC4}"/>
                </a:ext>
              </a:extLst>
            </p:cNvPr>
            <p:cNvSpPr/>
            <p:nvPr/>
          </p:nvSpPr>
          <p:spPr>
            <a:xfrm>
              <a:off x="493777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07C88698-301E-4F73-B6BA-FDD5E3E605CC}"/>
                </a:ext>
              </a:extLst>
            </p:cNvPr>
            <p:cNvSpPr/>
            <p:nvPr/>
          </p:nvSpPr>
          <p:spPr>
            <a:xfrm>
              <a:off x="510402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1CCCB0BA-404F-4369-88D4-E2477A5E6EB1}"/>
                </a:ext>
              </a:extLst>
            </p:cNvPr>
            <p:cNvSpPr/>
            <p:nvPr/>
          </p:nvSpPr>
          <p:spPr>
            <a:xfrm>
              <a:off x="527028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B60420AC-5931-4B56-BCAE-B3FE81BCA2F8}"/>
                </a:ext>
              </a:extLst>
            </p:cNvPr>
            <p:cNvSpPr/>
            <p:nvPr/>
          </p:nvSpPr>
          <p:spPr>
            <a:xfrm>
              <a:off x="543653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9518F36A-4751-4B4E-96C5-E2D1F4C92F6B}"/>
                </a:ext>
              </a:extLst>
            </p:cNvPr>
            <p:cNvSpPr/>
            <p:nvPr/>
          </p:nvSpPr>
          <p:spPr>
            <a:xfrm>
              <a:off x="560279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0D9B48E0-A89C-4361-A4E2-031E03EA30B1}"/>
                </a:ext>
              </a:extLst>
            </p:cNvPr>
            <p:cNvSpPr/>
            <p:nvPr/>
          </p:nvSpPr>
          <p:spPr>
            <a:xfrm>
              <a:off x="5769045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824EC405-A55F-4668-B969-656B682DD856}"/>
                </a:ext>
              </a:extLst>
            </p:cNvPr>
            <p:cNvSpPr/>
            <p:nvPr/>
          </p:nvSpPr>
          <p:spPr>
            <a:xfrm>
              <a:off x="5935300" y="349135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01BB8A2E-7F1D-44EF-84BD-40F8B9B99E03}"/>
                </a:ext>
              </a:extLst>
            </p:cNvPr>
            <p:cNvSpPr/>
            <p:nvPr/>
          </p:nvSpPr>
          <p:spPr>
            <a:xfrm>
              <a:off x="78139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1252CA68-AE86-4EEC-B33F-5826D85C60E3}"/>
                </a:ext>
              </a:extLst>
            </p:cNvPr>
            <p:cNvSpPr/>
            <p:nvPr/>
          </p:nvSpPr>
          <p:spPr>
            <a:xfrm>
              <a:off x="94765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8AED3CF5-6640-4C7A-A15F-D6C3FD61F538}"/>
                </a:ext>
              </a:extLst>
            </p:cNvPr>
            <p:cNvSpPr/>
            <p:nvPr/>
          </p:nvSpPr>
          <p:spPr>
            <a:xfrm>
              <a:off x="111390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B2913346-436A-4275-89A4-D839065FA4FD}"/>
                </a:ext>
              </a:extLst>
            </p:cNvPr>
            <p:cNvSpPr/>
            <p:nvPr/>
          </p:nvSpPr>
          <p:spPr>
            <a:xfrm>
              <a:off x="128016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E9C47094-6018-4B1D-B4C5-B2200205CD6C}"/>
                </a:ext>
              </a:extLst>
            </p:cNvPr>
            <p:cNvSpPr/>
            <p:nvPr/>
          </p:nvSpPr>
          <p:spPr>
            <a:xfrm>
              <a:off x="144641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4098E49E-E1BE-4989-89CA-3BE7F518CDEC}"/>
                </a:ext>
              </a:extLst>
            </p:cNvPr>
            <p:cNvSpPr/>
            <p:nvPr/>
          </p:nvSpPr>
          <p:spPr>
            <a:xfrm>
              <a:off x="161267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A45E5DB3-D8DD-48B3-8440-203101A9FC8F}"/>
                </a:ext>
              </a:extLst>
            </p:cNvPr>
            <p:cNvSpPr/>
            <p:nvPr/>
          </p:nvSpPr>
          <p:spPr>
            <a:xfrm>
              <a:off x="177892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686BB88F-EB55-4B07-9209-4A6C91CFAB8F}"/>
                </a:ext>
              </a:extLst>
            </p:cNvPr>
            <p:cNvSpPr/>
            <p:nvPr/>
          </p:nvSpPr>
          <p:spPr>
            <a:xfrm>
              <a:off x="194518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F5D935C8-75DA-4D17-856A-85B401CD3A37}"/>
                </a:ext>
              </a:extLst>
            </p:cNvPr>
            <p:cNvSpPr/>
            <p:nvPr/>
          </p:nvSpPr>
          <p:spPr>
            <a:xfrm>
              <a:off x="211143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DE3E7F06-6521-4E73-AF6D-AC71B9180FD3}"/>
                </a:ext>
              </a:extLst>
            </p:cNvPr>
            <p:cNvSpPr/>
            <p:nvPr/>
          </p:nvSpPr>
          <p:spPr>
            <a:xfrm>
              <a:off x="227769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CBD414A7-F94B-431A-A74C-93230242AA50}"/>
                </a:ext>
              </a:extLst>
            </p:cNvPr>
            <p:cNvSpPr/>
            <p:nvPr/>
          </p:nvSpPr>
          <p:spPr>
            <a:xfrm>
              <a:off x="244394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55BC32CB-F8AC-45B8-812F-2DC5103633C7}"/>
                </a:ext>
              </a:extLst>
            </p:cNvPr>
            <p:cNvSpPr/>
            <p:nvPr/>
          </p:nvSpPr>
          <p:spPr>
            <a:xfrm>
              <a:off x="261020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Rectangle 400">
              <a:extLst>
                <a:ext uri="{FF2B5EF4-FFF2-40B4-BE49-F238E27FC236}">
                  <a16:creationId xmlns:a16="http://schemas.microsoft.com/office/drawing/2014/main" id="{1DFC8EE8-1CD4-4F7A-9E94-AD59C7980C2A}"/>
                </a:ext>
              </a:extLst>
            </p:cNvPr>
            <p:cNvSpPr/>
            <p:nvPr/>
          </p:nvSpPr>
          <p:spPr>
            <a:xfrm>
              <a:off x="277645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D6C225D5-F822-48E6-9EDF-67589CF4E98E}"/>
                </a:ext>
              </a:extLst>
            </p:cNvPr>
            <p:cNvSpPr/>
            <p:nvPr/>
          </p:nvSpPr>
          <p:spPr>
            <a:xfrm>
              <a:off x="294271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Rectangle 402">
              <a:extLst>
                <a:ext uri="{FF2B5EF4-FFF2-40B4-BE49-F238E27FC236}">
                  <a16:creationId xmlns:a16="http://schemas.microsoft.com/office/drawing/2014/main" id="{CFFD4692-5B53-40D5-8054-2243A127744B}"/>
                </a:ext>
              </a:extLst>
            </p:cNvPr>
            <p:cNvSpPr/>
            <p:nvPr/>
          </p:nvSpPr>
          <p:spPr>
            <a:xfrm>
              <a:off x="310896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02237A79-EBB2-42F3-814A-E9A15D722380}"/>
                </a:ext>
              </a:extLst>
            </p:cNvPr>
            <p:cNvSpPr/>
            <p:nvPr/>
          </p:nvSpPr>
          <p:spPr>
            <a:xfrm>
              <a:off x="327522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2CD6A5CC-2AD7-4AE7-AB20-EE54F33E4E60}"/>
                </a:ext>
              </a:extLst>
            </p:cNvPr>
            <p:cNvSpPr/>
            <p:nvPr/>
          </p:nvSpPr>
          <p:spPr>
            <a:xfrm>
              <a:off x="344147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42F47AFE-92E6-4B0F-96BB-BDC664AD8C32}"/>
                </a:ext>
              </a:extLst>
            </p:cNvPr>
            <p:cNvSpPr/>
            <p:nvPr/>
          </p:nvSpPr>
          <p:spPr>
            <a:xfrm>
              <a:off x="360773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6DB14FFA-1848-4F1A-9D20-EF93D7925E13}"/>
                </a:ext>
              </a:extLst>
            </p:cNvPr>
            <p:cNvSpPr/>
            <p:nvPr/>
          </p:nvSpPr>
          <p:spPr>
            <a:xfrm>
              <a:off x="377398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3A0F992F-8BE7-4C27-AF9D-64CE6CB9D61A}"/>
                </a:ext>
              </a:extLst>
            </p:cNvPr>
            <p:cNvSpPr/>
            <p:nvPr/>
          </p:nvSpPr>
          <p:spPr>
            <a:xfrm>
              <a:off x="394024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0DCC56A4-E4A8-4111-94DA-F528516D45F0}"/>
                </a:ext>
              </a:extLst>
            </p:cNvPr>
            <p:cNvSpPr/>
            <p:nvPr/>
          </p:nvSpPr>
          <p:spPr>
            <a:xfrm>
              <a:off x="410649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ABD0BE94-F652-4D24-BD62-21695A780996}"/>
                </a:ext>
              </a:extLst>
            </p:cNvPr>
            <p:cNvSpPr/>
            <p:nvPr/>
          </p:nvSpPr>
          <p:spPr>
            <a:xfrm>
              <a:off x="427275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Rectangle 410">
              <a:extLst>
                <a:ext uri="{FF2B5EF4-FFF2-40B4-BE49-F238E27FC236}">
                  <a16:creationId xmlns:a16="http://schemas.microsoft.com/office/drawing/2014/main" id="{AC6E13FF-1360-44A1-956E-DC27E7B07AEC}"/>
                </a:ext>
              </a:extLst>
            </p:cNvPr>
            <p:cNvSpPr/>
            <p:nvPr/>
          </p:nvSpPr>
          <p:spPr>
            <a:xfrm>
              <a:off x="443900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687CB79B-B65E-42BF-BDE7-6A93BE8CAE0A}"/>
                </a:ext>
              </a:extLst>
            </p:cNvPr>
            <p:cNvSpPr/>
            <p:nvPr/>
          </p:nvSpPr>
          <p:spPr>
            <a:xfrm>
              <a:off x="460526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E01F5C4C-A02B-443E-B8C0-08A901F34D24}"/>
                </a:ext>
              </a:extLst>
            </p:cNvPr>
            <p:cNvSpPr/>
            <p:nvPr/>
          </p:nvSpPr>
          <p:spPr>
            <a:xfrm>
              <a:off x="477151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Rectangle 413">
              <a:extLst>
                <a:ext uri="{FF2B5EF4-FFF2-40B4-BE49-F238E27FC236}">
                  <a16:creationId xmlns:a16="http://schemas.microsoft.com/office/drawing/2014/main" id="{3CFB1332-3C24-4213-ACC2-332902926652}"/>
                </a:ext>
              </a:extLst>
            </p:cNvPr>
            <p:cNvSpPr/>
            <p:nvPr/>
          </p:nvSpPr>
          <p:spPr>
            <a:xfrm>
              <a:off x="493777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Rectangle 414">
              <a:extLst>
                <a:ext uri="{FF2B5EF4-FFF2-40B4-BE49-F238E27FC236}">
                  <a16:creationId xmlns:a16="http://schemas.microsoft.com/office/drawing/2014/main" id="{D8182FA6-2954-4239-B60C-1005E6F9274D}"/>
                </a:ext>
              </a:extLst>
            </p:cNvPr>
            <p:cNvSpPr/>
            <p:nvPr/>
          </p:nvSpPr>
          <p:spPr>
            <a:xfrm>
              <a:off x="510402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7AC59760-E44A-4041-A67A-59A4928C5C78}"/>
                </a:ext>
              </a:extLst>
            </p:cNvPr>
            <p:cNvSpPr/>
            <p:nvPr/>
          </p:nvSpPr>
          <p:spPr>
            <a:xfrm>
              <a:off x="527028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7" name="Rectangle 416">
              <a:extLst>
                <a:ext uri="{FF2B5EF4-FFF2-40B4-BE49-F238E27FC236}">
                  <a16:creationId xmlns:a16="http://schemas.microsoft.com/office/drawing/2014/main" id="{4768A4E2-6036-42E1-A486-98BBA1C24693}"/>
                </a:ext>
              </a:extLst>
            </p:cNvPr>
            <p:cNvSpPr/>
            <p:nvPr/>
          </p:nvSpPr>
          <p:spPr>
            <a:xfrm>
              <a:off x="543653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1E07BA53-5E5B-4D8F-B8D1-545449559B96}"/>
                </a:ext>
              </a:extLst>
            </p:cNvPr>
            <p:cNvSpPr/>
            <p:nvPr/>
          </p:nvSpPr>
          <p:spPr>
            <a:xfrm>
              <a:off x="560279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C8D497DA-28D6-437D-8596-742FD1CFCDA5}"/>
                </a:ext>
              </a:extLst>
            </p:cNvPr>
            <p:cNvSpPr/>
            <p:nvPr/>
          </p:nvSpPr>
          <p:spPr>
            <a:xfrm>
              <a:off x="5769045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7CF44C68-17F4-449F-A066-FDADE037E323}"/>
                </a:ext>
              </a:extLst>
            </p:cNvPr>
            <p:cNvSpPr/>
            <p:nvPr/>
          </p:nvSpPr>
          <p:spPr>
            <a:xfrm>
              <a:off x="5935300" y="365760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Rectangle 420">
              <a:extLst>
                <a:ext uri="{FF2B5EF4-FFF2-40B4-BE49-F238E27FC236}">
                  <a16:creationId xmlns:a16="http://schemas.microsoft.com/office/drawing/2014/main" id="{4AAD0435-1E70-4084-9C7B-53CDA90947E4}"/>
                </a:ext>
              </a:extLst>
            </p:cNvPr>
            <p:cNvSpPr/>
            <p:nvPr/>
          </p:nvSpPr>
          <p:spPr>
            <a:xfrm>
              <a:off x="78139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7DFF237D-176E-44C3-BA28-1146B1F250FD}"/>
                </a:ext>
              </a:extLst>
            </p:cNvPr>
            <p:cNvSpPr/>
            <p:nvPr/>
          </p:nvSpPr>
          <p:spPr>
            <a:xfrm>
              <a:off x="94765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D733BE93-F984-4619-8960-BAC3C4611FAE}"/>
                </a:ext>
              </a:extLst>
            </p:cNvPr>
            <p:cNvSpPr/>
            <p:nvPr/>
          </p:nvSpPr>
          <p:spPr>
            <a:xfrm>
              <a:off x="111390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Rectangle 423">
              <a:extLst>
                <a:ext uri="{FF2B5EF4-FFF2-40B4-BE49-F238E27FC236}">
                  <a16:creationId xmlns:a16="http://schemas.microsoft.com/office/drawing/2014/main" id="{3A26064B-573E-4BFE-B06D-A5DE61CE2465}"/>
                </a:ext>
              </a:extLst>
            </p:cNvPr>
            <p:cNvSpPr/>
            <p:nvPr/>
          </p:nvSpPr>
          <p:spPr>
            <a:xfrm>
              <a:off x="128016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2E069B34-1B81-4415-9BC1-316E8757631D}"/>
                </a:ext>
              </a:extLst>
            </p:cNvPr>
            <p:cNvSpPr/>
            <p:nvPr/>
          </p:nvSpPr>
          <p:spPr>
            <a:xfrm>
              <a:off x="144641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6" name="Rectangle 425">
              <a:extLst>
                <a:ext uri="{FF2B5EF4-FFF2-40B4-BE49-F238E27FC236}">
                  <a16:creationId xmlns:a16="http://schemas.microsoft.com/office/drawing/2014/main" id="{F4E99955-DBB4-45A1-9AB3-1E5374FB76CA}"/>
                </a:ext>
              </a:extLst>
            </p:cNvPr>
            <p:cNvSpPr/>
            <p:nvPr/>
          </p:nvSpPr>
          <p:spPr>
            <a:xfrm>
              <a:off x="161267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CAF9F8E0-62B0-46DB-A745-FFCEBA85C126}"/>
                </a:ext>
              </a:extLst>
            </p:cNvPr>
            <p:cNvSpPr/>
            <p:nvPr/>
          </p:nvSpPr>
          <p:spPr>
            <a:xfrm>
              <a:off x="177892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22108B0D-782E-4466-8D7B-D90677F0932F}"/>
                </a:ext>
              </a:extLst>
            </p:cNvPr>
            <p:cNvSpPr/>
            <p:nvPr/>
          </p:nvSpPr>
          <p:spPr>
            <a:xfrm>
              <a:off x="194518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C84EA942-E706-4BAA-8181-953E45CB33E7}"/>
                </a:ext>
              </a:extLst>
            </p:cNvPr>
            <p:cNvSpPr/>
            <p:nvPr/>
          </p:nvSpPr>
          <p:spPr>
            <a:xfrm>
              <a:off x="211143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Rectangle 429">
              <a:extLst>
                <a:ext uri="{FF2B5EF4-FFF2-40B4-BE49-F238E27FC236}">
                  <a16:creationId xmlns:a16="http://schemas.microsoft.com/office/drawing/2014/main" id="{DEF71795-EF2F-4092-9960-32D9AC682C41}"/>
                </a:ext>
              </a:extLst>
            </p:cNvPr>
            <p:cNvSpPr/>
            <p:nvPr/>
          </p:nvSpPr>
          <p:spPr>
            <a:xfrm>
              <a:off x="227769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20AB416B-05C9-4114-B0CA-3CE5FF57D2D3}"/>
                </a:ext>
              </a:extLst>
            </p:cNvPr>
            <p:cNvSpPr/>
            <p:nvPr/>
          </p:nvSpPr>
          <p:spPr>
            <a:xfrm>
              <a:off x="244394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A946EBF0-553B-46C4-B25A-F1E8FBD02009}"/>
                </a:ext>
              </a:extLst>
            </p:cNvPr>
            <p:cNvSpPr/>
            <p:nvPr/>
          </p:nvSpPr>
          <p:spPr>
            <a:xfrm>
              <a:off x="261020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DFB14802-EEBF-403A-9390-F6A5B75AAD2A}"/>
                </a:ext>
              </a:extLst>
            </p:cNvPr>
            <p:cNvSpPr/>
            <p:nvPr/>
          </p:nvSpPr>
          <p:spPr>
            <a:xfrm>
              <a:off x="277645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4" name="Rectangle 433">
              <a:extLst>
                <a:ext uri="{FF2B5EF4-FFF2-40B4-BE49-F238E27FC236}">
                  <a16:creationId xmlns:a16="http://schemas.microsoft.com/office/drawing/2014/main" id="{545346B2-05D8-4AC2-BF59-F8F26D5C5F7A}"/>
                </a:ext>
              </a:extLst>
            </p:cNvPr>
            <p:cNvSpPr/>
            <p:nvPr/>
          </p:nvSpPr>
          <p:spPr>
            <a:xfrm>
              <a:off x="294271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4ABCB7EC-6E7F-4E52-8C83-043080C8E5D4}"/>
                </a:ext>
              </a:extLst>
            </p:cNvPr>
            <p:cNvSpPr/>
            <p:nvPr/>
          </p:nvSpPr>
          <p:spPr>
            <a:xfrm>
              <a:off x="310896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6" name="Rectangle 435">
              <a:extLst>
                <a:ext uri="{FF2B5EF4-FFF2-40B4-BE49-F238E27FC236}">
                  <a16:creationId xmlns:a16="http://schemas.microsoft.com/office/drawing/2014/main" id="{132A38F7-0E33-46F4-A766-A624111A51B4}"/>
                </a:ext>
              </a:extLst>
            </p:cNvPr>
            <p:cNvSpPr/>
            <p:nvPr/>
          </p:nvSpPr>
          <p:spPr>
            <a:xfrm>
              <a:off x="327522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7" name="Rectangle 436">
              <a:extLst>
                <a:ext uri="{FF2B5EF4-FFF2-40B4-BE49-F238E27FC236}">
                  <a16:creationId xmlns:a16="http://schemas.microsoft.com/office/drawing/2014/main" id="{18875BE5-09C2-4F16-98D3-B06E522BF9C9}"/>
                </a:ext>
              </a:extLst>
            </p:cNvPr>
            <p:cNvSpPr/>
            <p:nvPr/>
          </p:nvSpPr>
          <p:spPr>
            <a:xfrm>
              <a:off x="344147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8" name="Rectangle 437">
              <a:extLst>
                <a:ext uri="{FF2B5EF4-FFF2-40B4-BE49-F238E27FC236}">
                  <a16:creationId xmlns:a16="http://schemas.microsoft.com/office/drawing/2014/main" id="{3FEE82D9-0DEF-4DCC-AD8D-FB98FCD78AFF}"/>
                </a:ext>
              </a:extLst>
            </p:cNvPr>
            <p:cNvSpPr/>
            <p:nvPr/>
          </p:nvSpPr>
          <p:spPr>
            <a:xfrm>
              <a:off x="360773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Rectangle 438">
              <a:extLst>
                <a:ext uri="{FF2B5EF4-FFF2-40B4-BE49-F238E27FC236}">
                  <a16:creationId xmlns:a16="http://schemas.microsoft.com/office/drawing/2014/main" id="{C7352EFC-62EF-4AC4-8174-B27EBE14E20A}"/>
                </a:ext>
              </a:extLst>
            </p:cNvPr>
            <p:cNvSpPr/>
            <p:nvPr/>
          </p:nvSpPr>
          <p:spPr>
            <a:xfrm>
              <a:off x="377398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EFF8A94E-81C7-400E-8F68-FFD9797EF62E}"/>
                </a:ext>
              </a:extLst>
            </p:cNvPr>
            <p:cNvSpPr/>
            <p:nvPr/>
          </p:nvSpPr>
          <p:spPr>
            <a:xfrm>
              <a:off x="394024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47231413-8949-48E1-BC78-DDF3EF312003}"/>
                </a:ext>
              </a:extLst>
            </p:cNvPr>
            <p:cNvSpPr/>
            <p:nvPr/>
          </p:nvSpPr>
          <p:spPr>
            <a:xfrm>
              <a:off x="410649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2B71D52C-1E85-445F-AD60-4BB9F5B4AC7E}"/>
                </a:ext>
              </a:extLst>
            </p:cNvPr>
            <p:cNvSpPr/>
            <p:nvPr/>
          </p:nvSpPr>
          <p:spPr>
            <a:xfrm>
              <a:off x="427275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2E17E962-2D2A-4C8C-B13A-0412831C2409}"/>
                </a:ext>
              </a:extLst>
            </p:cNvPr>
            <p:cNvSpPr/>
            <p:nvPr/>
          </p:nvSpPr>
          <p:spPr>
            <a:xfrm>
              <a:off x="443900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F75F497C-63F2-4D71-B629-B5D3CCE0E583}"/>
                </a:ext>
              </a:extLst>
            </p:cNvPr>
            <p:cNvSpPr/>
            <p:nvPr/>
          </p:nvSpPr>
          <p:spPr>
            <a:xfrm>
              <a:off x="460526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539F8C23-237B-4E5A-9CB0-FDD4A00C56EB}"/>
                </a:ext>
              </a:extLst>
            </p:cNvPr>
            <p:cNvSpPr/>
            <p:nvPr/>
          </p:nvSpPr>
          <p:spPr>
            <a:xfrm>
              <a:off x="477151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93791DE0-017C-4331-9435-F7DF6187502B}"/>
                </a:ext>
              </a:extLst>
            </p:cNvPr>
            <p:cNvSpPr/>
            <p:nvPr/>
          </p:nvSpPr>
          <p:spPr>
            <a:xfrm>
              <a:off x="493777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74BCDED0-09A8-4C54-8C3E-C63850694728}"/>
                </a:ext>
              </a:extLst>
            </p:cNvPr>
            <p:cNvSpPr/>
            <p:nvPr/>
          </p:nvSpPr>
          <p:spPr>
            <a:xfrm>
              <a:off x="510402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04B27341-A562-4EF6-AE12-478A6924C1C3}"/>
                </a:ext>
              </a:extLst>
            </p:cNvPr>
            <p:cNvSpPr/>
            <p:nvPr/>
          </p:nvSpPr>
          <p:spPr>
            <a:xfrm>
              <a:off x="527028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F86C3544-FE21-46BF-AEC0-1E7A95B480DB}"/>
                </a:ext>
              </a:extLst>
            </p:cNvPr>
            <p:cNvSpPr/>
            <p:nvPr/>
          </p:nvSpPr>
          <p:spPr>
            <a:xfrm>
              <a:off x="543653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C5E628E2-417D-424B-8396-D8F851C49C51}"/>
                </a:ext>
              </a:extLst>
            </p:cNvPr>
            <p:cNvSpPr/>
            <p:nvPr/>
          </p:nvSpPr>
          <p:spPr>
            <a:xfrm>
              <a:off x="560279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1" name="Rectangle 450">
              <a:extLst>
                <a:ext uri="{FF2B5EF4-FFF2-40B4-BE49-F238E27FC236}">
                  <a16:creationId xmlns:a16="http://schemas.microsoft.com/office/drawing/2014/main" id="{0AD4B645-5238-4112-9859-27EC4B7E07BF}"/>
                </a:ext>
              </a:extLst>
            </p:cNvPr>
            <p:cNvSpPr/>
            <p:nvPr/>
          </p:nvSpPr>
          <p:spPr>
            <a:xfrm>
              <a:off x="5769045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2" name="Rectangle 451">
              <a:extLst>
                <a:ext uri="{FF2B5EF4-FFF2-40B4-BE49-F238E27FC236}">
                  <a16:creationId xmlns:a16="http://schemas.microsoft.com/office/drawing/2014/main" id="{EC7FA268-B0AB-4C02-8D11-C4F6111E44F5}"/>
                </a:ext>
              </a:extLst>
            </p:cNvPr>
            <p:cNvSpPr/>
            <p:nvPr/>
          </p:nvSpPr>
          <p:spPr>
            <a:xfrm>
              <a:off x="5935300" y="382386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3DEDA5BC-30E2-4655-A84A-283297024565}"/>
                </a:ext>
              </a:extLst>
            </p:cNvPr>
            <p:cNvSpPr/>
            <p:nvPr/>
          </p:nvSpPr>
          <p:spPr>
            <a:xfrm>
              <a:off x="78139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9CC7F147-4A75-45F1-B4D8-18A8D49A2D38}"/>
                </a:ext>
              </a:extLst>
            </p:cNvPr>
            <p:cNvSpPr/>
            <p:nvPr/>
          </p:nvSpPr>
          <p:spPr>
            <a:xfrm>
              <a:off x="94765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F19FC8D4-3142-4F74-A56D-261865B7006E}"/>
                </a:ext>
              </a:extLst>
            </p:cNvPr>
            <p:cNvSpPr/>
            <p:nvPr/>
          </p:nvSpPr>
          <p:spPr>
            <a:xfrm>
              <a:off x="111390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8E8BF321-676B-4872-A568-B9BECDBC166F}"/>
                </a:ext>
              </a:extLst>
            </p:cNvPr>
            <p:cNvSpPr/>
            <p:nvPr/>
          </p:nvSpPr>
          <p:spPr>
            <a:xfrm>
              <a:off x="128016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B94ABD0F-3FA6-490A-B557-B33A86B36893}"/>
                </a:ext>
              </a:extLst>
            </p:cNvPr>
            <p:cNvSpPr/>
            <p:nvPr/>
          </p:nvSpPr>
          <p:spPr>
            <a:xfrm>
              <a:off x="144641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89E38C06-B315-4325-A082-C65E58AADF16}"/>
                </a:ext>
              </a:extLst>
            </p:cNvPr>
            <p:cNvSpPr/>
            <p:nvPr/>
          </p:nvSpPr>
          <p:spPr>
            <a:xfrm>
              <a:off x="161267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DF2804F9-FE50-4C6A-81AB-B639430A9E37}"/>
                </a:ext>
              </a:extLst>
            </p:cNvPr>
            <p:cNvSpPr/>
            <p:nvPr/>
          </p:nvSpPr>
          <p:spPr>
            <a:xfrm>
              <a:off x="177892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A95478ED-3785-4A76-84D1-48CE63E75AEB}"/>
                </a:ext>
              </a:extLst>
            </p:cNvPr>
            <p:cNvSpPr/>
            <p:nvPr/>
          </p:nvSpPr>
          <p:spPr>
            <a:xfrm>
              <a:off x="194518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10910D9D-B3E0-4CA5-A4EF-AF989B4430FC}"/>
                </a:ext>
              </a:extLst>
            </p:cNvPr>
            <p:cNvSpPr/>
            <p:nvPr/>
          </p:nvSpPr>
          <p:spPr>
            <a:xfrm>
              <a:off x="211143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29D95998-AB64-4FA8-8F37-A80B64919BDD}"/>
                </a:ext>
              </a:extLst>
            </p:cNvPr>
            <p:cNvSpPr/>
            <p:nvPr/>
          </p:nvSpPr>
          <p:spPr>
            <a:xfrm>
              <a:off x="227769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99ED4FBC-E22D-4445-8A4C-E53313E556AC}"/>
                </a:ext>
              </a:extLst>
            </p:cNvPr>
            <p:cNvSpPr/>
            <p:nvPr/>
          </p:nvSpPr>
          <p:spPr>
            <a:xfrm>
              <a:off x="244394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4683473D-791F-4706-85E7-BF1604EB1444}"/>
                </a:ext>
              </a:extLst>
            </p:cNvPr>
            <p:cNvSpPr/>
            <p:nvPr/>
          </p:nvSpPr>
          <p:spPr>
            <a:xfrm>
              <a:off x="261020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883BFB65-0D79-42CE-A003-04660C7E8080}"/>
                </a:ext>
              </a:extLst>
            </p:cNvPr>
            <p:cNvSpPr/>
            <p:nvPr/>
          </p:nvSpPr>
          <p:spPr>
            <a:xfrm>
              <a:off x="277645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D2A80E53-4FB5-43A1-AE49-CFF512C2B3A5}"/>
                </a:ext>
              </a:extLst>
            </p:cNvPr>
            <p:cNvSpPr/>
            <p:nvPr/>
          </p:nvSpPr>
          <p:spPr>
            <a:xfrm>
              <a:off x="294271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A81A9E1B-40F8-4C7E-9C25-9C0A9F046F6D}"/>
                </a:ext>
              </a:extLst>
            </p:cNvPr>
            <p:cNvSpPr/>
            <p:nvPr/>
          </p:nvSpPr>
          <p:spPr>
            <a:xfrm>
              <a:off x="310896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158F0544-77D0-4C7E-84A9-169E3FFBBB41}"/>
                </a:ext>
              </a:extLst>
            </p:cNvPr>
            <p:cNvSpPr/>
            <p:nvPr/>
          </p:nvSpPr>
          <p:spPr>
            <a:xfrm>
              <a:off x="327522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E1681704-97B8-4C64-A581-FC877BAE62E6}"/>
                </a:ext>
              </a:extLst>
            </p:cNvPr>
            <p:cNvSpPr/>
            <p:nvPr/>
          </p:nvSpPr>
          <p:spPr>
            <a:xfrm>
              <a:off x="344147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E2CF3A18-CBD8-4D70-A502-F555AA5A8322}"/>
                </a:ext>
              </a:extLst>
            </p:cNvPr>
            <p:cNvSpPr/>
            <p:nvPr/>
          </p:nvSpPr>
          <p:spPr>
            <a:xfrm>
              <a:off x="360773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AFD0E0FC-B8ED-40F8-83CE-E7CA81E8F36C}"/>
                </a:ext>
              </a:extLst>
            </p:cNvPr>
            <p:cNvSpPr/>
            <p:nvPr/>
          </p:nvSpPr>
          <p:spPr>
            <a:xfrm>
              <a:off x="377398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4F5025C5-4F5F-411B-B56A-97ED97B4A5C8}"/>
                </a:ext>
              </a:extLst>
            </p:cNvPr>
            <p:cNvSpPr/>
            <p:nvPr/>
          </p:nvSpPr>
          <p:spPr>
            <a:xfrm>
              <a:off x="394024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0F07B04D-7CCE-4B11-BBEC-BD9602B7AB3C}"/>
                </a:ext>
              </a:extLst>
            </p:cNvPr>
            <p:cNvSpPr/>
            <p:nvPr/>
          </p:nvSpPr>
          <p:spPr>
            <a:xfrm>
              <a:off x="410649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4F3AFF8E-C0F8-4EEF-AB6C-6F7970A886E9}"/>
                </a:ext>
              </a:extLst>
            </p:cNvPr>
            <p:cNvSpPr/>
            <p:nvPr/>
          </p:nvSpPr>
          <p:spPr>
            <a:xfrm>
              <a:off x="427275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389803E0-3FBD-4E0D-B856-56649945D1F1}"/>
                </a:ext>
              </a:extLst>
            </p:cNvPr>
            <p:cNvSpPr/>
            <p:nvPr/>
          </p:nvSpPr>
          <p:spPr>
            <a:xfrm>
              <a:off x="443900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6" name="Rectangle 475">
              <a:extLst>
                <a:ext uri="{FF2B5EF4-FFF2-40B4-BE49-F238E27FC236}">
                  <a16:creationId xmlns:a16="http://schemas.microsoft.com/office/drawing/2014/main" id="{023BFE41-2535-416C-AE20-088720F57347}"/>
                </a:ext>
              </a:extLst>
            </p:cNvPr>
            <p:cNvSpPr/>
            <p:nvPr/>
          </p:nvSpPr>
          <p:spPr>
            <a:xfrm>
              <a:off x="460526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3267DA99-D4CD-4BB7-9F05-00EF1A5785EA}"/>
                </a:ext>
              </a:extLst>
            </p:cNvPr>
            <p:cNvSpPr/>
            <p:nvPr/>
          </p:nvSpPr>
          <p:spPr>
            <a:xfrm>
              <a:off x="477151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43EE58BB-B29D-446D-AC0E-AC0D24A7554F}"/>
                </a:ext>
              </a:extLst>
            </p:cNvPr>
            <p:cNvSpPr/>
            <p:nvPr/>
          </p:nvSpPr>
          <p:spPr>
            <a:xfrm>
              <a:off x="493777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9" name="Rectangle 478">
              <a:extLst>
                <a:ext uri="{FF2B5EF4-FFF2-40B4-BE49-F238E27FC236}">
                  <a16:creationId xmlns:a16="http://schemas.microsoft.com/office/drawing/2014/main" id="{8D92D4BE-2E07-41A1-BE21-220433C46136}"/>
                </a:ext>
              </a:extLst>
            </p:cNvPr>
            <p:cNvSpPr/>
            <p:nvPr/>
          </p:nvSpPr>
          <p:spPr>
            <a:xfrm>
              <a:off x="510402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47C64646-8C69-483E-8666-390CCD49100C}"/>
                </a:ext>
              </a:extLst>
            </p:cNvPr>
            <p:cNvSpPr/>
            <p:nvPr/>
          </p:nvSpPr>
          <p:spPr>
            <a:xfrm>
              <a:off x="527028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E1FC26B8-9367-437D-844C-25FDDFBAB7C0}"/>
                </a:ext>
              </a:extLst>
            </p:cNvPr>
            <p:cNvSpPr/>
            <p:nvPr/>
          </p:nvSpPr>
          <p:spPr>
            <a:xfrm>
              <a:off x="543653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60B200B4-79D4-4D4F-BAF9-BDE9140FE1E8}"/>
                </a:ext>
              </a:extLst>
            </p:cNvPr>
            <p:cNvSpPr/>
            <p:nvPr/>
          </p:nvSpPr>
          <p:spPr>
            <a:xfrm>
              <a:off x="560279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63FEF382-8D44-4B7F-AAA7-1D21B91487EA}"/>
                </a:ext>
              </a:extLst>
            </p:cNvPr>
            <p:cNvSpPr/>
            <p:nvPr/>
          </p:nvSpPr>
          <p:spPr>
            <a:xfrm>
              <a:off x="5769045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7F4E59E1-EDC9-4ED8-980A-754CFEAF989E}"/>
                </a:ext>
              </a:extLst>
            </p:cNvPr>
            <p:cNvSpPr/>
            <p:nvPr/>
          </p:nvSpPr>
          <p:spPr>
            <a:xfrm>
              <a:off x="5935300" y="399011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AABA8FA0-2D52-49D6-A3CD-1EBC4BD83DDE}"/>
                </a:ext>
              </a:extLst>
            </p:cNvPr>
            <p:cNvSpPr/>
            <p:nvPr/>
          </p:nvSpPr>
          <p:spPr>
            <a:xfrm>
              <a:off x="78139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67616831-EBDF-4F26-B52C-E35624864641}"/>
                </a:ext>
              </a:extLst>
            </p:cNvPr>
            <p:cNvSpPr/>
            <p:nvPr/>
          </p:nvSpPr>
          <p:spPr>
            <a:xfrm>
              <a:off x="94765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A2506B56-0BE3-47F6-BEB6-BC06BA478197}"/>
                </a:ext>
              </a:extLst>
            </p:cNvPr>
            <p:cNvSpPr/>
            <p:nvPr/>
          </p:nvSpPr>
          <p:spPr>
            <a:xfrm>
              <a:off x="111390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8" name="Rectangle 487">
              <a:extLst>
                <a:ext uri="{FF2B5EF4-FFF2-40B4-BE49-F238E27FC236}">
                  <a16:creationId xmlns:a16="http://schemas.microsoft.com/office/drawing/2014/main" id="{D46410B3-273C-4D38-B849-DDA36DB2953E}"/>
                </a:ext>
              </a:extLst>
            </p:cNvPr>
            <p:cNvSpPr/>
            <p:nvPr/>
          </p:nvSpPr>
          <p:spPr>
            <a:xfrm>
              <a:off x="128016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B2FC9009-0941-496B-B958-8C4137151832}"/>
                </a:ext>
              </a:extLst>
            </p:cNvPr>
            <p:cNvSpPr/>
            <p:nvPr/>
          </p:nvSpPr>
          <p:spPr>
            <a:xfrm>
              <a:off x="144641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93F481ED-02E8-4716-8EA5-27535BB8414A}"/>
                </a:ext>
              </a:extLst>
            </p:cNvPr>
            <p:cNvSpPr/>
            <p:nvPr/>
          </p:nvSpPr>
          <p:spPr>
            <a:xfrm>
              <a:off x="161267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1388AC7D-7C99-4A3F-8EA8-C4462AC5298A}"/>
                </a:ext>
              </a:extLst>
            </p:cNvPr>
            <p:cNvSpPr/>
            <p:nvPr/>
          </p:nvSpPr>
          <p:spPr>
            <a:xfrm>
              <a:off x="177892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1FE1E503-9DAF-4BD9-ACEE-30E277BF4ED6}"/>
                </a:ext>
              </a:extLst>
            </p:cNvPr>
            <p:cNvSpPr/>
            <p:nvPr/>
          </p:nvSpPr>
          <p:spPr>
            <a:xfrm>
              <a:off x="194518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BFC76ADE-181B-46B2-9FE6-8184993EDE17}"/>
                </a:ext>
              </a:extLst>
            </p:cNvPr>
            <p:cNvSpPr/>
            <p:nvPr/>
          </p:nvSpPr>
          <p:spPr>
            <a:xfrm>
              <a:off x="211143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7A9EA632-0206-4240-A105-4524C80520FB}"/>
                </a:ext>
              </a:extLst>
            </p:cNvPr>
            <p:cNvSpPr/>
            <p:nvPr/>
          </p:nvSpPr>
          <p:spPr>
            <a:xfrm>
              <a:off x="227769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835381BA-1836-4B46-8DC3-B45440EBD2BC}"/>
                </a:ext>
              </a:extLst>
            </p:cNvPr>
            <p:cNvSpPr/>
            <p:nvPr/>
          </p:nvSpPr>
          <p:spPr>
            <a:xfrm>
              <a:off x="244394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225202F8-D503-460E-B471-0BA651631454}"/>
                </a:ext>
              </a:extLst>
            </p:cNvPr>
            <p:cNvSpPr/>
            <p:nvPr/>
          </p:nvSpPr>
          <p:spPr>
            <a:xfrm>
              <a:off x="261020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DA005916-A955-42E6-B9A8-25799620FFBF}"/>
                </a:ext>
              </a:extLst>
            </p:cNvPr>
            <p:cNvSpPr/>
            <p:nvPr/>
          </p:nvSpPr>
          <p:spPr>
            <a:xfrm>
              <a:off x="277645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0823701C-D364-42A0-80E5-EA6BFE3916FE}"/>
                </a:ext>
              </a:extLst>
            </p:cNvPr>
            <p:cNvSpPr/>
            <p:nvPr/>
          </p:nvSpPr>
          <p:spPr>
            <a:xfrm>
              <a:off x="294271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B2A51F8A-6D7D-418D-9160-60CAF82BA55E}"/>
                </a:ext>
              </a:extLst>
            </p:cNvPr>
            <p:cNvSpPr/>
            <p:nvPr/>
          </p:nvSpPr>
          <p:spPr>
            <a:xfrm>
              <a:off x="310896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69B672B2-BD09-4F46-96D2-447F41F058FD}"/>
                </a:ext>
              </a:extLst>
            </p:cNvPr>
            <p:cNvSpPr/>
            <p:nvPr/>
          </p:nvSpPr>
          <p:spPr>
            <a:xfrm>
              <a:off x="327522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0C98BA03-EF1E-4EF9-B9FC-2E4CAB7094DE}"/>
                </a:ext>
              </a:extLst>
            </p:cNvPr>
            <p:cNvSpPr/>
            <p:nvPr/>
          </p:nvSpPr>
          <p:spPr>
            <a:xfrm>
              <a:off x="344147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6CD23718-5EB9-4D10-A865-E6A35200D2EE}"/>
                </a:ext>
              </a:extLst>
            </p:cNvPr>
            <p:cNvSpPr/>
            <p:nvPr/>
          </p:nvSpPr>
          <p:spPr>
            <a:xfrm>
              <a:off x="360773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FF64AC29-E6DD-46A6-99AF-DF01145101A3}"/>
                </a:ext>
              </a:extLst>
            </p:cNvPr>
            <p:cNvSpPr/>
            <p:nvPr/>
          </p:nvSpPr>
          <p:spPr>
            <a:xfrm>
              <a:off x="377398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E3FFA5A1-8625-434D-B355-90490FEBFDD4}"/>
                </a:ext>
              </a:extLst>
            </p:cNvPr>
            <p:cNvSpPr/>
            <p:nvPr/>
          </p:nvSpPr>
          <p:spPr>
            <a:xfrm>
              <a:off x="394024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160FFE54-0355-4CA2-8827-52178D08B7F9}"/>
                </a:ext>
              </a:extLst>
            </p:cNvPr>
            <p:cNvSpPr/>
            <p:nvPr/>
          </p:nvSpPr>
          <p:spPr>
            <a:xfrm>
              <a:off x="410649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EFCAC340-EB10-4FE8-89BE-B49B34CC37CF}"/>
                </a:ext>
              </a:extLst>
            </p:cNvPr>
            <p:cNvSpPr/>
            <p:nvPr/>
          </p:nvSpPr>
          <p:spPr>
            <a:xfrm>
              <a:off x="427275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DF6327DB-2FFC-47C0-8B6E-E73ED459345F}"/>
                </a:ext>
              </a:extLst>
            </p:cNvPr>
            <p:cNvSpPr/>
            <p:nvPr/>
          </p:nvSpPr>
          <p:spPr>
            <a:xfrm>
              <a:off x="443900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C6EEB53C-754B-4446-BD1B-D8C083AA632B}"/>
                </a:ext>
              </a:extLst>
            </p:cNvPr>
            <p:cNvSpPr/>
            <p:nvPr/>
          </p:nvSpPr>
          <p:spPr>
            <a:xfrm>
              <a:off x="460526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072C3A85-B05E-45EA-BD67-DDDE1F67DAFE}"/>
                </a:ext>
              </a:extLst>
            </p:cNvPr>
            <p:cNvSpPr/>
            <p:nvPr/>
          </p:nvSpPr>
          <p:spPr>
            <a:xfrm>
              <a:off x="477151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FEB241A5-9A00-46C7-A450-EC7917770A2C}"/>
                </a:ext>
              </a:extLst>
            </p:cNvPr>
            <p:cNvSpPr/>
            <p:nvPr/>
          </p:nvSpPr>
          <p:spPr>
            <a:xfrm>
              <a:off x="493777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58434C92-9D99-41D7-B9A8-CB89AD24A6A0}"/>
                </a:ext>
              </a:extLst>
            </p:cNvPr>
            <p:cNvSpPr/>
            <p:nvPr/>
          </p:nvSpPr>
          <p:spPr>
            <a:xfrm>
              <a:off x="510402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D9CB0366-E791-44E2-AFF7-E350442DFEF8}"/>
                </a:ext>
              </a:extLst>
            </p:cNvPr>
            <p:cNvSpPr/>
            <p:nvPr/>
          </p:nvSpPr>
          <p:spPr>
            <a:xfrm>
              <a:off x="527028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FE3188ED-4B04-45F6-A7F9-191CE9FC1B8A}"/>
                </a:ext>
              </a:extLst>
            </p:cNvPr>
            <p:cNvSpPr/>
            <p:nvPr/>
          </p:nvSpPr>
          <p:spPr>
            <a:xfrm>
              <a:off x="543653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AD01EA35-35C6-4AF4-9FBF-B404B41410BF}"/>
                </a:ext>
              </a:extLst>
            </p:cNvPr>
            <p:cNvSpPr/>
            <p:nvPr/>
          </p:nvSpPr>
          <p:spPr>
            <a:xfrm>
              <a:off x="560279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" name="Rectangle 514">
              <a:extLst>
                <a:ext uri="{FF2B5EF4-FFF2-40B4-BE49-F238E27FC236}">
                  <a16:creationId xmlns:a16="http://schemas.microsoft.com/office/drawing/2014/main" id="{51048990-4DEC-4296-BE3A-E261EE834B36}"/>
                </a:ext>
              </a:extLst>
            </p:cNvPr>
            <p:cNvSpPr/>
            <p:nvPr/>
          </p:nvSpPr>
          <p:spPr>
            <a:xfrm>
              <a:off x="5769045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BA75BDF1-E589-4EA8-ABCF-DCDC0E53C2C9}"/>
                </a:ext>
              </a:extLst>
            </p:cNvPr>
            <p:cNvSpPr/>
            <p:nvPr/>
          </p:nvSpPr>
          <p:spPr>
            <a:xfrm>
              <a:off x="5935300" y="415637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D91D2583-EC92-4641-9FB3-41DCB2D87718}"/>
                </a:ext>
              </a:extLst>
            </p:cNvPr>
            <p:cNvSpPr/>
            <p:nvPr/>
          </p:nvSpPr>
          <p:spPr>
            <a:xfrm>
              <a:off x="78139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CE237E64-7F8B-44AA-897A-D5BB8864F1A2}"/>
                </a:ext>
              </a:extLst>
            </p:cNvPr>
            <p:cNvSpPr/>
            <p:nvPr/>
          </p:nvSpPr>
          <p:spPr>
            <a:xfrm>
              <a:off x="94765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AB83C716-1B80-40FC-AF5B-AE95DE4E35DB}"/>
                </a:ext>
              </a:extLst>
            </p:cNvPr>
            <p:cNvSpPr/>
            <p:nvPr/>
          </p:nvSpPr>
          <p:spPr>
            <a:xfrm>
              <a:off x="111390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7CA125D8-C97B-4DBF-B869-CA4784D63AB4}"/>
                </a:ext>
              </a:extLst>
            </p:cNvPr>
            <p:cNvSpPr/>
            <p:nvPr/>
          </p:nvSpPr>
          <p:spPr>
            <a:xfrm>
              <a:off x="128016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07341190-3538-4385-A833-EEA354A18BA3}"/>
                </a:ext>
              </a:extLst>
            </p:cNvPr>
            <p:cNvSpPr/>
            <p:nvPr/>
          </p:nvSpPr>
          <p:spPr>
            <a:xfrm>
              <a:off x="144641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C3163142-2BBC-4232-B982-A5834F2FDCDF}"/>
                </a:ext>
              </a:extLst>
            </p:cNvPr>
            <p:cNvSpPr/>
            <p:nvPr/>
          </p:nvSpPr>
          <p:spPr>
            <a:xfrm>
              <a:off x="161267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469943CC-4E88-4EAB-B20D-901C0E01FB50}"/>
                </a:ext>
              </a:extLst>
            </p:cNvPr>
            <p:cNvSpPr/>
            <p:nvPr/>
          </p:nvSpPr>
          <p:spPr>
            <a:xfrm>
              <a:off x="177892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4" name="Rectangle 523">
              <a:extLst>
                <a:ext uri="{FF2B5EF4-FFF2-40B4-BE49-F238E27FC236}">
                  <a16:creationId xmlns:a16="http://schemas.microsoft.com/office/drawing/2014/main" id="{D5DBCBF0-D2E6-49B8-BEFC-507F704B90AA}"/>
                </a:ext>
              </a:extLst>
            </p:cNvPr>
            <p:cNvSpPr/>
            <p:nvPr/>
          </p:nvSpPr>
          <p:spPr>
            <a:xfrm>
              <a:off x="194518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5" name="Rectangle 524">
              <a:extLst>
                <a:ext uri="{FF2B5EF4-FFF2-40B4-BE49-F238E27FC236}">
                  <a16:creationId xmlns:a16="http://schemas.microsoft.com/office/drawing/2014/main" id="{6A22A2AC-7A9B-467A-853B-FD11FAC3FFA1}"/>
                </a:ext>
              </a:extLst>
            </p:cNvPr>
            <p:cNvSpPr/>
            <p:nvPr/>
          </p:nvSpPr>
          <p:spPr>
            <a:xfrm>
              <a:off x="211143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6" name="Rectangle 525">
              <a:extLst>
                <a:ext uri="{FF2B5EF4-FFF2-40B4-BE49-F238E27FC236}">
                  <a16:creationId xmlns:a16="http://schemas.microsoft.com/office/drawing/2014/main" id="{4D062310-839A-4FA5-8459-844E18B0051F}"/>
                </a:ext>
              </a:extLst>
            </p:cNvPr>
            <p:cNvSpPr/>
            <p:nvPr/>
          </p:nvSpPr>
          <p:spPr>
            <a:xfrm>
              <a:off x="227769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C3886DE7-2ECC-473A-AFAA-222A18FF2B43}"/>
                </a:ext>
              </a:extLst>
            </p:cNvPr>
            <p:cNvSpPr/>
            <p:nvPr/>
          </p:nvSpPr>
          <p:spPr>
            <a:xfrm>
              <a:off x="244394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8" name="Rectangle 527">
              <a:extLst>
                <a:ext uri="{FF2B5EF4-FFF2-40B4-BE49-F238E27FC236}">
                  <a16:creationId xmlns:a16="http://schemas.microsoft.com/office/drawing/2014/main" id="{F828AAFC-6D36-45E3-882C-A4ED4C66F285}"/>
                </a:ext>
              </a:extLst>
            </p:cNvPr>
            <p:cNvSpPr/>
            <p:nvPr/>
          </p:nvSpPr>
          <p:spPr>
            <a:xfrm>
              <a:off x="261020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C70EE2E6-DE58-4374-824A-069776C4ECBE}"/>
                </a:ext>
              </a:extLst>
            </p:cNvPr>
            <p:cNvSpPr/>
            <p:nvPr/>
          </p:nvSpPr>
          <p:spPr>
            <a:xfrm>
              <a:off x="277645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8B673CF4-2389-4602-BB54-9F89A2BDCC87}"/>
                </a:ext>
              </a:extLst>
            </p:cNvPr>
            <p:cNvSpPr/>
            <p:nvPr/>
          </p:nvSpPr>
          <p:spPr>
            <a:xfrm>
              <a:off x="294271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EEB34859-BD8B-4A58-B5D2-09A68CAAB63E}"/>
                </a:ext>
              </a:extLst>
            </p:cNvPr>
            <p:cNvSpPr/>
            <p:nvPr/>
          </p:nvSpPr>
          <p:spPr>
            <a:xfrm>
              <a:off x="310896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2" name="Rectangle 531">
              <a:extLst>
                <a:ext uri="{FF2B5EF4-FFF2-40B4-BE49-F238E27FC236}">
                  <a16:creationId xmlns:a16="http://schemas.microsoft.com/office/drawing/2014/main" id="{2A0EA886-535E-45AC-8C2A-1CD0434F2CE3}"/>
                </a:ext>
              </a:extLst>
            </p:cNvPr>
            <p:cNvSpPr/>
            <p:nvPr/>
          </p:nvSpPr>
          <p:spPr>
            <a:xfrm>
              <a:off x="327522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3" name="Rectangle 532">
              <a:extLst>
                <a:ext uri="{FF2B5EF4-FFF2-40B4-BE49-F238E27FC236}">
                  <a16:creationId xmlns:a16="http://schemas.microsoft.com/office/drawing/2014/main" id="{D0B67D0E-C34E-4F0C-B602-A365402ADFD8}"/>
                </a:ext>
              </a:extLst>
            </p:cNvPr>
            <p:cNvSpPr/>
            <p:nvPr/>
          </p:nvSpPr>
          <p:spPr>
            <a:xfrm>
              <a:off x="344147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5D34A29F-EDE2-458B-88F0-0432A827EC68}"/>
                </a:ext>
              </a:extLst>
            </p:cNvPr>
            <p:cNvSpPr/>
            <p:nvPr/>
          </p:nvSpPr>
          <p:spPr>
            <a:xfrm>
              <a:off x="360773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C7DB91EB-128A-4BED-BAF7-7CAB539A2A2A}"/>
                </a:ext>
              </a:extLst>
            </p:cNvPr>
            <p:cNvSpPr/>
            <p:nvPr/>
          </p:nvSpPr>
          <p:spPr>
            <a:xfrm>
              <a:off x="377398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8448FC66-D0B4-4A46-B206-BA1D165BE588}"/>
                </a:ext>
              </a:extLst>
            </p:cNvPr>
            <p:cNvSpPr/>
            <p:nvPr/>
          </p:nvSpPr>
          <p:spPr>
            <a:xfrm>
              <a:off x="394024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C684AED9-1255-4488-A3D7-53E1129A27E7}"/>
                </a:ext>
              </a:extLst>
            </p:cNvPr>
            <p:cNvSpPr/>
            <p:nvPr/>
          </p:nvSpPr>
          <p:spPr>
            <a:xfrm>
              <a:off x="410649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D8E28F15-1852-4E4B-919C-2EE9F29D985D}"/>
                </a:ext>
              </a:extLst>
            </p:cNvPr>
            <p:cNvSpPr/>
            <p:nvPr/>
          </p:nvSpPr>
          <p:spPr>
            <a:xfrm>
              <a:off x="427275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F99537F3-DBD2-433C-A59C-1356A687D3D5}"/>
                </a:ext>
              </a:extLst>
            </p:cNvPr>
            <p:cNvSpPr/>
            <p:nvPr/>
          </p:nvSpPr>
          <p:spPr>
            <a:xfrm>
              <a:off x="443900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5847839D-6DB6-40F2-9801-6C5F8BBD3CDA}"/>
                </a:ext>
              </a:extLst>
            </p:cNvPr>
            <p:cNvSpPr/>
            <p:nvPr/>
          </p:nvSpPr>
          <p:spPr>
            <a:xfrm>
              <a:off x="460526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A05923A6-BA2D-42CD-8732-F698DCEDE49E}"/>
                </a:ext>
              </a:extLst>
            </p:cNvPr>
            <p:cNvSpPr/>
            <p:nvPr/>
          </p:nvSpPr>
          <p:spPr>
            <a:xfrm>
              <a:off x="477151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A3A1F5D3-F17C-4CA4-8FC1-A6CFE633F96F}"/>
                </a:ext>
              </a:extLst>
            </p:cNvPr>
            <p:cNvSpPr/>
            <p:nvPr/>
          </p:nvSpPr>
          <p:spPr>
            <a:xfrm>
              <a:off x="493777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BEFBC3D2-190A-461F-9C06-AFA74FDFD51D}"/>
                </a:ext>
              </a:extLst>
            </p:cNvPr>
            <p:cNvSpPr/>
            <p:nvPr/>
          </p:nvSpPr>
          <p:spPr>
            <a:xfrm>
              <a:off x="510402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4" name="Rectangle 543">
              <a:extLst>
                <a:ext uri="{FF2B5EF4-FFF2-40B4-BE49-F238E27FC236}">
                  <a16:creationId xmlns:a16="http://schemas.microsoft.com/office/drawing/2014/main" id="{7E8980DB-68AA-4108-9F53-41EEE32D3199}"/>
                </a:ext>
              </a:extLst>
            </p:cNvPr>
            <p:cNvSpPr/>
            <p:nvPr/>
          </p:nvSpPr>
          <p:spPr>
            <a:xfrm>
              <a:off x="527028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5" name="Rectangle 544">
              <a:extLst>
                <a:ext uri="{FF2B5EF4-FFF2-40B4-BE49-F238E27FC236}">
                  <a16:creationId xmlns:a16="http://schemas.microsoft.com/office/drawing/2014/main" id="{179B8EF3-E0D1-4156-880F-7128647581F3}"/>
                </a:ext>
              </a:extLst>
            </p:cNvPr>
            <p:cNvSpPr/>
            <p:nvPr/>
          </p:nvSpPr>
          <p:spPr>
            <a:xfrm>
              <a:off x="543653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6" name="Rectangle 545">
              <a:extLst>
                <a:ext uri="{FF2B5EF4-FFF2-40B4-BE49-F238E27FC236}">
                  <a16:creationId xmlns:a16="http://schemas.microsoft.com/office/drawing/2014/main" id="{8D4AC7EB-2EB1-4D23-AE3E-F750FAE65CD2}"/>
                </a:ext>
              </a:extLst>
            </p:cNvPr>
            <p:cNvSpPr/>
            <p:nvPr/>
          </p:nvSpPr>
          <p:spPr>
            <a:xfrm>
              <a:off x="560279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2D00A66A-5A16-43EF-BA54-257C81ABC7CB}"/>
                </a:ext>
              </a:extLst>
            </p:cNvPr>
            <p:cNvSpPr/>
            <p:nvPr/>
          </p:nvSpPr>
          <p:spPr>
            <a:xfrm>
              <a:off x="5769045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8" name="Rectangle 547">
              <a:extLst>
                <a:ext uri="{FF2B5EF4-FFF2-40B4-BE49-F238E27FC236}">
                  <a16:creationId xmlns:a16="http://schemas.microsoft.com/office/drawing/2014/main" id="{4E276BB4-4F15-4C71-94F3-309F6E5AF85E}"/>
                </a:ext>
              </a:extLst>
            </p:cNvPr>
            <p:cNvSpPr/>
            <p:nvPr/>
          </p:nvSpPr>
          <p:spPr>
            <a:xfrm>
              <a:off x="5935300" y="432262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97558D16-8F01-41FE-9CB8-C5DAD7312456}"/>
                </a:ext>
              </a:extLst>
            </p:cNvPr>
            <p:cNvSpPr/>
            <p:nvPr/>
          </p:nvSpPr>
          <p:spPr>
            <a:xfrm>
              <a:off x="78139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B0EF2178-3F3F-4E12-9751-B072A9A77971}"/>
                </a:ext>
              </a:extLst>
            </p:cNvPr>
            <p:cNvSpPr/>
            <p:nvPr/>
          </p:nvSpPr>
          <p:spPr>
            <a:xfrm>
              <a:off x="94765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1" name="Rectangle 550">
              <a:extLst>
                <a:ext uri="{FF2B5EF4-FFF2-40B4-BE49-F238E27FC236}">
                  <a16:creationId xmlns:a16="http://schemas.microsoft.com/office/drawing/2014/main" id="{3252BF8C-BC9E-4AFE-928B-ED311432E6AE}"/>
                </a:ext>
              </a:extLst>
            </p:cNvPr>
            <p:cNvSpPr/>
            <p:nvPr/>
          </p:nvSpPr>
          <p:spPr>
            <a:xfrm>
              <a:off x="111390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2" name="Rectangle 551">
              <a:extLst>
                <a:ext uri="{FF2B5EF4-FFF2-40B4-BE49-F238E27FC236}">
                  <a16:creationId xmlns:a16="http://schemas.microsoft.com/office/drawing/2014/main" id="{AF3E1521-A521-4A61-8692-B9CB497424F1}"/>
                </a:ext>
              </a:extLst>
            </p:cNvPr>
            <p:cNvSpPr/>
            <p:nvPr/>
          </p:nvSpPr>
          <p:spPr>
            <a:xfrm>
              <a:off x="128016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3" name="Rectangle 552">
              <a:extLst>
                <a:ext uri="{FF2B5EF4-FFF2-40B4-BE49-F238E27FC236}">
                  <a16:creationId xmlns:a16="http://schemas.microsoft.com/office/drawing/2014/main" id="{C9E6EF84-2F53-441A-9DC8-38557B7CABE0}"/>
                </a:ext>
              </a:extLst>
            </p:cNvPr>
            <p:cNvSpPr/>
            <p:nvPr/>
          </p:nvSpPr>
          <p:spPr>
            <a:xfrm>
              <a:off x="144641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42E876E9-428B-48A8-8951-93C819093877}"/>
                </a:ext>
              </a:extLst>
            </p:cNvPr>
            <p:cNvSpPr/>
            <p:nvPr/>
          </p:nvSpPr>
          <p:spPr>
            <a:xfrm>
              <a:off x="161267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5" name="Rectangle 554">
              <a:extLst>
                <a:ext uri="{FF2B5EF4-FFF2-40B4-BE49-F238E27FC236}">
                  <a16:creationId xmlns:a16="http://schemas.microsoft.com/office/drawing/2014/main" id="{051384D8-B502-4886-BFE9-6218B049001B}"/>
                </a:ext>
              </a:extLst>
            </p:cNvPr>
            <p:cNvSpPr/>
            <p:nvPr/>
          </p:nvSpPr>
          <p:spPr>
            <a:xfrm>
              <a:off x="177892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52AB4C7D-D511-4FB9-8785-34C218D2A130}"/>
                </a:ext>
              </a:extLst>
            </p:cNvPr>
            <p:cNvSpPr/>
            <p:nvPr/>
          </p:nvSpPr>
          <p:spPr>
            <a:xfrm>
              <a:off x="194518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7" name="Rectangle 556">
              <a:extLst>
                <a:ext uri="{FF2B5EF4-FFF2-40B4-BE49-F238E27FC236}">
                  <a16:creationId xmlns:a16="http://schemas.microsoft.com/office/drawing/2014/main" id="{4DBDCE70-AD5F-4321-9968-B16C328079D5}"/>
                </a:ext>
              </a:extLst>
            </p:cNvPr>
            <p:cNvSpPr/>
            <p:nvPr/>
          </p:nvSpPr>
          <p:spPr>
            <a:xfrm>
              <a:off x="211143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9680EB22-7856-40DB-8613-73B99DF47CF5}"/>
                </a:ext>
              </a:extLst>
            </p:cNvPr>
            <p:cNvSpPr/>
            <p:nvPr/>
          </p:nvSpPr>
          <p:spPr>
            <a:xfrm>
              <a:off x="227769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9" name="Rectangle 558">
              <a:extLst>
                <a:ext uri="{FF2B5EF4-FFF2-40B4-BE49-F238E27FC236}">
                  <a16:creationId xmlns:a16="http://schemas.microsoft.com/office/drawing/2014/main" id="{B5955144-ABF8-4556-8A2E-9AEBCA4EB5C0}"/>
                </a:ext>
              </a:extLst>
            </p:cNvPr>
            <p:cNvSpPr/>
            <p:nvPr/>
          </p:nvSpPr>
          <p:spPr>
            <a:xfrm>
              <a:off x="244394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0" name="Rectangle 559">
              <a:extLst>
                <a:ext uri="{FF2B5EF4-FFF2-40B4-BE49-F238E27FC236}">
                  <a16:creationId xmlns:a16="http://schemas.microsoft.com/office/drawing/2014/main" id="{5E74D515-47DD-48F3-995A-06D260A85935}"/>
                </a:ext>
              </a:extLst>
            </p:cNvPr>
            <p:cNvSpPr/>
            <p:nvPr/>
          </p:nvSpPr>
          <p:spPr>
            <a:xfrm>
              <a:off x="261020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1" name="Rectangle 560">
              <a:extLst>
                <a:ext uri="{FF2B5EF4-FFF2-40B4-BE49-F238E27FC236}">
                  <a16:creationId xmlns:a16="http://schemas.microsoft.com/office/drawing/2014/main" id="{DDB5193C-2505-4295-9B4D-646DD30C292F}"/>
                </a:ext>
              </a:extLst>
            </p:cNvPr>
            <p:cNvSpPr/>
            <p:nvPr/>
          </p:nvSpPr>
          <p:spPr>
            <a:xfrm>
              <a:off x="277645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2" name="Rectangle 561">
              <a:extLst>
                <a:ext uri="{FF2B5EF4-FFF2-40B4-BE49-F238E27FC236}">
                  <a16:creationId xmlns:a16="http://schemas.microsoft.com/office/drawing/2014/main" id="{41811DC9-05DB-42F5-B06E-64A97DE9D52C}"/>
                </a:ext>
              </a:extLst>
            </p:cNvPr>
            <p:cNvSpPr/>
            <p:nvPr/>
          </p:nvSpPr>
          <p:spPr>
            <a:xfrm>
              <a:off x="294271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3" name="Rectangle 562">
              <a:extLst>
                <a:ext uri="{FF2B5EF4-FFF2-40B4-BE49-F238E27FC236}">
                  <a16:creationId xmlns:a16="http://schemas.microsoft.com/office/drawing/2014/main" id="{0C67D925-90E1-449A-94DE-53C42A01125E}"/>
                </a:ext>
              </a:extLst>
            </p:cNvPr>
            <p:cNvSpPr/>
            <p:nvPr/>
          </p:nvSpPr>
          <p:spPr>
            <a:xfrm>
              <a:off x="310896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4" name="Rectangle 563">
              <a:extLst>
                <a:ext uri="{FF2B5EF4-FFF2-40B4-BE49-F238E27FC236}">
                  <a16:creationId xmlns:a16="http://schemas.microsoft.com/office/drawing/2014/main" id="{B1C702E4-401E-4223-89D2-AFB36361D87A}"/>
                </a:ext>
              </a:extLst>
            </p:cNvPr>
            <p:cNvSpPr/>
            <p:nvPr/>
          </p:nvSpPr>
          <p:spPr>
            <a:xfrm>
              <a:off x="327522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5" name="Rectangle 564">
              <a:extLst>
                <a:ext uri="{FF2B5EF4-FFF2-40B4-BE49-F238E27FC236}">
                  <a16:creationId xmlns:a16="http://schemas.microsoft.com/office/drawing/2014/main" id="{9227E4EB-D379-461A-B0B2-BCCFEA3C650B}"/>
                </a:ext>
              </a:extLst>
            </p:cNvPr>
            <p:cNvSpPr/>
            <p:nvPr/>
          </p:nvSpPr>
          <p:spPr>
            <a:xfrm>
              <a:off x="344147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C42F27B7-1ACD-40DB-ADAA-2226A467D1D1}"/>
                </a:ext>
              </a:extLst>
            </p:cNvPr>
            <p:cNvSpPr/>
            <p:nvPr/>
          </p:nvSpPr>
          <p:spPr>
            <a:xfrm>
              <a:off x="360773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7" name="Rectangle 566">
              <a:extLst>
                <a:ext uri="{FF2B5EF4-FFF2-40B4-BE49-F238E27FC236}">
                  <a16:creationId xmlns:a16="http://schemas.microsoft.com/office/drawing/2014/main" id="{3F338BB4-C691-456A-A38A-7EB3AAFDE884}"/>
                </a:ext>
              </a:extLst>
            </p:cNvPr>
            <p:cNvSpPr/>
            <p:nvPr/>
          </p:nvSpPr>
          <p:spPr>
            <a:xfrm>
              <a:off x="377398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8" name="Rectangle 567">
              <a:extLst>
                <a:ext uri="{FF2B5EF4-FFF2-40B4-BE49-F238E27FC236}">
                  <a16:creationId xmlns:a16="http://schemas.microsoft.com/office/drawing/2014/main" id="{6ED68473-D332-45D7-9D77-CAC1F070FC4E}"/>
                </a:ext>
              </a:extLst>
            </p:cNvPr>
            <p:cNvSpPr/>
            <p:nvPr/>
          </p:nvSpPr>
          <p:spPr>
            <a:xfrm>
              <a:off x="394024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9" name="Rectangle 568">
              <a:extLst>
                <a:ext uri="{FF2B5EF4-FFF2-40B4-BE49-F238E27FC236}">
                  <a16:creationId xmlns:a16="http://schemas.microsoft.com/office/drawing/2014/main" id="{22F1A4D6-1191-479D-894F-49BBBD4833A5}"/>
                </a:ext>
              </a:extLst>
            </p:cNvPr>
            <p:cNvSpPr/>
            <p:nvPr/>
          </p:nvSpPr>
          <p:spPr>
            <a:xfrm>
              <a:off x="410649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3FBA1730-CAE2-42D6-A061-A85BA830FA83}"/>
                </a:ext>
              </a:extLst>
            </p:cNvPr>
            <p:cNvSpPr/>
            <p:nvPr/>
          </p:nvSpPr>
          <p:spPr>
            <a:xfrm>
              <a:off x="427275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1" name="Rectangle 570">
              <a:extLst>
                <a:ext uri="{FF2B5EF4-FFF2-40B4-BE49-F238E27FC236}">
                  <a16:creationId xmlns:a16="http://schemas.microsoft.com/office/drawing/2014/main" id="{587FDE2D-D384-46F5-9070-BEE807119C72}"/>
                </a:ext>
              </a:extLst>
            </p:cNvPr>
            <p:cNvSpPr/>
            <p:nvPr/>
          </p:nvSpPr>
          <p:spPr>
            <a:xfrm>
              <a:off x="443900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2" name="Rectangle 571">
              <a:extLst>
                <a:ext uri="{FF2B5EF4-FFF2-40B4-BE49-F238E27FC236}">
                  <a16:creationId xmlns:a16="http://schemas.microsoft.com/office/drawing/2014/main" id="{DCB81313-1489-426F-BA88-4E7BC0072A80}"/>
                </a:ext>
              </a:extLst>
            </p:cNvPr>
            <p:cNvSpPr/>
            <p:nvPr/>
          </p:nvSpPr>
          <p:spPr>
            <a:xfrm>
              <a:off x="460526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3" name="Rectangle 572">
              <a:extLst>
                <a:ext uri="{FF2B5EF4-FFF2-40B4-BE49-F238E27FC236}">
                  <a16:creationId xmlns:a16="http://schemas.microsoft.com/office/drawing/2014/main" id="{39521085-3241-4F6D-AE26-0C50FEB3844B}"/>
                </a:ext>
              </a:extLst>
            </p:cNvPr>
            <p:cNvSpPr/>
            <p:nvPr/>
          </p:nvSpPr>
          <p:spPr>
            <a:xfrm>
              <a:off x="477151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4" name="Rectangle 573">
              <a:extLst>
                <a:ext uri="{FF2B5EF4-FFF2-40B4-BE49-F238E27FC236}">
                  <a16:creationId xmlns:a16="http://schemas.microsoft.com/office/drawing/2014/main" id="{142C9D41-CDE2-484F-8753-7F46CC1093B8}"/>
                </a:ext>
              </a:extLst>
            </p:cNvPr>
            <p:cNvSpPr/>
            <p:nvPr/>
          </p:nvSpPr>
          <p:spPr>
            <a:xfrm>
              <a:off x="493777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5" name="Rectangle 574">
              <a:extLst>
                <a:ext uri="{FF2B5EF4-FFF2-40B4-BE49-F238E27FC236}">
                  <a16:creationId xmlns:a16="http://schemas.microsoft.com/office/drawing/2014/main" id="{804607BD-F4F6-4A2E-980D-3969A5A82684}"/>
                </a:ext>
              </a:extLst>
            </p:cNvPr>
            <p:cNvSpPr/>
            <p:nvPr/>
          </p:nvSpPr>
          <p:spPr>
            <a:xfrm>
              <a:off x="510402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6" name="Rectangle 575">
              <a:extLst>
                <a:ext uri="{FF2B5EF4-FFF2-40B4-BE49-F238E27FC236}">
                  <a16:creationId xmlns:a16="http://schemas.microsoft.com/office/drawing/2014/main" id="{2C1B2624-FCA0-460F-A9FA-65F495D5047A}"/>
                </a:ext>
              </a:extLst>
            </p:cNvPr>
            <p:cNvSpPr/>
            <p:nvPr/>
          </p:nvSpPr>
          <p:spPr>
            <a:xfrm>
              <a:off x="527028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7" name="Rectangle 576">
              <a:extLst>
                <a:ext uri="{FF2B5EF4-FFF2-40B4-BE49-F238E27FC236}">
                  <a16:creationId xmlns:a16="http://schemas.microsoft.com/office/drawing/2014/main" id="{64420B78-0768-4513-8B44-060B33C19683}"/>
                </a:ext>
              </a:extLst>
            </p:cNvPr>
            <p:cNvSpPr/>
            <p:nvPr/>
          </p:nvSpPr>
          <p:spPr>
            <a:xfrm>
              <a:off x="543653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8" name="Rectangle 577">
              <a:extLst>
                <a:ext uri="{FF2B5EF4-FFF2-40B4-BE49-F238E27FC236}">
                  <a16:creationId xmlns:a16="http://schemas.microsoft.com/office/drawing/2014/main" id="{035BF68E-0A70-4CE0-8DB6-C19B2B05CE16}"/>
                </a:ext>
              </a:extLst>
            </p:cNvPr>
            <p:cNvSpPr/>
            <p:nvPr/>
          </p:nvSpPr>
          <p:spPr>
            <a:xfrm>
              <a:off x="560279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9" name="Rectangle 578">
              <a:extLst>
                <a:ext uri="{FF2B5EF4-FFF2-40B4-BE49-F238E27FC236}">
                  <a16:creationId xmlns:a16="http://schemas.microsoft.com/office/drawing/2014/main" id="{61E9E350-4A4E-4941-95B9-BF02EAF28B01}"/>
                </a:ext>
              </a:extLst>
            </p:cNvPr>
            <p:cNvSpPr/>
            <p:nvPr/>
          </p:nvSpPr>
          <p:spPr>
            <a:xfrm>
              <a:off x="5769045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0" name="Rectangle 579">
              <a:extLst>
                <a:ext uri="{FF2B5EF4-FFF2-40B4-BE49-F238E27FC236}">
                  <a16:creationId xmlns:a16="http://schemas.microsoft.com/office/drawing/2014/main" id="{D659865D-6E78-406C-B0E2-8C7BC7898EEF}"/>
                </a:ext>
              </a:extLst>
            </p:cNvPr>
            <p:cNvSpPr/>
            <p:nvPr/>
          </p:nvSpPr>
          <p:spPr>
            <a:xfrm>
              <a:off x="5935300" y="4488880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8B173010-1F93-4058-9ADD-3548C2559959}"/>
                </a:ext>
              </a:extLst>
            </p:cNvPr>
            <p:cNvSpPr/>
            <p:nvPr/>
          </p:nvSpPr>
          <p:spPr>
            <a:xfrm>
              <a:off x="78139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5936ED7B-D5AE-4497-898B-BFF025F9E573}"/>
                </a:ext>
              </a:extLst>
            </p:cNvPr>
            <p:cNvSpPr/>
            <p:nvPr/>
          </p:nvSpPr>
          <p:spPr>
            <a:xfrm>
              <a:off x="94765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3" name="Rectangle 582">
              <a:extLst>
                <a:ext uri="{FF2B5EF4-FFF2-40B4-BE49-F238E27FC236}">
                  <a16:creationId xmlns:a16="http://schemas.microsoft.com/office/drawing/2014/main" id="{29DCCE38-2471-4C05-9E00-EED6EEC71896}"/>
                </a:ext>
              </a:extLst>
            </p:cNvPr>
            <p:cNvSpPr/>
            <p:nvPr/>
          </p:nvSpPr>
          <p:spPr>
            <a:xfrm>
              <a:off x="111390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4" name="Rectangle 583">
              <a:extLst>
                <a:ext uri="{FF2B5EF4-FFF2-40B4-BE49-F238E27FC236}">
                  <a16:creationId xmlns:a16="http://schemas.microsoft.com/office/drawing/2014/main" id="{0A8B1D88-91C3-47E6-A5D5-F55CEE06B654}"/>
                </a:ext>
              </a:extLst>
            </p:cNvPr>
            <p:cNvSpPr/>
            <p:nvPr/>
          </p:nvSpPr>
          <p:spPr>
            <a:xfrm>
              <a:off x="128016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5" name="Rectangle 584">
              <a:extLst>
                <a:ext uri="{FF2B5EF4-FFF2-40B4-BE49-F238E27FC236}">
                  <a16:creationId xmlns:a16="http://schemas.microsoft.com/office/drawing/2014/main" id="{CB238DBB-A0A7-4E87-83FC-95AA6C881C72}"/>
                </a:ext>
              </a:extLst>
            </p:cNvPr>
            <p:cNvSpPr/>
            <p:nvPr/>
          </p:nvSpPr>
          <p:spPr>
            <a:xfrm>
              <a:off x="144641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6" name="Rectangle 585">
              <a:extLst>
                <a:ext uri="{FF2B5EF4-FFF2-40B4-BE49-F238E27FC236}">
                  <a16:creationId xmlns:a16="http://schemas.microsoft.com/office/drawing/2014/main" id="{33194C4A-8A37-4292-A735-8C1D9992E07D}"/>
                </a:ext>
              </a:extLst>
            </p:cNvPr>
            <p:cNvSpPr/>
            <p:nvPr/>
          </p:nvSpPr>
          <p:spPr>
            <a:xfrm>
              <a:off x="161267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7" name="Rectangle 586">
              <a:extLst>
                <a:ext uri="{FF2B5EF4-FFF2-40B4-BE49-F238E27FC236}">
                  <a16:creationId xmlns:a16="http://schemas.microsoft.com/office/drawing/2014/main" id="{73E043A0-0BD3-433F-8CF3-DAC838D3D67C}"/>
                </a:ext>
              </a:extLst>
            </p:cNvPr>
            <p:cNvSpPr/>
            <p:nvPr/>
          </p:nvSpPr>
          <p:spPr>
            <a:xfrm>
              <a:off x="177892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8" name="Rectangle 587">
              <a:extLst>
                <a:ext uri="{FF2B5EF4-FFF2-40B4-BE49-F238E27FC236}">
                  <a16:creationId xmlns:a16="http://schemas.microsoft.com/office/drawing/2014/main" id="{B6A3EBC6-83CE-4172-A053-2D1838536649}"/>
                </a:ext>
              </a:extLst>
            </p:cNvPr>
            <p:cNvSpPr/>
            <p:nvPr/>
          </p:nvSpPr>
          <p:spPr>
            <a:xfrm>
              <a:off x="194518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9" name="Rectangle 588">
              <a:extLst>
                <a:ext uri="{FF2B5EF4-FFF2-40B4-BE49-F238E27FC236}">
                  <a16:creationId xmlns:a16="http://schemas.microsoft.com/office/drawing/2014/main" id="{60BDE7B7-5EFA-46D5-A8F5-FCA0A032425A}"/>
                </a:ext>
              </a:extLst>
            </p:cNvPr>
            <p:cNvSpPr/>
            <p:nvPr/>
          </p:nvSpPr>
          <p:spPr>
            <a:xfrm>
              <a:off x="211143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0" name="Rectangle 589">
              <a:extLst>
                <a:ext uri="{FF2B5EF4-FFF2-40B4-BE49-F238E27FC236}">
                  <a16:creationId xmlns:a16="http://schemas.microsoft.com/office/drawing/2014/main" id="{AB1FFF1F-6E66-4117-9F32-9A770160C76D}"/>
                </a:ext>
              </a:extLst>
            </p:cNvPr>
            <p:cNvSpPr/>
            <p:nvPr/>
          </p:nvSpPr>
          <p:spPr>
            <a:xfrm>
              <a:off x="227769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1" name="Rectangle 590">
              <a:extLst>
                <a:ext uri="{FF2B5EF4-FFF2-40B4-BE49-F238E27FC236}">
                  <a16:creationId xmlns:a16="http://schemas.microsoft.com/office/drawing/2014/main" id="{9A09752E-495E-4289-AF63-A535EC6B98D2}"/>
                </a:ext>
              </a:extLst>
            </p:cNvPr>
            <p:cNvSpPr/>
            <p:nvPr/>
          </p:nvSpPr>
          <p:spPr>
            <a:xfrm>
              <a:off x="244394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2" name="Rectangle 591">
              <a:extLst>
                <a:ext uri="{FF2B5EF4-FFF2-40B4-BE49-F238E27FC236}">
                  <a16:creationId xmlns:a16="http://schemas.microsoft.com/office/drawing/2014/main" id="{DD8A3F87-860A-4855-B252-4096BC16C8D3}"/>
                </a:ext>
              </a:extLst>
            </p:cNvPr>
            <p:cNvSpPr/>
            <p:nvPr/>
          </p:nvSpPr>
          <p:spPr>
            <a:xfrm>
              <a:off x="261020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3" name="Rectangle 592">
              <a:extLst>
                <a:ext uri="{FF2B5EF4-FFF2-40B4-BE49-F238E27FC236}">
                  <a16:creationId xmlns:a16="http://schemas.microsoft.com/office/drawing/2014/main" id="{9FC3B846-13A2-4C32-8FB6-DD79F0680653}"/>
                </a:ext>
              </a:extLst>
            </p:cNvPr>
            <p:cNvSpPr/>
            <p:nvPr/>
          </p:nvSpPr>
          <p:spPr>
            <a:xfrm>
              <a:off x="277645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4" name="Rectangle 593">
              <a:extLst>
                <a:ext uri="{FF2B5EF4-FFF2-40B4-BE49-F238E27FC236}">
                  <a16:creationId xmlns:a16="http://schemas.microsoft.com/office/drawing/2014/main" id="{797D1AE9-70EA-48B3-A1CE-18474B4170C1}"/>
                </a:ext>
              </a:extLst>
            </p:cNvPr>
            <p:cNvSpPr/>
            <p:nvPr/>
          </p:nvSpPr>
          <p:spPr>
            <a:xfrm>
              <a:off x="294271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5" name="Rectangle 594">
              <a:extLst>
                <a:ext uri="{FF2B5EF4-FFF2-40B4-BE49-F238E27FC236}">
                  <a16:creationId xmlns:a16="http://schemas.microsoft.com/office/drawing/2014/main" id="{40FB94B6-A526-4939-8AE6-3EF8CCEE0973}"/>
                </a:ext>
              </a:extLst>
            </p:cNvPr>
            <p:cNvSpPr/>
            <p:nvPr/>
          </p:nvSpPr>
          <p:spPr>
            <a:xfrm>
              <a:off x="310896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6" name="Rectangle 595">
              <a:extLst>
                <a:ext uri="{FF2B5EF4-FFF2-40B4-BE49-F238E27FC236}">
                  <a16:creationId xmlns:a16="http://schemas.microsoft.com/office/drawing/2014/main" id="{647A2E50-B36D-48C8-BFCB-97C4C685AFDF}"/>
                </a:ext>
              </a:extLst>
            </p:cNvPr>
            <p:cNvSpPr/>
            <p:nvPr/>
          </p:nvSpPr>
          <p:spPr>
            <a:xfrm>
              <a:off x="327522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7" name="Rectangle 596">
              <a:extLst>
                <a:ext uri="{FF2B5EF4-FFF2-40B4-BE49-F238E27FC236}">
                  <a16:creationId xmlns:a16="http://schemas.microsoft.com/office/drawing/2014/main" id="{4D17AD80-5E61-403A-A6C9-B30E5B17AFA9}"/>
                </a:ext>
              </a:extLst>
            </p:cNvPr>
            <p:cNvSpPr/>
            <p:nvPr/>
          </p:nvSpPr>
          <p:spPr>
            <a:xfrm>
              <a:off x="344147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8" name="Rectangle 597">
              <a:extLst>
                <a:ext uri="{FF2B5EF4-FFF2-40B4-BE49-F238E27FC236}">
                  <a16:creationId xmlns:a16="http://schemas.microsoft.com/office/drawing/2014/main" id="{E4AD53F4-BC5E-4444-959E-71F937056F22}"/>
                </a:ext>
              </a:extLst>
            </p:cNvPr>
            <p:cNvSpPr/>
            <p:nvPr/>
          </p:nvSpPr>
          <p:spPr>
            <a:xfrm>
              <a:off x="360773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9" name="Rectangle 598">
              <a:extLst>
                <a:ext uri="{FF2B5EF4-FFF2-40B4-BE49-F238E27FC236}">
                  <a16:creationId xmlns:a16="http://schemas.microsoft.com/office/drawing/2014/main" id="{702DD553-420E-4A67-B3E5-22E85149CD2B}"/>
                </a:ext>
              </a:extLst>
            </p:cNvPr>
            <p:cNvSpPr/>
            <p:nvPr/>
          </p:nvSpPr>
          <p:spPr>
            <a:xfrm>
              <a:off x="377398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0" name="Rectangle 599">
              <a:extLst>
                <a:ext uri="{FF2B5EF4-FFF2-40B4-BE49-F238E27FC236}">
                  <a16:creationId xmlns:a16="http://schemas.microsoft.com/office/drawing/2014/main" id="{B7A4D659-D16E-4F86-A8DA-2C6BA61F0360}"/>
                </a:ext>
              </a:extLst>
            </p:cNvPr>
            <p:cNvSpPr/>
            <p:nvPr/>
          </p:nvSpPr>
          <p:spPr>
            <a:xfrm>
              <a:off x="394024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1" name="Rectangle 600">
              <a:extLst>
                <a:ext uri="{FF2B5EF4-FFF2-40B4-BE49-F238E27FC236}">
                  <a16:creationId xmlns:a16="http://schemas.microsoft.com/office/drawing/2014/main" id="{E70F86EC-B3FB-43D0-A143-3FE493F633CF}"/>
                </a:ext>
              </a:extLst>
            </p:cNvPr>
            <p:cNvSpPr/>
            <p:nvPr/>
          </p:nvSpPr>
          <p:spPr>
            <a:xfrm>
              <a:off x="410649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2" name="Rectangle 601">
              <a:extLst>
                <a:ext uri="{FF2B5EF4-FFF2-40B4-BE49-F238E27FC236}">
                  <a16:creationId xmlns:a16="http://schemas.microsoft.com/office/drawing/2014/main" id="{3755821A-4967-4949-8AF5-C7D258739225}"/>
                </a:ext>
              </a:extLst>
            </p:cNvPr>
            <p:cNvSpPr/>
            <p:nvPr/>
          </p:nvSpPr>
          <p:spPr>
            <a:xfrm>
              <a:off x="427275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3" name="Rectangle 602">
              <a:extLst>
                <a:ext uri="{FF2B5EF4-FFF2-40B4-BE49-F238E27FC236}">
                  <a16:creationId xmlns:a16="http://schemas.microsoft.com/office/drawing/2014/main" id="{BCFEC05A-E096-47A5-BB9B-8F90DFED9D6E}"/>
                </a:ext>
              </a:extLst>
            </p:cNvPr>
            <p:cNvSpPr/>
            <p:nvPr/>
          </p:nvSpPr>
          <p:spPr>
            <a:xfrm>
              <a:off x="443900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4" name="Rectangle 603">
              <a:extLst>
                <a:ext uri="{FF2B5EF4-FFF2-40B4-BE49-F238E27FC236}">
                  <a16:creationId xmlns:a16="http://schemas.microsoft.com/office/drawing/2014/main" id="{BCE6C366-29CF-42A1-B2CC-AFCE66415E99}"/>
                </a:ext>
              </a:extLst>
            </p:cNvPr>
            <p:cNvSpPr/>
            <p:nvPr/>
          </p:nvSpPr>
          <p:spPr>
            <a:xfrm>
              <a:off x="460526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5" name="Rectangle 604">
              <a:extLst>
                <a:ext uri="{FF2B5EF4-FFF2-40B4-BE49-F238E27FC236}">
                  <a16:creationId xmlns:a16="http://schemas.microsoft.com/office/drawing/2014/main" id="{33B0DFB7-EE71-4646-B61F-6D4A13833958}"/>
                </a:ext>
              </a:extLst>
            </p:cNvPr>
            <p:cNvSpPr/>
            <p:nvPr/>
          </p:nvSpPr>
          <p:spPr>
            <a:xfrm>
              <a:off x="477151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6" name="Rectangle 605">
              <a:extLst>
                <a:ext uri="{FF2B5EF4-FFF2-40B4-BE49-F238E27FC236}">
                  <a16:creationId xmlns:a16="http://schemas.microsoft.com/office/drawing/2014/main" id="{FC935DB1-1900-43B5-A0EB-C9B86F518DC7}"/>
                </a:ext>
              </a:extLst>
            </p:cNvPr>
            <p:cNvSpPr/>
            <p:nvPr/>
          </p:nvSpPr>
          <p:spPr>
            <a:xfrm>
              <a:off x="493777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7" name="Rectangle 606">
              <a:extLst>
                <a:ext uri="{FF2B5EF4-FFF2-40B4-BE49-F238E27FC236}">
                  <a16:creationId xmlns:a16="http://schemas.microsoft.com/office/drawing/2014/main" id="{879F0CC7-8E8F-4FE2-80AD-009D95436930}"/>
                </a:ext>
              </a:extLst>
            </p:cNvPr>
            <p:cNvSpPr/>
            <p:nvPr/>
          </p:nvSpPr>
          <p:spPr>
            <a:xfrm>
              <a:off x="510402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8" name="Rectangle 607">
              <a:extLst>
                <a:ext uri="{FF2B5EF4-FFF2-40B4-BE49-F238E27FC236}">
                  <a16:creationId xmlns:a16="http://schemas.microsoft.com/office/drawing/2014/main" id="{2BC12756-C964-4F81-AF48-EAEC5C4323AC}"/>
                </a:ext>
              </a:extLst>
            </p:cNvPr>
            <p:cNvSpPr/>
            <p:nvPr/>
          </p:nvSpPr>
          <p:spPr>
            <a:xfrm>
              <a:off x="527028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9" name="Rectangle 608">
              <a:extLst>
                <a:ext uri="{FF2B5EF4-FFF2-40B4-BE49-F238E27FC236}">
                  <a16:creationId xmlns:a16="http://schemas.microsoft.com/office/drawing/2014/main" id="{07A4D6EA-ABC5-45FE-87E2-38E48B901DB5}"/>
                </a:ext>
              </a:extLst>
            </p:cNvPr>
            <p:cNvSpPr/>
            <p:nvPr/>
          </p:nvSpPr>
          <p:spPr>
            <a:xfrm>
              <a:off x="543653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0" name="Rectangle 609">
              <a:extLst>
                <a:ext uri="{FF2B5EF4-FFF2-40B4-BE49-F238E27FC236}">
                  <a16:creationId xmlns:a16="http://schemas.microsoft.com/office/drawing/2014/main" id="{50931310-61AC-4F59-A6EE-72C83F09F746}"/>
                </a:ext>
              </a:extLst>
            </p:cNvPr>
            <p:cNvSpPr/>
            <p:nvPr/>
          </p:nvSpPr>
          <p:spPr>
            <a:xfrm>
              <a:off x="560279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1" name="Rectangle 610">
              <a:extLst>
                <a:ext uri="{FF2B5EF4-FFF2-40B4-BE49-F238E27FC236}">
                  <a16:creationId xmlns:a16="http://schemas.microsoft.com/office/drawing/2014/main" id="{037E4882-2FEB-4A83-B907-FA625853C4CC}"/>
                </a:ext>
              </a:extLst>
            </p:cNvPr>
            <p:cNvSpPr/>
            <p:nvPr/>
          </p:nvSpPr>
          <p:spPr>
            <a:xfrm>
              <a:off x="5769045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2" name="Rectangle 611">
              <a:extLst>
                <a:ext uri="{FF2B5EF4-FFF2-40B4-BE49-F238E27FC236}">
                  <a16:creationId xmlns:a16="http://schemas.microsoft.com/office/drawing/2014/main" id="{2A7C1AC7-85D1-4745-A9C3-86A4A26F8032}"/>
                </a:ext>
              </a:extLst>
            </p:cNvPr>
            <p:cNvSpPr/>
            <p:nvPr/>
          </p:nvSpPr>
          <p:spPr>
            <a:xfrm>
              <a:off x="5935300" y="4655135"/>
              <a:ext cx="166255" cy="166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D9006A3E-DDA0-45BB-82D2-EC92FBAA15A6}"/>
              </a:ext>
            </a:extLst>
          </p:cNvPr>
          <p:cNvGrpSpPr/>
          <p:nvPr/>
        </p:nvGrpSpPr>
        <p:grpSpPr>
          <a:xfrm>
            <a:off x="1832124" y="257339"/>
            <a:ext cx="498765" cy="498765"/>
            <a:chOff x="8295177" y="919018"/>
            <a:chExt cx="498765" cy="498765"/>
          </a:xfrm>
        </p:grpSpPr>
        <p:sp>
          <p:nvSpPr>
            <p:cNvPr id="613" name="Rectangle 612">
              <a:extLst>
                <a:ext uri="{FF2B5EF4-FFF2-40B4-BE49-F238E27FC236}">
                  <a16:creationId xmlns:a16="http://schemas.microsoft.com/office/drawing/2014/main" id="{B118D45B-2051-49D7-9D66-F7B887139480}"/>
                </a:ext>
              </a:extLst>
            </p:cNvPr>
            <p:cNvSpPr/>
            <p:nvPr/>
          </p:nvSpPr>
          <p:spPr>
            <a:xfrm>
              <a:off x="829517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4" name="Rectangle 613">
              <a:extLst>
                <a:ext uri="{FF2B5EF4-FFF2-40B4-BE49-F238E27FC236}">
                  <a16:creationId xmlns:a16="http://schemas.microsoft.com/office/drawing/2014/main" id="{FB6B23DD-81D7-43BC-BB68-2B9DD1FCFB48}"/>
                </a:ext>
              </a:extLst>
            </p:cNvPr>
            <p:cNvSpPr/>
            <p:nvPr/>
          </p:nvSpPr>
          <p:spPr>
            <a:xfrm>
              <a:off x="8461432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" name="Rectangle 614">
              <a:extLst>
                <a:ext uri="{FF2B5EF4-FFF2-40B4-BE49-F238E27FC236}">
                  <a16:creationId xmlns:a16="http://schemas.microsoft.com/office/drawing/2014/main" id="{CC2A8BF7-9419-4110-B438-93CBF261020C}"/>
                </a:ext>
              </a:extLst>
            </p:cNvPr>
            <p:cNvSpPr/>
            <p:nvPr/>
          </p:nvSpPr>
          <p:spPr>
            <a:xfrm>
              <a:off x="862768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" name="Rectangle 615">
              <a:extLst>
                <a:ext uri="{FF2B5EF4-FFF2-40B4-BE49-F238E27FC236}">
                  <a16:creationId xmlns:a16="http://schemas.microsoft.com/office/drawing/2014/main" id="{EF37590A-F0F5-45B1-BAEC-D63FF5DD86A9}"/>
                </a:ext>
              </a:extLst>
            </p:cNvPr>
            <p:cNvSpPr/>
            <p:nvPr/>
          </p:nvSpPr>
          <p:spPr>
            <a:xfrm>
              <a:off x="829517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46604678-4B2F-47EE-8559-86E736FF6A10}"/>
                </a:ext>
              </a:extLst>
            </p:cNvPr>
            <p:cNvSpPr/>
            <p:nvPr/>
          </p:nvSpPr>
          <p:spPr>
            <a:xfrm>
              <a:off x="862768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" name="Rectangle 618">
              <a:extLst>
                <a:ext uri="{FF2B5EF4-FFF2-40B4-BE49-F238E27FC236}">
                  <a16:creationId xmlns:a16="http://schemas.microsoft.com/office/drawing/2014/main" id="{14A9BCAD-4983-4686-9305-E903E1AA309A}"/>
                </a:ext>
              </a:extLst>
            </p:cNvPr>
            <p:cNvSpPr/>
            <p:nvPr/>
          </p:nvSpPr>
          <p:spPr>
            <a:xfrm>
              <a:off x="829517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" name="Rectangle 619">
              <a:extLst>
                <a:ext uri="{FF2B5EF4-FFF2-40B4-BE49-F238E27FC236}">
                  <a16:creationId xmlns:a16="http://schemas.microsoft.com/office/drawing/2014/main" id="{91366382-E920-4049-A638-37EB1D2B043C}"/>
                </a:ext>
              </a:extLst>
            </p:cNvPr>
            <p:cNvSpPr/>
            <p:nvPr/>
          </p:nvSpPr>
          <p:spPr>
            <a:xfrm>
              <a:off x="8461432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" name="Rectangle 620">
              <a:extLst>
                <a:ext uri="{FF2B5EF4-FFF2-40B4-BE49-F238E27FC236}">
                  <a16:creationId xmlns:a16="http://schemas.microsoft.com/office/drawing/2014/main" id="{23551777-18B5-4749-ADCF-08FBB5D43329}"/>
                </a:ext>
              </a:extLst>
            </p:cNvPr>
            <p:cNvSpPr/>
            <p:nvPr/>
          </p:nvSpPr>
          <p:spPr>
            <a:xfrm>
              <a:off x="862768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7" name="Rectangle 616">
              <a:extLst>
                <a:ext uri="{FF2B5EF4-FFF2-40B4-BE49-F238E27FC236}">
                  <a16:creationId xmlns:a16="http://schemas.microsoft.com/office/drawing/2014/main" id="{D82C05E0-1C7C-4B48-9B94-20FA9CE213F6}"/>
                </a:ext>
              </a:extLst>
            </p:cNvPr>
            <p:cNvSpPr/>
            <p:nvPr/>
          </p:nvSpPr>
          <p:spPr>
            <a:xfrm>
              <a:off x="8461432" y="1085273"/>
              <a:ext cx="166255" cy="16625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5" name="TextBox 624">
            <a:extLst>
              <a:ext uri="{FF2B5EF4-FFF2-40B4-BE49-F238E27FC236}">
                <a16:creationId xmlns:a16="http://schemas.microsoft.com/office/drawing/2014/main" id="{34503E5F-C51E-4B14-BA95-20D0A8B50E21}"/>
              </a:ext>
            </a:extLst>
          </p:cNvPr>
          <p:cNvSpPr txBox="1"/>
          <p:nvPr/>
        </p:nvSpPr>
        <p:spPr>
          <a:xfrm>
            <a:off x="75743" y="1046642"/>
            <a:ext cx="1626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Imagine inițială</a:t>
            </a:r>
            <a:endParaRPr lang="en-US" dirty="0"/>
          </a:p>
        </p:txBody>
      </p:sp>
      <p:sp>
        <p:nvSpPr>
          <p:cNvPr id="747" name="Rectangle 746">
            <a:extLst>
              <a:ext uri="{FF2B5EF4-FFF2-40B4-BE49-F238E27FC236}">
                <a16:creationId xmlns:a16="http://schemas.microsoft.com/office/drawing/2014/main" id="{B0800ED6-081F-4889-B4A8-630670F4F671}"/>
              </a:ext>
            </a:extLst>
          </p:cNvPr>
          <p:cNvSpPr/>
          <p:nvPr/>
        </p:nvSpPr>
        <p:spPr>
          <a:xfrm>
            <a:off x="6605859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8" name="Rectangle 747">
            <a:extLst>
              <a:ext uri="{FF2B5EF4-FFF2-40B4-BE49-F238E27FC236}">
                <a16:creationId xmlns:a16="http://schemas.microsoft.com/office/drawing/2014/main" id="{D7AC63F4-C53D-4A26-A3D6-7AD0DF10C752}"/>
              </a:ext>
            </a:extLst>
          </p:cNvPr>
          <p:cNvSpPr/>
          <p:nvPr/>
        </p:nvSpPr>
        <p:spPr>
          <a:xfrm>
            <a:off x="6772114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9" name="Rectangle 748">
            <a:extLst>
              <a:ext uri="{FF2B5EF4-FFF2-40B4-BE49-F238E27FC236}">
                <a16:creationId xmlns:a16="http://schemas.microsoft.com/office/drawing/2014/main" id="{C9AA5CCE-77D0-44F5-844F-8293326C5F81}"/>
              </a:ext>
            </a:extLst>
          </p:cNvPr>
          <p:cNvSpPr/>
          <p:nvPr/>
        </p:nvSpPr>
        <p:spPr>
          <a:xfrm>
            <a:off x="6938369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0" name="Rectangle 749">
            <a:extLst>
              <a:ext uri="{FF2B5EF4-FFF2-40B4-BE49-F238E27FC236}">
                <a16:creationId xmlns:a16="http://schemas.microsoft.com/office/drawing/2014/main" id="{3CD833A6-4484-460F-AD10-DD98927F9D09}"/>
              </a:ext>
            </a:extLst>
          </p:cNvPr>
          <p:cNvSpPr/>
          <p:nvPr/>
        </p:nvSpPr>
        <p:spPr>
          <a:xfrm>
            <a:off x="7104624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1" name="Rectangle 750">
            <a:extLst>
              <a:ext uri="{FF2B5EF4-FFF2-40B4-BE49-F238E27FC236}">
                <a16:creationId xmlns:a16="http://schemas.microsoft.com/office/drawing/2014/main" id="{ACB45354-6203-4143-9896-DDA0DF586794}"/>
              </a:ext>
            </a:extLst>
          </p:cNvPr>
          <p:cNvSpPr/>
          <p:nvPr/>
        </p:nvSpPr>
        <p:spPr>
          <a:xfrm>
            <a:off x="7270879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2" name="Rectangle 751">
            <a:extLst>
              <a:ext uri="{FF2B5EF4-FFF2-40B4-BE49-F238E27FC236}">
                <a16:creationId xmlns:a16="http://schemas.microsoft.com/office/drawing/2014/main" id="{2983215A-97E4-4ED5-A434-408FAF00987B}"/>
              </a:ext>
            </a:extLst>
          </p:cNvPr>
          <p:cNvSpPr/>
          <p:nvPr/>
        </p:nvSpPr>
        <p:spPr>
          <a:xfrm>
            <a:off x="7437134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3" name="Rectangle 752">
            <a:extLst>
              <a:ext uri="{FF2B5EF4-FFF2-40B4-BE49-F238E27FC236}">
                <a16:creationId xmlns:a16="http://schemas.microsoft.com/office/drawing/2014/main" id="{0353E47A-D076-4377-8E6C-3D1DE5B65746}"/>
              </a:ext>
            </a:extLst>
          </p:cNvPr>
          <p:cNvSpPr/>
          <p:nvPr/>
        </p:nvSpPr>
        <p:spPr>
          <a:xfrm>
            <a:off x="7603389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4" name="Rectangle 753">
            <a:extLst>
              <a:ext uri="{FF2B5EF4-FFF2-40B4-BE49-F238E27FC236}">
                <a16:creationId xmlns:a16="http://schemas.microsoft.com/office/drawing/2014/main" id="{02B2B065-9905-49F1-A18C-1358BF9E9FFD}"/>
              </a:ext>
            </a:extLst>
          </p:cNvPr>
          <p:cNvSpPr/>
          <p:nvPr/>
        </p:nvSpPr>
        <p:spPr>
          <a:xfrm>
            <a:off x="7769644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5" name="Rectangle 754">
            <a:extLst>
              <a:ext uri="{FF2B5EF4-FFF2-40B4-BE49-F238E27FC236}">
                <a16:creationId xmlns:a16="http://schemas.microsoft.com/office/drawing/2014/main" id="{85A8BF25-605D-4C9F-B158-6A1D3B85173D}"/>
              </a:ext>
            </a:extLst>
          </p:cNvPr>
          <p:cNvSpPr/>
          <p:nvPr/>
        </p:nvSpPr>
        <p:spPr>
          <a:xfrm>
            <a:off x="7935899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6" name="Rectangle 755">
            <a:extLst>
              <a:ext uri="{FF2B5EF4-FFF2-40B4-BE49-F238E27FC236}">
                <a16:creationId xmlns:a16="http://schemas.microsoft.com/office/drawing/2014/main" id="{EAADE858-131B-4F22-9A46-05F94558DE63}"/>
              </a:ext>
            </a:extLst>
          </p:cNvPr>
          <p:cNvSpPr/>
          <p:nvPr/>
        </p:nvSpPr>
        <p:spPr>
          <a:xfrm>
            <a:off x="8102154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" name="Rectangle 756">
            <a:extLst>
              <a:ext uri="{FF2B5EF4-FFF2-40B4-BE49-F238E27FC236}">
                <a16:creationId xmlns:a16="http://schemas.microsoft.com/office/drawing/2014/main" id="{906DA126-A307-4E52-9385-92A5E9C4F097}"/>
              </a:ext>
            </a:extLst>
          </p:cNvPr>
          <p:cNvSpPr/>
          <p:nvPr/>
        </p:nvSpPr>
        <p:spPr>
          <a:xfrm>
            <a:off x="8268409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8" name="Rectangle 757">
            <a:extLst>
              <a:ext uri="{FF2B5EF4-FFF2-40B4-BE49-F238E27FC236}">
                <a16:creationId xmlns:a16="http://schemas.microsoft.com/office/drawing/2014/main" id="{BA9E11D9-DEF3-4A45-AD63-61FD593472FF}"/>
              </a:ext>
            </a:extLst>
          </p:cNvPr>
          <p:cNvSpPr/>
          <p:nvPr/>
        </p:nvSpPr>
        <p:spPr>
          <a:xfrm>
            <a:off x="8434664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1A8C9AAE-6AFF-4BC0-A2FB-B61E58DFCDA4}"/>
              </a:ext>
            </a:extLst>
          </p:cNvPr>
          <p:cNvSpPr/>
          <p:nvPr/>
        </p:nvSpPr>
        <p:spPr>
          <a:xfrm>
            <a:off x="8600919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0" name="Rectangle 759">
            <a:extLst>
              <a:ext uri="{FF2B5EF4-FFF2-40B4-BE49-F238E27FC236}">
                <a16:creationId xmlns:a16="http://schemas.microsoft.com/office/drawing/2014/main" id="{9B5C1706-A4C7-4170-BE3F-EB6417CB0444}"/>
              </a:ext>
            </a:extLst>
          </p:cNvPr>
          <p:cNvSpPr/>
          <p:nvPr/>
        </p:nvSpPr>
        <p:spPr>
          <a:xfrm>
            <a:off x="8767174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1" name="Rectangle 760">
            <a:extLst>
              <a:ext uri="{FF2B5EF4-FFF2-40B4-BE49-F238E27FC236}">
                <a16:creationId xmlns:a16="http://schemas.microsoft.com/office/drawing/2014/main" id="{620A5060-8E13-48FA-80D3-93AEF476C33D}"/>
              </a:ext>
            </a:extLst>
          </p:cNvPr>
          <p:cNvSpPr/>
          <p:nvPr/>
        </p:nvSpPr>
        <p:spPr>
          <a:xfrm>
            <a:off x="8933429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2" name="Rectangle 761">
            <a:extLst>
              <a:ext uri="{FF2B5EF4-FFF2-40B4-BE49-F238E27FC236}">
                <a16:creationId xmlns:a16="http://schemas.microsoft.com/office/drawing/2014/main" id="{68074AB1-B10E-4BB5-916F-01B928351482}"/>
              </a:ext>
            </a:extLst>
          </p:cNvPr>
          <p:cNvSpPr/>
          <p:nvPr/>
        </p:nvSpPr>
        <p:spPr>
          <a:xfrm>
            <a:off x="9099684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3" name="Rectangle 762">
            <a:extLst>
              <a:ext uri="{FF2B5EF4-FFF2-40B4-BE49-F238E27FC236}">
                <a16:creationId xmlns:a16="http://schemas.microsoft.com/office/drawing/2014/main" id="{80405380-820B-4CDA-9A95-44368F256B4B}"/>
              </a:ext>
            </a:extLst>
          </p:cNvPr>
          <p:cNvSpPr/>
          <p:nvPr/>
        </p:nvSpPr>
        <p:spPr>
          <a:xfrm>
            <a:off x="9265939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58A0BF5F-4838-4B0A-86E8-D29AA8290D1F}"/>
              </a:ext>
            </a:extLst>
          </p:cNvPr>
          <p:cNvSpPr/>
          <p:nvPr/>
        </p:nvSpPr>
        <p:spPr>
          <a:xfrm>
            <a:off x="9432194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D7BB267E-1919-4EFF-B52C-933DEAFD2702}"/>
              </a:ext>
            </a:extLst>
          </p:cNvPr>
          <p:cNvSpPr/>
          <p:nvPr/>
        </p:nvSpPr>
        <p:spPr>
          <a:xfrm>
            <a:off x="9598449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C9143D5F-B5D1-4DCF-8712-E022149A199A}"/>
              </a:ext>
            </a:extLst>
          </p:cNvPr>
          <p:cNvSpPr/>
          <p:nvPr/>
        </p:nvSpPr>
        <p:spPr>
          <a:xfrm>
            <a:off x="9764704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7" name="Rectangle 766">
            <a:extLst>
              <a:ext uri="{FF2B5EF4-FFF2-40B4-BE49-F238E27FC236}">
                <a16:creationId xmlns:a16="http://schemas.microsoft.com/office/drawing/2014/main" id="{AE4CFC89-3419-4B18-9FCE-7FB04658FB81}"/>
              </a:ext>
            </a:extLst>
          </p:cNvPr>
          <p:cNvSpPr/>
          <p:nvPr/>
        </p:nvSpPr>
        <p:spPr>
          <a:xfrm>
            <a:off x="9930959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0FB4B6A0-AE20-436C-9841-49AA7C475AA1}"/>
              </a:ext>
            </a:extLst>
          </p:cNvPr>
          <p:cNvSpPr/>
          <p:nvPr/>
        </p:nvSpPr>
        <p:spPr>
          <a:xfrm>
            <a:off x="10097214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1C735C9B-8589-4EAF-BB23-4D6FF2B49D76}"/>
              </a:ext>
            </a:extLst>
          </p:cNvPr>
          <p:cNvSpPr/>
          <p:nvPr/>
        </p:nvSpPr>
        <p:spPr>
          <a:xfrm>
            <a:off x="10263469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1D55FE61-797A-4427-88C8-6CE5AA8779DF}"/>
              </a:ext>
            </a:extLst>
          </p:cNvPr>
          <p:cNvSpPr/>
          <p:nvPr/>
        </p:nvSpPr>
        <p:spPr>
          <a:xfrm>
            <a:off x="10429724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FDEE5AF-1105-43B9-9BE8-8FA1C3819BEF}"/>
              </a:ext>
            </a:extLst>
          </p:cNvPr>
          <p:cNvSpPr/>
          <p:nvPr/>
        </p:nvSpPr>
        <p:spPr>
          <a:xfrm>
            <a:off x="10595979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E4A22D57-A351-46D1-8B4D-7B620A135DDC}"/>
              </a:ext>
            </a:extLst>
          </p:cNvPr>
          <p:cNvSpPr/>
          <p:nvPr/>
        </p:nvSpPr>
        <p:spPr>
          <a:xfrm>
            <a:off x="10762234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645E5B7F-CC07-4DE6-A582-24D7488C527F}"/>
              </a:ext>
            </a:extLst>
          </p:cNvPr>
          <p:cNvSpPr/>
          <p:nvPr/>
        </p:nvSpPr>
        <p:spPr>
          <a:xfrm>
            <a:off x="10928489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CAAD4195-64C8-47AC-9CBF-9157EE1C107E}"/>
              </a:ext>
            </a:extLst>
          </p:cNvPr>
          <p:cNvSpPr/>
          <p:nvPr/>
        </p:nvSpPr>
        <p:spPr>
          <a:xfrm>
            <a:off x="11094744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3D8AE07-ECB0-410D-88A3-5084C090C22E}"/>
              </a:ext>
            </a:extLst>
          </p:cNvPr>
          <p:cNvSpPr/>
          <p:nvPr/>
        </p:nvSpPr>
        <p:spPr>
          <a:xfrm>
            <a:off x="11260999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12275BFC-1D55-4C2C-ABAA-764EE3812FA7}"/>
              </a:ext>
            </a:extLst>
          </p:cNvPr>
          <p:cNvSpPr/>
          <p:nvPr/>
        </p:nvSpPr>
        <p:spPr>
          <a:xfrm>
            <a:off x="11427254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FF24A91-D96A-43EF-B87D-032F187AEC0E}"/>
              </a:ext>
            </a:extLst>
          </p:cNvPr>
          <p:cNvSpPr/>
          <p:nvPr/>
        </p:nvSpPr>
        <p:spPr>
          <a:xfrm>
            <a:off x="11593509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3EEC5E5B-65CA-4C24-93D8-2F1F4602F1AB}"/>
              </a:ext>
            </a:extLst>
          </p:cNvPr>
          <p:cNvSpPr/>
          <p:nvPr/>
        </p:nvSpPr>
        <p:spPr>
          <a:xfrm>
            <a:off x="11759764" y="223108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ACB6939-B2E9-46F9-B6D2-B21EF81C1B91}"/>
              </a:ext>
            </a:extLst>
          </p:cNvPr>
          <p:cNvSpPr/>
          <p:nvPr/>
        </p:nvSpPr>
        <p:spPr>
          <a:xfrm>
            <a:off x="6605859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188CB774-6025-40D8-8390-FDD7D940E772}"/>
              </a:ext>
            </a:extLst>
          </p:cNvPr>
          <p:cNvSpPr/>
          <p:nvPr/>
        </p:nvSpPr>
        <p:spPr>
          <a:xfrm>
            <a:off x="6772114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FB33CB79-2B68-4D06-B19B-A12E6B3F8A08}"/>
              </a:ext>
            </a:extLst>
          </p:cNvPr>
          <p:cNvSpPr/>
          <p:nvPr/>
        </p:nvSpPr>
        <p:spPr>
          <a:xfrm>
            <a:off x="6938369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54269A6C-3D3A-4C54-8862-2ED60C0B9CC3}"/>
              </a:ext>
            </a:extLst>
          </p:cNvPr>
          <p:cNvSpPr/>
          <p:nvPr/>
        </p:nvSpPr>
        <p:spPr>
          <a:xfrm>
            <a:off x="7104624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7E3D0219-40D4-4F41-B9F7-A801D90B7A2A}"/>
              </a:ext>
            </a:extLst>
          </p:cNvPr>
          <p:cNvSpPr/>
          <p:nvPr/>
        </p:nvSpPr>
        <p:spPr>
          <a:xfrm>
            <a:off x="7270879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6AA7275B-0C13-4597-AB22-34B3254D914D}"/>
              </a:ext>
            </a:extLst>
          </p:cNvPr>
          <p:cNvSpPr/>
          <p:nvPr/>
        </p:nvSpPr>
        <p:spPr>
          <a:xfrm>
            <a:off x="7437134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5" name="Rectangle 784">
            <a:extLst>
              <a:ext uri="{FF2B5EF4-FFF2-40B4-BE49-F238E27FC236}">
                <a16:creationId xmlns:a16="http://schemas.microsoft.com/office/drawing/2014/main" id="{8BB78929-8526-4A06-8FAF-46D509869D30}"/>
              </a:ext>
            </a:extLst>
          </p:cNvPr>
          <p:cNvSpPr/>
          <p:nvPr/>
        </p:nvSpPr>
        <p:spPr>
          <a:xfrm>
            <a:off x="7603389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C6B9171F-3E29-4F1C-88C9-7D126184864E}"/>
              </a:ext>
            </a:extLst>
          </p:cNvPr>
          <p:cNvSpPr/>
          <p:nvPr/>
        </p:nvSpPr>
        <p:spPr>
          <a:xfrm>
            <a:off x="7769644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7" name="Rectangle 786">
            <a:extLst>
              <a:ext uri="{FF2B5EF4-FFF2-40B4-BE49-F238E27FC236}">
                <a16:creationId xmlns:a16="http://schemas.microsoft.com/office/drawing/2014/main" id="{5AE3C938-E2EB-4AF0-BE81-BA13658454EB}"/>
              </a:ext>
            </a:extLst>
          </p:cNvPr>
          <p:cNvSpPr/>
          <p:nvPr/>
        </p:nvSpPr>
        <p:spPr>
          <a:xfrm>
            <a:off x="7935899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8" name="Rectangle 787">
            <a:extLst>
              <a:ext uri="{FF2B5EF4-FFF2-40B4-BE49-F238E27FC236}">
                <a16:creationId xmlns:a16="http://schemas.microsoft.com/office/drawing/2014/main" id="{82E0EE81-FEBB-4AF5-9339-00843D86000E}"/>
              </a:ext>
            </a:extLst>
          </p:cNvPr>
          <p:cNvSpPr/>
          <p:nvPr/>
        </p:nvSpPr>
        <p:spPr>
          <a:xfrm>
            <a:off x="8102154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9" name="Rectangle 788">
            <a:extLst>
              <a:ext uri="{FF2B5EF4-FFF2-40B4-BE49-F238E27FC236}">
                <a16:creationId xmlns:a16="http://schemas.microsoft.com/office/drawing/2014/main" id="{2B44A411-01A2-4D37-93DD-EE068C2EBB6F}"/>
              </a:ext>
            </a:extLst>
          </p:cNvPr>
          <p:cNvSpPr/>
          <p:nvPr/>
        </p:nvSpPr>
        <p:spPr>
          <a:xfrm>
            <a:off x="8268409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6CE81C76-79E6-4DF5-BFBE-F5E078D2073B}"/>
              </a:ext>
            </a:extLst>
          </p:cNvPr>
          <p:cNvSpPr/>
          <p:nvPr/>
        </p:nvSpPr>
        <p:spPr>
          <a:xfrm>
            <a:off x="8434664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17CFCD3F-ACC9-4A9F-9BC8-F8B1853E998C}"/>
              </a:ext>
            </a:extLst>
          </p:cNvPr>
          <p:cNvSpPr/>
          <p:nvPr/>
        </p:nvSpPr>
        <p:spPr>
          <a:xfrm>
            <a:off x="8600919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98DA8EB9-35B7-4F19-8D0A-29AE02C01922}"/>
              </a:ext>
            </a:extLst>
          </p:cNvPr>
          <p:cNvSpPr/>
          <p:nvPr/>
        </p:nvSpPr>
        <p:spPr>
          <a:xfrm>
            <a:off x="8767174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665465CD-9C43-4B51-8708-5C52EE2B46CC}"/>
              </a:ext>
            </a:extLst>
          </p:cNvPr>
          <p:cNvSpPr/>
          <p:nvPr/>
        </p:nvSpPr>
        <p:spPr>
          <a:xfrm>
            <a:off x="8933429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5B46161F-0624-422B-A1A6-277D9FC3703F}"/>
              </a:ext>
            </a:extLst>
          </p:cNvPr>
          <p:cNvSpPr/>
          <p:nvPr/>
        </p:nvSpPr>
        <p:spPr>
          <a:xfrm>
            <a:off x="9099684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C3FD7C26-D394-4D67-A1D5-1BBE52D82D1C}"/>
              </a:ext>
            </a:extLst>
          </p:cNvPr>
          <p:cNvSpPr/>
          <p:nvPr/>
        </p:nvSpPr>
        <p:spPr>
          <a:xfrm>
            <a:off x="9265939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86260EFB-49E3-49A7-9A34-C122F11ADA6A}"/>
              </a:ext>
            </a:extLst>
          </p:cNvPr>
          <p:cNvSpPr/>
          <p:nvPr/>
        </p:nvSpPr>
        <p:spPr>
          <a:xfrm>
            <a:off x="9432194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B7800CD6-0D14-4067-BA59-EFA765F84759}"/>
              </a:ext>
            </a:extLst>
          </p:cNvPr>
          <p:cNvSpPr/>
          <p:nvPr/>
        </p:nvSpPr>
        <p:spPr>
          <a:xfrm>
            <a:off x="9598449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8" name="Rectangle 797">
            <a:extLst>
              <a:ext uri="{FF2B5EF4-FFF2-40B4-BE49-F238E27FC236}">
                <a16:creationId xmlns:a16="http://schemas.microsoft.com/office/drawing/2014/main" id="{3A6AA59B-26A6-48C2-A50C-D7AC58646F98}"/>
              </a:ext>
            </a:extLst>
          </p:cNvPr>
          <p:cNvSpPr/>
          <p:nvPr/>
        </p:nvSpPr>
        <p:spPr>
          <a:xfrm>
            <a:off x="9764704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9" name="Rectangle 798">
            <a:extLst>
              <a:ext uri="{FF2B5EF4-FFF2-40B4-BE49-F238E27FC236}">
                <a16:creationId xmlns:a16="http://schemas.microsoft.com/office/drawing/2014/main" id="{BD3F53C7-E028-41A5-8D6C-37EF7602C96D}"/>
              </a:ext>
            </a:extLst>
          </p:cNvPr>
          <p:cNvSpPr/>
          <p:nvPr/>
        </p:nvSpPr>
        <p:spPr>
          <a:xfrm>
            <a:off x="9930959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0" name="Rectangle 799">
            <a:extLst>
              <a:ext uri="{FF2B5EF4-FFF2-40B4-BE49-F238E27FC236}">
                <a16:creationId xmlns:a16="http://schemas.microsoft.com/office/drawing/2014/main" id="{F7283BB5-9514-4042-AD92-B6B9D5F62F27}"/>
              </a:ext>
            </a:extLst>
          </p:cNvPr>
          <p:cNvSpPr/>
          <p:nvPr/>
        </p:nvSpPr>
        <p:spPr>
          <a:xfrm>
            <a:off x="10097214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" name="Rectangle 800">
            <a:extLst>
              <a:ext uri="{FF2B5EF4-FFF2-40B4-BE49-F238E27FC236}">
                <a16:creationId xmlns:a16="http://schemas.microsoft.com/office/drawing/2014/main" id="{07C1C5E9-3E0B-4E0F-9ACF-E1132782D604}"/>
              </a:ext>
            </a:extLst>
          </p:cNvPr>
          <p:cNvSpPr/>
          <p:nvPr/>
        </p:nvSpPr>
        <p:spPr>
          <a:xfrm>
            <a:off x="10263469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2" name="Rectangle 801">
            <a:extLst>
              <a:ext uri="{FF2B5EF4-FFF2-40B4-BE49-F238E27FC236}">
                <a16:creationId xmlns:a16="http://schemas.microsoft.com/office/drawing/2014/main" id="{C986467C-2D60-45CA-804F-918D238FDA70}"/>
              </a:ext>
            </a:extLst>
          </p:cNvPr>
          <p:cNvSpPr/>
          <p:nvPr/>
        </p:nvSpPr>
        <p:spPr>
          <a:xfrm>
            <a:off x="10429724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3" name="Rectangle 802">
            <a:extLst>
              <a:ext uri="{FF2B5EF4-FFF2-40B4-BE49-F238E27FC236}">
                <a16:creationId xmlns:a16="http://schemas.microsoft.com/office/drawing/2014/main" id="{44A57D8C-0784-402F-9B5C-C4B3FCE3EE4B}"/>
              </a:ext>
            </a:extLst>
          </p:cNvPr>
          <p:cNvSpPr/>
          <p:nvPr/>
        </p:nvSpPr>
        <p:spPr>
          <a:xfrm>
            <a:off x="10595979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4" name="Rectangle 803">
            <a:extLst>
              <a:ext uri="{FF2B5EF4-FFF2-40B4-BE49-F238E27FC236}">
                <a16:creationId xmlns:a16="http://schemas.microsoft.com/office/drawing/2014/main" id="{E13EC11B-4E35-4B96-A276-0D7ADB1F2D7A}"/>
              </a:ext>
            </a:extLst>
          </p:cNvPr>
          <p:cNvSpPr/>
          <p:nvPr/>
        </p:nvSpPr>
        <p:spPr>
          <a:xfrm>
            <a:off x="10762234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5" name="Rectangle 804">
            <a:extLst>
              <a:ext uri="{FF2B5EF4-FFF2-40B4-BE49-F238E27FC236}">
                <a16:creationId xmlns:a16="http://schemas.microsoft.com/office/drawing/2014/main" id="{26B11FA8-F013-4C29-8E56-B1F23F7469B6}"/>
              </a:ext>
            </a:extLst>
          </p:cNvPr>
          <p:cNvSpPr/>
          <p:nvPr/>
        </p:nvSpPr>
        <p:spPr>
          <a:xfrm>
            <a:off x="10928489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6" name="Rectangle 805">
            <a:extLst>
              <a:ext uri="{FF2B5EF4-FFF2-40B4-BE49-F238E27FC236}">
                <a16:creationId xmlns:a16="http://schemas.microsoft.com/office/drawing/2014/main" id="{400C7F0B-F314-4BC7-968F-9423DE17FB3E}"/>
              </a:ext>
            </a:extLst>
          </p:cNvPr>
          <p:cNvSpPr/>
          <p:nvPr/>
        </p:nvSpPr>
        <p:spPr>
          <a:xfrm>
            <a:off x="11094744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7" name="Rectangle 806">
            <a:extLst>
              <a:ext uri="{FF2B5EF4-FFF2-40B4-BE49-F238E27FC236}">
                <a16:creationId xmlns:a16="http://schemas.microsoft.com/office/drawing/2014/main" id="{15427372-0746-45B9-87FE-E288D6CDE493}"/>
              </a:ext>
            </a:extLst>
          </p:cNvPr>
          <p:cNvSpPr/>
          <p:nvPr/>
        </p:nvSpPr>
        <p:spPr>
          <a:xfrm>
            <a:off x="11260999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8" name="Rectangle 807">
            <a:extLst>
              <a:ext uri="{FF2B5EF4-FFF2-40B4-BE49-F238E27FC236}">
                <a16:creationId xmlns:a16="http://schemas.microsoft.com/office/drawing/2014/main" id="{4143BA88-6E1E-4A46-A09D-5D9FF568FFED}"/>
              </a:ext>
            </a:extLst>
          </p:cNvPr>
          <p:cNvSpPr/>
          <p:nvPr/>
        </p:nvSpPr>
        <p:spPr>
          <a:xfrm>
            <a:off x="11427254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9" name="Rectangle 808">
            <a:extLst>
              <a:ext uri="{FF2B5EF4-FFF2-40B4-BE49-F238E27FC236}">
                <a16:creationId xmlns:a16="http://schemas.microsoft.com/office/drawing/2014/main" id="{358DE9AC-A5C6-4FFB-9642-75E83CC10B32}"/>
              </a:ext>
            </a:extLst>
          </p:cNvPr>
          <p:cNvSpPr/>
          <p:nvPr/>
        </p:nvSpPr>
        <p:spPr>
          <a:xfrm>
            <a:off x="11593509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0" name="Rectangle 809">
            <a:extLst>
              <a:ext uri="{FF2B5EF4-FFF2-40B4-BE49-F238E27FC236}">
                <a16:creationId xmlns:a16="http://schemas.microsoft.com/office/drawing/2014/main" id="{ACAC36E4-C72F-45C7-950E-8D4BF8181C34}"/>
              </a:ext>
            </a:extLst>
          </p:cNvPr>
          <p:cNvSpPr/>
          <p:nvPr/>
        </p:nvSpPr>
        <p:spPr>
          <a:xfrm>
            <a:off x="11759764" y="239733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1" name="Rectangle 810">
            <a:extLst>
              <a:ext uri="{FF2B5EF4-FFF2-40B4-BE49-F238E27FC236}">
                <a16:creationId xmlns:a16="http://schemas.microsoft.com/office/drawing/2014/main" id="{A36E511D-31E4-484F-88B7-F6F1C9C0F7F9}"/>
              </a:ext>
            </a:extLst>
          </p:cNvPr>
          <p:cNvSpPr/>
          <p:nvPr/>
        </p:nvSpPr>
        <p:spPr>
          <a:xfrm>
            <a:off x="6605859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2" name="Rectangle 811">
            <a:extLst>
              <a:ext uri="{FF2B5EF4-FFF2-40B4-BE49-F238E27FC236}">
                <a16:creationId xmlns:a16="http://schemas.microsoft.com/office/drawing/2014/main" id="{7087260A-AC8A-44F5-98BD-303E3B0F33E9}"/>
              </a:ext>
            </a:extLst>
          </p:cNvPr>
          <p:cNvSpPr/>
          <p:nvPr/>
        </p:nvSpPr>
        <p:spPr>
          <a:xfrm>
            <a:off x="6772114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3" name="Rectangle 812">
            <a:extLst>
              <a:ext uri="{FF2B5EF4-FFF2-40B4-BE49-F238E27FC236}">
                <a16:creationId xmlns:a16="http://schemas.microsoft.com/office/drawing/2014/main" id="{F8619593-C042-4C37-A032-8FAFF47F6B96}"/>
              </a:ext>
            </a:extLst>
          </p:cNvPr>
          <p:cNvSpPr/>
          <p:nvPr/>
        </p:nvSpPr>
        <p:spPr>
          <a:xfrm>
            <a:off x="6938369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4" name="Rectangle 813">
            <a:extLst>
              <a:ext uri="{FF2B5EF4-FFF2-40B4-BE49-F238E27FC236}">
                <a16:creationId xmlns:a16="http://schemas.microsoft.com/office/drawing/2014/main" id="{DA1E2D73-923C-4FE7-8441-B0D841290CCD}"/>
              </a:ext>
            </a:extLst>
          </p:cNvPr>
          <p:cNvSpPr/>
          <p:nvPr/>
        </p:nvSpPr>
        <p:spPr>
          <a:xfrm>
            <a:off x="7104624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5" name="Rectangle 814">
            <a:extLst>
              <a:ext uri="{FF2B5EF4-FFF2-40B4-BE49-F238E27FC236}">
                <a16:creationId xmlns:a16="http://schemas.microsoft.com/office/drawing/2014/main" id="{562865FF-0AD5-44BC-8EEE-7B74BEDE63E4}"/>
              </a:ext>
            </a:extLst>
          </p:cNvPr>
          <p:cNvSpPr/>
          <p:nvPr/>
        </p:nvSpPr>
        <p:spPr>
          <a:xfrm>
            <a:off x="7270879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6" name="Rectangle 815">
            <a:extLst>
              <a:ext uri="{FF2B5EF4-FFF2-40B4-BE49-F238E27FC236}">
                <a16:creationId xmlns:a16="http://schemas.microsoft.com/office/drawing/2014/main" id="{B1E013BA-3DFF-44FC-85BE-472A945617FB}"/>
              </a:ext>
            </a:extLst>
          </p:cNvPr>
          <p:cNvSpPr/>
          <p:nvPr/>
        </p:nvSpPr>
        <p:spPr>
          <a:xfrm>
            <a:off x="7437134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7" name="Rectangle 816">
            <a:extLst>
              <a:ext uri="{FF2B5EF4-FFF2-40B4-BE49-F238E27FC236}">
                <a16:creationId xmlns:a16="http://schemas.microsoft.com/office/drawing/2014/main" id="{A07AA072-20DA-4FE8-AA6E-4024A7EEBC21}"/>
              </a:ext>
            </a:extLst>
          </p:cNvPr>
          <p:cNvSpPr/>
          <p:nvPr/>
        </p:nvSpPr>
        <p:spPr>
          <a:xfrm>
            <a:off x="7603389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8" name="Rectangle 817">
            <a:extLst>
              <a:ext uri="{FF2B5EF4-FFF2-40B4-BE49-F238E27FC236}">
                <a16:creationId xmlns:a16="http://schemas.microsoft.com/office/drawing/2014/main" id="{7327967D-E12E-4F2A-8A5C-6998754744D8}"/>
              </a:ext>
            </a:extLst>
          </p:cNvPr>
          <p:cNvSpPr/>
          <p:nvPr/>
        </p:nvSpPr>
        <p:spPr>
          <a:xfrm>
            <a:off x="7769644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" name="Rectangle 818">
            <a:extLst>
              <a:ext uri="{FF2B5EF4-FFF2-40B4-BE49-F238E27FC236}">
                <a16:creationId xmlns:a16="http://schemas.microsoft.com/office/drawing/2014/main" id="{E67D55B7-18D3-4B76-AA21-F59F23196AFE}"/>
              </a:ext>
            </a:extLst>
          </p:cNvPr>
          <p:cNvSpPr/>
          <p:nvPr/>
        </p:nvSpPr>
        <p:spPr>
          <a:xfrm>
            <a:off x="7935899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" name="Rectangle 819">
            <a:extLst>
              <a:ext uri="{FF2B5EF4-FFF2-40B4-BE49-F238E27FC236}">
                <a16:creationId xmlns:a16="http://schemas.microsoft.com/office/drawing/2014/main" id="{DB9277D8-702A-44BA-9899-334FA9FD8896}"/>
              </a:ext>
            </a:extLst>
          </p:cNvPr>
          <p:cNvSpPr/>
          <p:nvPr/>
        </p:nvSpPr>
        <p:spPr>
          <a:xfrm>
            <a:off x="8102154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29448C74-B3E5-4FDA-8F75-A95D808272DE}"/>
              </a:ext>
            </a:extLst>
          </p:cNvPr>
          <p:cNvSpPr/>
          <p:nvPr/>
        </p:nvSpPr>
        <p:spPr>
          <a:xfrm>
            <a:off x="8268409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BF31CB06-1034-4C80-A6B7-E2007AA81657}"/>
              </a:ext>
            </a:extLst>
          </p:cNvPr>
          <p:cNvSpPr/>
          <p:nvPr/>
        </p:nvSpPr>
        <p:spPr>
          <a:xfrm>
            <a:off x="8434664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2DCCB045-FF3F-4C64-B6E3-3C252087433C}"/>
              </a:ext>
            </a:extLst>
          </p:cNvPr>
          <p:cNvSpPr/>
          <p:nvPr/>
        </p:nvSpPr>
        <p:spPr>
          <a:xfrm>
            <a:off x="8600919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11881EA9-4716-4FEE-87E2-43FBF158A81F}"/>
              </a:ext>
            </a:extLst>
          </p:cNvPr>
          <p:cNvSpPr/>
          <p:nvPr/>
        </p:nvSpPr>
        <p:spPr>
          <a:xfrm>
            <a:off x="8767174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CB8A6561-E13C-47FD-AE22-C71CCEA5707D}"/>
              </a:ext>
            </a:extLst>
          </p:cNvPr>
          <p:cNvSpPr/>
          <p:nvPr/>
        </p:nvSpPr>
        <p:spPr>
          <a:xfrm>
            <a:off x="8933429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98ED5613-C219-4340-99A7-2853A7C5FA8D}"/>
              </a:ext>
            </a:extLst>
          </p:cNvPr>
          <p:cNvSpPr/>
          <p:nvPr/>
        </p:nvSpPr>
        <p:spPr>
          <a:xfrm>
            <a:off x="9099684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E9BE9844-2EC1-4097-AA08-DF85635CB9E8}"/>
              </a:ext>
            </a:extLst>
          </p:cNvPr>
          <p:cNvSpPr/>
          <p:nvPr/>
        </p:nvSpPr>
        <p:spPr>
          <a:xfrm>
            <a:off x="9265939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E5FC1068-D9CD-4165-8145-38D40F2C5747}"/>
              </a:ext>
            </a:extLst>
          </p:cNvPr>
          <p:cNvSpPr/>
          <p:nvPr/>
        </p:nvSpPr>
        <p:spPr>
          <a:xfrm>
            <a:off x="9432194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9" name="Rectangle 828">
            <a:extLst>
              <a:ext uri="{FF2B5EF4-FFF2-40B4-BE49-F238E27FC236}">
                <a16:creationId xmlns:a16="http://schemas.microsoft.com/office/drawing/2014/main" id="{29FA2EA7-387E-4459-910B-EDBF7DF515F0}"/>
              </a:ext>
            </a:extLst>
          </p:cNvPr>
          <p:cNvSpPr/>
          <p:nvPr/>
        </p:nvSpPr>
        <p:spPr>
          <a:xfrm>
            <a:off x="9598449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0" name="Rectangle 829">
            <a:extLst>
              <a:ext uri="{FF2B5EF4-FFF2-40B4-BE49-F238E27FC236}">
                <a16:creationId xmlns:a16="http://schemas.microsoft.com/office/drawing/2014/main" id="{E1066AF5-9F5A-4C56-939E-910D1818FF9E}"/>
              </a:ext>
            </a:extLst>
          </p:cNvPr>
          <p:cNvSpPr/>
          <p:nvPr/>
        </p:nvSpPr>
        <p:spPr>
          <a:xfrm>
            <a:off x="9764704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1" name="Rectangle 830">
            <a:extLst>
              <a:ext uri="{FF2B5EF4-FFF2-40B4-BE49-F238E27FC236}">
                <a16:creationId xmlns:a16="http://schemas.microsoft.com/office/drawing/2014/main" id="{E8B15205-0654-4275-8E67-93AF9A41C93F}"/>
              </a:ext>
            </a:extLst>
          </p:cNvPr>
          <p:cNvSpPr/>
          <p:nvPr/>
        </p:nvSpPr>
        <p:spPr>
          <a:xfrm>
            <a:off x="9930959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2" name="Rectangle 831">
            <a:extLst>
              <a:ext uri="{FF2B5EF4-FFF2-40B4-BE49-F238E27FC236}">
                <a16:creationId xmlns:a16="http://schemas.microsoft.com/office/drawing/2014/main" id="{8C86EFB3-9EC1-4571-9BEC-F38CBACA66F8}"/>
              </a:ext>
            </a:extLst>
          </p:cNvPr>
          <p:cNvSpPr/>
          <p:nvPr/>
        </p:nvSpPr>
        <p:spPr>
          <a:xfrm>
            <a:off x="10097214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3" name="Rectangle 832">
            <a:extLst>
              <a:ext uri="{FF2B5EF4-FFF2-40B4-BE49-F238E27FC236}">
                <a16:creationId xmlns:a16="http://schemas.microsoft.com/office/drawing/2014/main" id="{4EFFF504-A09F-4B4C-88B0-1478730EEBB9}"/>
              </a:ext>
            </a:extLst>
          </p:cNvPr>
          <p:cNvSpPr/>
          <p:nvPr/>
        </p:nvSpPr>
        <p:spPr>
          <a:xfrm>
            <a:off x="10263469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D55C7987-576A-43F1-90F5-50D9EA286FA7}"/>
              </a:ext>
            </a:extLst>
          </p:cNvPr>
          <p:cNvSpPr/>
          <p:nvPr/>
        </p:nvSpPr>
        <p:spPr>
          <a:xfrm>
            <a:off x="10429724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24DD8042-F44C-42CC-9C47-B5C3D3C3BAEB}"/>
              </a:ext>
            </a:extLst>
          </p:cNvPr>
          <p:cNvSpPr/>
          <p:nvPr/>
        </p:nvSpPr>
        <p:spPr>
          <a:xfrm>
            <a:off x="10595979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AB28ED63-5E3D-4386-BFE2-F31E610455D4}"/>
              </a:ext>
            </a:extLst>
          </p:cNvPr>
          <p:cNvSpPr/>
          <p:nvPr/>
        </p:nvSpPr>
        <p:spPr>
          <a:xfrm>
            <a:off x="10762234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70DD1414-D1F0-4203-924A-755543866A3E}"/>
              </a:ext>
            </a:extLst>
          </p:cNvPr>
          <p:cNvSpPr/>
          <p:nvPr/>
        </p:nvSpPr>
        <p:spPr>
          <a:xfrm>
            <a:off x="10928489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951E602B-9FFE-4CD7-8C9D-0A4093C70F5E}"/>
              </a:ext>
            </a:extLst>
          </p:cNvPr>
          <p:cNvSpPr/>
          <p:nvPr/>
        </p:nvSpPr>
        <p:spPr>
          <a:xfrm>
            <a:off x="11094744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E02C9954-7731-4419-9641-8FCD88C8C3F8}"/>
              </a:ext>
            </a:extLst>
          </p:cNvPr>
          <p:cNvSpPr/>
          <p:nvPr/>
        </p:nvSpPr>
        <p:spPr>
          <a:xfrm>
            <a:off x="11260999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D1473119-2CB6-41CA-9703-46ED323CA564}"/>
              </a:ext>
            </a:extLst>
          </p:cNvPr>
          <p:cNvSpPr/>
          <p:nvPr/>
        </p:nvSpPr>
        <p:spPr>
          <a:xfrm>
            <a:off x="11427254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BF8B5185-519E-4956-9122-102443D07790}"/>
              </a:ext>
            </a:extLst>
          </p:cNvPr>
          <p:cNvSpPr/>
          <p:nvPr/>
        </p:nvSpPr>
        <p:spPr>
          <a:xfrm>
            <a:off x="11593509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2" name="Rectangle 841">
            <a:extLst>
              <a:ext uri="{FF2B5EF4-FFF2-40B4-BE49-F238E27FC236}">
                <a16:creationId xmlns:a16="http://schemas.microsoft.com/office/drawing/2014/main" id="{19AAFDE9-3AD2-4B7B-8661-E70C58B95643}"/>
              </a:ext>
            </a:extLst>
          </p:cNvPr>
          <p:cNvSpPr/>
          <p:nvPr/>
        </p:nvSpPr>
        <p:spPr>
          <a:xfrm>
            <a:off x="11759764" y="256359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3" name="Rectangle 842">
            <a:extLst>
              <a:ext uri="{FF2B5EF4-FFF2-40B4-BE49-F238E27FC236}">
                <a16:creationId xmlns:a16="http://schemas.microsoft.com/office/drawing/2014/main" id="{4EC5D8D9-DE61-45F3-9FFB-6224A1D08BB2}"/>
              </a:ext>
            </a:extLst>
          </p:cNvPr>
          <p:cNvSpPr/>
          <p:nvPr/>
        </p:nvSpPr>
        <p:spPr>
          <a:xfrm>
            <a:off x="6605859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4" name="Rectangle 843">
            <a:extLst>
              <a:ext uri="{FF2B5EF4-FFF2-40B4-BE49-F238E27FC236}">
                <a16:creationId xmlns:a16="http://schemas.microsoft.com/office/drawing/2014/main" id="{09704AEC-8F05-48E5-9F10-9EBB4FD94021}"/>
              </a:ext>
            </a:extLst>
          </p:cNvPr>
          <p:cNvSpPr/>
          <p:nvPr/>
        </p:nvSpPr>
        <p:spPr>
          <a:xfrm>
            <a:off x="6772114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5" name="Rectangle 844">
            <a:extLst>
              <a:ext uri="{FF2B5EF4-FFF2-40B4-BE49-F238E27FC236}">
                <a16:creationId xmlns:a16="http://schemas.microsoft.com/office/drawing/2014/main" id="{255255C1-2889-4FB6-B6A9-DF34BB3638BC}"/>
              </a:ext>
            </a:extLst>
          </p:cNvPr>
          <p:cNvSpPr/>
          <p:nvPr/>
        </p:nvSpPr>
        <p:spPr>
          <a:xfrm>
            <a:off x="6938369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96127893-3367-4C9D-A683-6A4A29B6992F}"/>
              </a:ext>
            </a:extLst>
          </p:cNvPr>
          <p:cNvSpPr/>
          <p:nvPr/>
        </p:nvSpPr>
        <p:spPr>
          <a:xfrm>
            <a:off x="7104624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FE620C97-63D8-43FC-99D8-CF876F262E40}"/>
              </a:ext>
            </a:extLst>
          </p:cNvPr>
          <p:cNvSpPr/>
          <p:nvPr/>
        </p:nvSpPr>
        <p:spPr>
          <a:xfrm>
            <a:off x="7270879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2AB5BAF4-55EE-4758-8F13-B4E460FD653F}"/>
              </a:ext>
            </a:extLst>
          </p:cNvPr>
          <p:cNvSpPr/>
          <p:nvPr/>
        </p:nvSpPr>
        <p:spPr>
          <a:xfrm>
            <a:off x="7437134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3DAA2B0E-6B7B-42C5-8300-0034D33EB1E8}"/>
              </a:ext>
            </a:extLst>
          </p:cNvPr>
          <p:cNvSpPr/>
          <p:nvPr/>
        </p:nvSpPr>
        <p:spPr>
          <a:xfrm>
            <a:off x="7603389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3387DEB9-936C-462C-AF85-41446F484E3A}"/>
              </a:ext>
            </a:extLst>
          </p:cNvPr>
          <p:cNvSpPr/>
          <p:nvPr/>
        </p:nvSpPr>
        <p:spPr>
          <a:xfrm>
            <a:off x="7769644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194EA966-DFF3-4028-8443-0D483BA0AD68}"/>
              </a:ext>
            </a:extLst>
          </p:cNvPr>
          <p:cNvSpPr/>
          <p:nvPr/>
        </p:nvSpPr>
        <p:spPr>
          <a:xfrm>
            <a:off x="7935899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4031ACB7-66CB-442A-BA4A-DA97EFF7827C}"/>
              </a:ext>
            </a:extLst>
          </p:cNvPr>
          <p:cNvSpPr/>
          <p:nvPr/>
        </p:nvSpPr>
        <p:spPr>
          <a:xfrm>
            <a:off x="8102154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D940C6DE-B327-49C0-9FD9-9D177501B133}"/>
              </a:ext>
            </a:extLst>
          </p:cNvPr>
          <p:cNvSpPr/>
          <p:nvPr/>
        </p:nvSpPr>
        <p:spPr>
          <a:xfrm>
            <a:off x="8268409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03FF657D-09A0-4EE3-B697-DE0420766E1F}"/>
              </a:ext>
            </a:extLst>
          </p:cNvPr>
          <p:cNvSpPr/>
          <p:nvPr/>
        </p:nvSpPr>
        <p:spPr>
          <a:xfrm>
            <a:off x="8434664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279957F5-38EF-4D86-B477-9D6936F762CD}"/>
              </a:ext>
            </a:extLst>
          </p:cNvPr>
          <p:cNvSpPr/>
          <p:nvPr/>
        </p:nvSpPr>
        <p:spPr>
          <a:xfrm>
            <a:off x="8600919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6" name="Rectangle 855">
            <a:extLst>
              <a:ext uri="{FF2B5EF4-FFF2-40B4-BE49-F238E27FC236}">
                <a16:creationId xmlns:a16="http://schemas.microsoft.com/office/drawing/2014/main" id="{5F44B501-B1B1-4549-ADD8-902B6393BF1A}"/>
              </a:ext>
            </a:extLst>
          </p:cNvPr>
          <p:cNvSpPr/>
          <p:nvPr/>
        </p:nvSpPr>
        <p:spPr>
          <a:xfrm>
            <a:off x="8767174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7" name="Rectangle 856">
            <a:extLst>
              <a:ext uri="{FF2B5EF4-FFF2-40B4-BE49-F238E27FC236}">
                <a16:creationId xmlns:a16="http://schemas.microsoft.com/office/drawing/2014/main" id="{EAD4DD54-ED55-4D24-9512-3CF1CB9E2A00}"/>
              </a:ext>
            </a:extLst>
          </p:cNvPr>
          <p:cNvSpPr/>
          <p:nvPr/>
        </p:nvSpPr>
        <p:spPr>
          <a:xfrm>
            <a:off x="8933429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95023FD6-826D-4692-9F1D-2D5E9254ACC1}"/>
              </a:ext>
            </a:extLst>
          </p:cNvPr>
          <p:cNvSpPr/>
          <p:nvPr/>
        </p:nvSpPr>
        <p:spPr>
          <a:xfrm>
            <a:off x="9099684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9FC12E80-0CA1-4074-981A-68E41FED9865}"/>
              </a:ext>
            </a:extLst>
          </p:cNvPr>
          <p:cNvSpPr/>
          <p:nvPr/>
        </p:nvSpPr>
        <p:spPr>
          <a:xfrm>
            <a:off x="9265939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F50D0CF5-4C49-4383-B763-1C7DA38412EB}"/>
              </a:ext>
            </a:extLst>
          </p:cNvPr>
          <p:cNvSpPr/>
          <p:nvPr/>
        </p:nvSpPr>
        <p:spPr>
          <a:xfrm>
            <a:off x="9432194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1" name="Rectangle 860">
            <a:extLst>
              <a:ext uri="{FF2B5EF4-FFF2-40B4-BE49-F238E27FC236}">
                <a16:creationId xmlns:a16="http://schemas.microsoft.com/office/drawing/2014/main" id="{15F3844F-FBC5-4F08-AE33-3025F42BA64F}"/>
              </a:ext>
            </a:extLst>
          </p:cNvPr>
          <p:cNvSpPr/>
          <p:nvPr/>
        </p:nvSpPr>
        <p:spPr>
          <a:xfrm>
            <a:off x="9598449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2" name="Rectangle 861">
            <a:extLst>
              <a:ext uri="{FF2B5EF4-FFF2-40B4-BE49-F238E27FC236}">
                <a16:creationId xmlns:a16="http://schemas.microsoft.com/office/drawing/2014/main" id="{FE8D7E8C-AAB0-4758-9123-AE1A09389FF5}"/>
              </a:ext>
            </a:extLst>
          </p:cNvPr>
          <p:cNvSpPr/>
          <p:nvPr/>
        </p:nvSpPr>
        <p:spPr>
          <a:xfrm>
            <a:off x="9764704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3" name="Rectangle 862">
            <a:extLst>
              <a:ext uri="{FF2B5EF4-FFF2-40B4-BE49-F238E27FC236}">
                <a16:creationId xmlns:a16="http://schemas.microsoft.com/office/drawing/2014/main" id="{5589EB38-CCE2-4E29-B949-75C2FE92A2B8}"/>
              </a:ext>
            </a:extLst>
          </p:cNvPr>
          <p:cNvSpPr/>
          <p:nvPr/>
        </p:nvSpPr>
        <p:spPr>
          <a:xfrm>
            <a:off x="9930959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AAF6875D-9639-48CE-A0DC-573549C660BF}"/>
              </a:ext>
            </a:extLst>
          </p:cNvPr>
          <p:cNvSpPr/>
          <p:nvPr/>
        </p:nvSpPr>
        <p:spPr>
          <a:xfrm>
            <a:off x="10097214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9FA7D30E-77B2-403C-8716-449FACCB3173}"/>
              </a:ext>
            </a:extLst>
          </p:cNvPr>
          <p:cNvSpPr/>
          <p:nvPr/>
        </p:nvSpPr>
        <p:spPr>
          <a:xfrm>
            <a:off x="10263469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E3564387-F425-4689-8DCA-15B9F5C1DF24}"/>
              </a:ext>
            </a:extLst>
          </p:cNvPr>
          <p:cNvSpPr/>
          <p:nvPr/>
        </p:nvSpPr>
        <p:spPr>
          <a:xfrm>
            <a:off x="10429724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76B3982D-C846-4CFB-A441-7AF9D76B8CC2}"/>
              </a:ext>
            </a:extLst>
          </p:cNvPr>
          <p:cNvSpPr/>
          <p:nvPr/>
        </p:nvSpPr>
        <p:spPr>
          <a:xfrm>
            <a:off x="10595979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BC8FB8D4-C10D-4D68-AFEE-1B005650050A}"/>
              </a:ext>
            </a:extLst>
          </p:cNvPr>
          <p:cNvSpPr/>
          <p:nvPr/>
        </p:nvSpPr>
        <p:spPr>
          <a:xfrm>
            <a:off x="10762234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F1CE3465-E1A0-4941-BB4E-A68187826560}"/>
              </a:ext>
            </a:extLst>
          </p:cNvPr>
          <p:cNvSpPr/>
          <p:nvPr/>
        </p:nvSpPr>
        <p:spPr>
          <a:xfrm>
            <a:off x="10928489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ED275B52-CA40-4BA2-AAC6-36C2939E0BBF}"/>
              </a:ext>
            </a:extLst>
          </p:cNvPr>
          <p:cNvSpPr/>
          <p:nvPr/>
        </p:nvSpPr>
        <p:spPr>
          <a:xfrm>
            <a:off x="11094744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07E99691-4C50-49B6-BA3E-A615D84641EC}"/>
              </a:ext>
            </a:extLst>
          </p:cNvPr>
          <p:cNvSpPr/>
          <p:nvPr/>
        </p:nvSpPr>
        <p:spPr>
          <a:xfrm>
            <a:off x="11260999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00B52D81-3AC6-4A0E-A3A7-42EEE3CA62C8}"/>
              </a:ext>
            </a:extLst>
          </p:cNvPr>
          <p:cNvSpPr/>
          <p:nvPr/>
        </p:nvSpPr>
        <p:spPr>
          <a:xfrm>
            <a:off x="11427254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AAAE3D84-C02F-4CF3-913C-27CDCB2AB08C}"/>
              </a:ext>
            </a:extLst>
          </p:cNvPr>
          <p:cNvSpPr/>
          <p:nvPr/>
        </p:nvSpPr>
        <p:spPr>
          <a:xfrm>
            <a:off x="11593509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EE1B3116-7E5B-4A2B-989C-52C3C9D25BC2}"/>
              </a:ext>
            </a:extLst>
          </p:cNvPr>
          <p:cNvSpPr/>
          <p:nvPr/>
        </p:nvSpPr>
        <p:spPr>
          <a:xfrm>
            <a:off x="11759764" y="272984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EA087A66-1329-4677-9471-F635A396CA0B}"/>
              </a:ext>
            </a:extLst>
          </p:cNvPr>
          <p:cNvSpPr/>
          <p:nvPr/>
        </p:nvSpPr>
        <p:spPr>
          <a:xfrm>
            <a:off x="6605859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20E7ADE4-F4F8-4017-A67E-E4286D28B2B6}"/>
              </a:ext>
            </a:extLst>
          </p:cNvPr>
          <p:cNvSpPr/>
          <p:nvPr/>
        </p:nvSpPr>
        <p:spPr>
          <a:xfrm>
            <a:off x="6772114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D045C40-7EFA-42AE-9211-621EE8283729}"/>
              </a:ext>
            </a:extLst>
          </p:cNvPr>
          <p:cNvSpPr/>
          <p:nvPr/>
        </p:nvSpPr>
        <p:spPr>
          <a:xfrm>
            <a:off x="6938369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77C8D06-E682-4CAC-AFDB-E2C4ACE17B5B}"/>
              </a:ext>
            </a:extLst>
          </p:cNvPr>
          <p:cNvSpPr/>
          <p:nvPr/>
        </p:nvSpPr>
        <p:spPr>
          <a:xfrm>
            <a:off x="7104624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2FC3185A-F45F-48D7-943D-67D7BABA84B6}"/>
              </a:ext>
            </a:extLst>
          </p:cNvPr>
          <p:cNvSpPr/>
          <p:nvPr/>
        </p:nvSpPr>
        <p:spPr>
          <a:xfrm>
            <a:off x="7270879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0" name="Rectangle 879">
            <a:extLst>
              <a:ext uri="{FF2B5EF4-FFF2-40B4-BE49-F238E27FC236}">
                <a16:creationId xmlns:a16="http://schemas.microsoft.com/office/drawing/2014/main" id="{82CA17F1-ECFB-474E-AD96-4A5771E1E1D3}"/>
              </a:ext>
            </a:extLst>
          </p:cNvPr>
          <p:cNvSpPr/>
          <p:nvPr/>
        </p:nvSpPr>
        <p:spPr>
          <a:xfrm>
            <a:off x="7437134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1" name="Rectangle 880">
            <a:extLst>
              <a:ext uri="{FF2B5EF4-FFF2-40B4-BE49-F238E27FC236}">
                <a16:creationId xmlns:a16="http://schemas.microsoft.com/office/drawing/2014/main" id="{CD7BBAA5-8E69-4637-B7F9-3F41C5702F97}"/>
              </a:ext>
            </a:extLst>
          </p:cNvPr>
          <p:cNvSpPr/>
          <p:nvPr/>
        </p:nvSpPr>
        <p:spPr>
          <a:xfrm>
            <a:off x="7603389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2" name="Rectangle 881">
            <a:extLst>
              <a:ext uri="{FF2B5EF4-FFF2-40B4-BE49-F238E27FC236}">
                <a16:creationId xmlns:a16="http://schemas.microsoft.com/office/drawing/2014/main" id="{ED9B3C6A-BD8A-45E4-AEE7-5664E07EDF48}"/>
              </a:ext>
            </a:extLst>
          </p:cNvPr>
          <p:cNvSpPr/>
          <p:nvPr/>
        </p:nvSpPr>
        <p:spPr>
          <a:xfrm>
            <a:off x="7769644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3" name="Rectangle 882">
            <a:extLst>
              <a:ext uri="{FF2B5EF4-FFF2-40B4-BE49-F238E27FC236}">
                <a16:creationId xmlns:a16="http://schemas.microsoft.com/office/drawing/2014/main" id="{4DFFB423-20AB-487C-9764-08BCF660DF3C}"/>
              </a:ext>
            </a:extLst>
          </p:cNvPr>
          <p:cNvSpPr/>
          <p:nvPr/>
        </p:nvSpPr>
        <p:spPr>
          <a:xfrm>
            <a:off x="7935899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4" name="Rectangle 883">
            <a:extLst>
              <a:ext uri="{FF2B5EF4-FFF2-40B4-BE49-F238E27FC236}">
                <a16:creationId xmlns:a16="http://schemas.microsoft.com/office/drawing/2014/main" id="{3B91903E-18C4-478F-BA97-C50C78E37EAD}"/>
              </a:ext>
            </a:extLst>
          </p:cNvPr>
          <p:cNvSpPr/>
          <p:nvPr/>
        </p:nvSpPr>
        <p:spPr>
          <a:xfrm>
            <a:off x="8102154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5" name="Rectangle 884">
            <a:extLst>
              <a:ext uri="{FF2B5EF4-FFF2-40B4-BE49-F238E27FC236}">
                <a16:creationId xmlns:a16="http://schemas.microsoft.com/office/drawing/2014/main" id="{D1A5533B-5103-4A6E-A9A8-71D805155CE2}"/>
              </a:ext>
            </a:extLst>
          </p:cNvPr>
          <p:cNvSpPr/>
          <p:nvPr/>
        </p:nvSpPr>
        <p:spPr>
          <a:xfrm>
            <a:off x="8268409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6" name="Rectangle 885">
            <a:extLst>
              <a:ext uri="{FF2B5EF4-FFF2-40B4-BE49-F238E27FC236}">
                <a16:creationId xmlns:a16="http://schemas.microsoft.com/office/drawing/2014/main" id="{84C783D7-923F-46E2-B409-0BEAC851729B}"/>
              </a:ext>
            </a:extLst>
          </p:cNvPr>
          <p:cNvSpPr/>
          <p:nvPr/>
        </p:nvSpPr>
        <p:spPr>
          <a:xfrm>
            <a:off x="8434664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7" name="Rectangle 886">
            <a:extLst>
              <a:ext uri="{FF2B5EF4-FFF2-40B4-BE49-F238E27FC236}">
                <a16:creationId xmlns:a16="http://schemas.microsoft.com/office/drawing/2014/main" id="{394848C2-98D2-44A6-80E1-5797578CF3A9}"/>
              </a:ext>
            </a:extLst>
          </p:cNvPr>
          <p:cNvSpPr/>
          <p:nvPr/>
        </p:nvSpPr>
        <p:spPr>
          <a:xfrm>
            <a:off x="8600919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EACDE499-A90C-431C-B077-56D74373C368}"/>
              </a:ext>
            </a:extLst>
          </p:cNvPr>
          <p:cNvSpPr/>
          <p:nvPr/>
        </p:nvSpPr>
        <p:spPr>
          <a:xfrm>
            <a:off x="8767174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9" name="Rectangle 888">
            <a:extLst>
              <a:ext uri="{FF2B5EF4-FFF2-40B4-BE49-F238E27FC236}">
                <a16:creationId xmlns:a16="http://schemas.microsoft.com/office/drawing/2014/main" id="{4E75AF6A-B640-42FB-913D-2AD616DD3499}"/>
              </a:ext>
            </a:extLst>
          </p:cNvPr>
          <p:cNvSpPr/>
          <p:nvPr/>
        </p:nvSpPr>
        <p:spPr>
          <a:xfrm>
            <a:off x="8933429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0" name="Rectangle 889">
            <a:extLst>
              <a:ext uri="{FF2B5EF4-FFF2-40B4-BE49-F238E27FC236}">
                <a16:creationId xmlns:a16="http://schemas.microsoft.com/office/drawing/2014/main" id="{204FB4F7-1DC2-444C-A5D8-AACCE4EF0963}"/>
              </a:ext>
            </a:extLst>
          </p:cNvPr>
          <p:cNvSpPr/>
          <p:nvPr/>
        </p:nvSpPr>
        <p:spPr>
          <a:xfrm>
            <a:off x="9099684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1" name="Rectangle 890">
            <a:extLst>
              <a:ext uri="{FF2B5EF4-FFF2-40B4-BE49-F238E27FC236}">
                <a16:creationId xmlns:a16="http://schemas.microsoft.com/office/drawing/2014/main" id="{E95E2531-95CB-4A5D-A8FA-4843173E9F3E}"/>
              </a:ext>
            </a:extLst>
          </p:cNvPr>
          <p:cNvSpPr/>
          <p:nvPr/>
        </p:nvSpPr>
        <p:spPr>
          <a:xfrm>
            <a:off x="9265939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2" name="Rectangle 891">
            <a:extLst>
              <a:ext uri="{FF2B5EF4-FFF2-40B4-BE49-F238E27FC236}">
                <a16:creationId xmlns:a16="http://schemas.microsoft.com/office/drawing/2014/main" id="{50002D72-9FF9-4BB4-99E9-CCEA86C543E0}"/>
              </a:ext>
            </a:extLst>
          </p:cNvPr>
          <p:cNvSpPr/>
          <p:nvPr/>
        </p:nvSpPr>
        <p:spPr>
          <a:xfrm>
            <a:off x="9432194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3" name="Rectangle 892">
            <a:extLst>
              <a:ext uri="{FF2B5EF4-FFF2-40B4-BE49-F238E27FC236}">
                <a16:creationId xmlns:a16="http://schemas.microsoft.com/office/drawing/2014/main" id="{1D567273-5264-4922-8EFA-B63E1882A689}"/>
              </a:ext>
            </a:extLst>
          </p:cNvPr>
          <p:cNvSpPr/>
          <p:nvPr/>
        </p:nvSpPr>
        <p:spPr>
          <a:xfrm>
            <a:off x="9598449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4" name="Rectangle 893">
            <a:extLst>
              <a:ext uri="{FF2B5EF4-FFF2-40B4-BE49-F238E27FC236}">
                <a16:creationId xmlns:a16="http://schemas.microsoft.com/office/drawing/2014/main" id="{A2FDCD2C-A7D8-4BA1-9A34-F6AE5F89069B}"/>
              </a:ext>
            </a:extLst>
          </p:cNvPr>
          <p:cNvSpPr/>
          <p:nvPr/>
        </p:nvSpPr>
        <p:spPr>
          <a:xfrm>
            <a:off x="9764704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5" name="Rectangle 894">
            <a:extLst>
              <a:ext uri="{FF2B5EF4-FFF2-40B4-BE49-F238E27FC236}">
                <a16:creationId xmlns:a16="http://schemas.microsoft.com/office/drawing/2014/main" id="{7E99BDD1-863A-4256-B347-40D90385F81E}"/>
              </a:ext>
            </a:extLst>
          </p:cNvPr>
          <p:cNvSpPr/>
          <p:nvPr/>
        </p:nvSpPr>
        <p:spPr>
          <a:xfrm>
            <a:off x="9930959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EAE15EC8-309B-4E7A-8A24-2D9F9DBA949E}"/>
              </a:ext>
            </a:extLst>
          </p:cNvPr>
          <p:cNvSpPr/>
          <p:nvPr/>
        </p:nvSpPr>
        <p:spPr>
          <a:xfrm>
            <a:off x="10097214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7" name="Rectangle 896">
            <a:extLst>
              <a:ext uri="{FF2B5EF4-FFF2-40B4-BE49-F238E27FC236}">
                <a16:creationId xmlns:a16="http://schemas.microsoft.com/office/drawing/2014/main" id="{589A4BD4-0621-4B46-B999-AF26B930001E}"/>
              </a:ext>
            </a:extLst>
          </p:cNvPr>
          <p:cNvSpPr/>
          <p:nvPr/>
        </p:nvSpPr>
        <p:spPr>
          <a:xfrm>
            <a:off x="10263469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8" name="Rectangle 897">
            <a:extLst>
              <a:ext uri="{FF2B5EF4-FFF2-40B4-BE49-F238E27FC236}">
                <a16:creationId xmlns:a16="http://schemas.microsoft.com/office/drawing/2014/main" id="{780799B8-994C-49E5-A797-BC92B47E4A95}"/>
              </a:ext>
            </a:extLst>
          </p:cNvPr>
          <p:cNvSpPr/>
          <p:nvPr/>
        </p:nvSpPr>
        <p:spPr>
          <a:xfrm>
            <a:off x="10429724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AC122972-E265-4903-95EF-9E2D9F4CDBAC}"/>
              </a:ext>
            </a:extLst>
          </p:cNvPr>
          <p:cNvSpPr/>
          <p:nvPr/>
        </p:nvSpPr>
        <p:spPr>
          <a:xfrm>
            <a:off x="10595979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7BAA3A6B-CDBC-47F9-92CF-EAEBA062E8B3}"/>
              </a:ext>
            </a:extLst>
          </p:cNvPr>
          <p:cNvSpPr/>
          <p:nvPr/>
        </p:nvSpPr>
        <p:spPr>
          <a:xfrm>
            <a:off x="10762234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1" name="Rectangle 900">
            <a:extLst>
              <a:ext uri="{FF2B5EF4-FFF2-40B4-BE49-F238E27FC236}">
                <a16:creationId xmlns:a16="http://schemas.microsoft.com/office/drawing/2014/main" id="{55846D15-3041-4462-A522-FA249E430278}"/>
              </a:ext>
            </a:extLst>
          </p:cNvPr>
          <p:cNvSpPr/>
          <p:nvPr/>
        </p:nvSpPr>
        <p:spPr>
          <a:xfrm>
            <a:off x="10928489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2" name="Rectangle 901">
            <a:extLst>
              <a:ext uri="{FF2B5EF4-FFF2-40B4-BE49-F238E27FC236}">
                <a16:creationId xmlns:a16="http://schemas.microsoft.com/office/drawing/2014/main" id="{E54494BF-9049-4C92-914A-F95A875D4402}"/>
              </a:ext>
            </a:extLst>
          </p:cNvPr>
          <p:cNvSpPr/>
          <p:nvPr/>
        </p:nvSpPr>
        <p:spPr>
          <a:xfrm>
            <a:off x="11094744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3" name="Rectangle 902">
            <a:extLst>
              <a:ext uri="{FF2B5EF4-FFF2-40B4-BE49-F238E27FC236}">
                <a16:creationId xmlns:a16="http://schemas.microsoft.com/office/drawing/2014/main" id="{37C94BD7-2EF9-469C-8D80-C5FFE8A5BCF7}"/>
              </a:ext>
            </a:extLst>
          </p:cNvPr>
          <p:cNvSpPr/>
          <p:nvPr/>
        </p:nvSpPr>
        <p:spPr>
          <a:xfrm>
            <a:off x="11260999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4" name="Rectangle 903">
            <a:extLst>
              <a:ext uri="{FF2B5EF4-FFF2-40B4-BE49-F238E27FC236}">
                <a16:creationId xmlns:a16="http://schemas.microsoft.com/office/drawing/2014/main" id="{EBB7B912-8A45-4B81-8F1A-C15EA132D39A}"/>
              </a:ext>
            </a:extLst>
          </p:cNvPr>
          <p:cNvSpPr/>
          <p:nvPr/>
        </p:nvSpPr>
        <p:spPr>
          <a:xfrm>
            <a:off x="11427254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5" name="Rectangle 904">
            <a:extLst>
              <a:ext uri="{FF2B5EF4-FFF2-40B4-BE49-F238E27FC236}">
                <a16:creationId xmlns:a16="http://schemas.microsoft.com/office/drawing/2014/main" id="{59A8C0FE-C786-4A7C-BA9B-E0F1AFBE8838}"/>
              </a:ext>
            </a:extLst>
          </p:cNvPr>
          <p:cNvSpPr/>
          <p:nvPr/>
        </p:nvSpPr>
        <p:spPr>
          <a:xfrm>
            <a:off x="11593509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6" name="Rectangle 905">
            <a:extLst>
              <a:ext uri="{FF2B5EF4-FFF2-40B4-BE49-F238E27FC236}">
                <a16:creationId xmlns:a16="http://schemas.microsoft.com/office/drawing/2014/main" id="{F7603FEF-88A2-4B93-A484-94050A426FDF}"/>
              </a:ext>
            </a:extLst>
          </p:cNvPr>
          <p:cNvSpPr/>
          <p:nvPr/>
        </p:nvSpPr>
        <p:spPr>
          <a:xfrm>
            <a:off x="11759764" y="289610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7" name="Rectangle 906">
            <a:extLst>
              <a:ext uri="{FF2B5EF4-FFF2-40B4-BE49-F238E27FC236}">
                <a16:creationId xmlns:a16="http://schemas.microsoft.com/office/drawing/2014/main" id="{981F6778-4A86-4C37-857E-AB223143298D}"/>
              </a:ext>
            </a:extLst>
          </p:cNvPr>
          <p:cNvSpPr/>
          <p:nvPr/>
        </p:nvSpPr>
        <p:spPr>
          <a:xfrm>
            <a:off x="6605859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8" name="Rectangle 907">
            <a:extLst>
              <a:ext uri="{FF2B5EF4-FFF2-40B4-BE49-F238E27FC236}">
                <a16:creationId xmlns:a16="http://schemas.microsoft.com/office/drawing/2014/main" id="{3F263461-5CDA-435C-BCEC-8825B8CD208A}"/>
              </a:ext>
            </a:extLst>
          </p:cNvPr>
          <p:cNvSpPr/>
          <p:nvPr/>
        </p:nvSpPr>
        <p:spPr>
          <a:xfrm>
            <a:off x="6772114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9" name="Rectangle 908">
            <a:extLst>
              <a:ext uri="{FF2B5EF4-FFF2-40B4-BE49-F238E27FC236}">
                <a16:creationId xmlns:a16="http://schemas.microsoft.com/office/drawing/2014/main" id="{90A490D7-33E2-44A3-B0D8-AF6CCFC642A1}"/>
              </a:ext>
            </a:extLst>
          </p:cNvPr>
          <p:cNvSpPr/>
          <p:nvPr/>
        </p:nvSpPr>
        <p:spPr>
          <a:xfrm>
            <a:off x="6938369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7AB49299-6660-48CE-B216-78B4A3C55326}"/>
              </a:ext>
            </a:extLst>
          </p:cNvPr>
          <p:cNvSpPr/>
          <p:nvPr/>
        </p:nvSpPr>
        <p:spPr>
          <a:xfrm>
            <a:off x="7104624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1" name="Rectangle 910">
            <a:extLst>
              <a:ext uri="{FF2B5EF4-FFF2-40B4-BE49-F238E27FC236}">
                <a16:creationId xmlns:a16="http://schemas.microsoft.com/office/drawing/2014/main" id="{640B073C-5B52-42B6-8E6B-CCC5D9A67F7E}"/>
              </a:ext>
            </a:extLst>
          </p:cNvPr>
          <p:cNvSpPr/>
          <p:nvPr/>
        </p:nvSpPr>
        <p:spPr>
          <a:xfrm>
            <a:off x="7270879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2" name="Rectangle 911">
            <a:extLst>
              <a:ext uri="{FF2B5EF4-FFF2-40B4-BE49-F238E27FC236}">
                <a16:creationId xmlns:a16="http://schemas.microsoft.com/office/drawing/2014/main" id="{DAD985C3-D618-4784-BFCA-7F0F12B8F946}"/>
              </a:ext>
            </a:extLst>
          </p:cNvPr>
          <p:cNvSpPr/>
          <p:nvPr/>
        </p:nvSpPr>
        <p:spPr>
          <a:xfrm>
            <a:off x="7437134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3" name="Rectangle 912">
            <a:extLst>
              <a:ext uri="{FF2B5EF4-FFF2-40B4-BE49-F238E27FC236}">
                <a16:creationId xmlns:a16="http://schemas.microsoft.com/office/drawing/2014/main" id="{DC055756-3040-4307-AA10-3BA2448D897A}"/>
              </a:ext>
            </a:extLst>
          </p:cNvPr>
          <p:cNvSpPr/>
          <p:nvPr/>
        </p:nvSpPr>
        <p:spPr>
          <a:xfrm>
            <a:off x="7603389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4" name="Rectangle 913">
            <a:extLst>
              <a:ext uri="{FF2B5EF4-FFF2-40B4-BE49-F238E27FC236}">
                <a16:creationId xmlns:a16="http://schemas.microsoft.com/office/drawing/2014/main" id="{07E68480-4E9C-4510-8C87-29325D981D94}"/>
              </a:ext>
            </a:extLst>
          </p:cNvPr>
          <p:cNvSpPr/>
          <p:nvPr/>
        </p:nvSpPr>
        <p:spPr>
          <a:xfrm>
            <a:off x="7769644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5" name="Rectangle 914">
            <a:extLst>
              <a:ext uri="{FF2B5EF4-FFF2-40B4-BE49-F238E27FC236}">
                <a16:creationId xmlns:a16="http://schemas.microsoft.com/office/drawing/2014/main" id="{F6E93D31-D614-44F8-907A-A9BEE508F196}"/>
              </a:ext>
            </a:extLst>
          </p:cNvPr>
          <p:cNvSpPr/>
          <p:nvPr/>
        </p:nvSpPr>
        <p:spPr>
          <a:xfrm>
            <a:off x="7935899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6" name="Rectangle 915">
            <a:extLst>
              <a:ext uri="{FF2B5EF4-FFF2-40B4-BE49-F238E27FC236}">
                <a16:creationId xmlns:a16="http://schemas.microsoft.com/office/drawing/2014/main" id="{F8F23F44-D40A-4B77-AC4E-2A1077157BC3}"/>
              </a:ext>
            </a:extLst>
          </p:cNvPr>
          <p:cNvSpPr/>
          <p:nvPr/>
        </p:nvSpPr>
        <p:spPr>
          <a:xfrm>
            <a:off x="8102154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7" name="Rectangle 916">
            <a:extLst>
              <a:ext uri="{FF2B5EF4-FFF2-40B4-BE49-F238E27FC236}">
                <a16:creationId xmlns:a16="http://schemas.microsoft.com/office/drawing/2014/main" id="{BBC31BD8-DFF3-415E-9B16-A2D9731BB217}"/>
              </a:ext>
            </a:extLst>
          </p:cNvPr>
          <p:cNvSpPr/>
          <p:nvPr/>
        </p:nvSpPr>
        <p:spPr>
          <a:xfrm>
            <a:off x="8268409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8" name="Rectangle 917">
            <a:extLst>
              <a:ext uri="{FF2B5EF4-FFF2-40B4-BE49-F238E27FC236}">
                <a16:creationId xmlns:a16="http://schemas.microsoft.com/office/drawing/2014/main" id="{1C3C66C1-7733-477C-B3D0-7E4E9F21EC94}"/>
              </a:ext>
            </a:extLst>
          </p:cNvPr>
          <p:cNvSpPr/>
          <p:nvPr/>
        </p:nvSpPr>
        <p:spPr>
          <a:xfrm>
            <a:off x="8434664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9" name="Rectangle 918">
            <a:extLst>
              <a:ext uri="{FF2B5EF4-FFF2-40B4-BE49-F238E27FC236}">
                <a16:creationId xmlns:a16="http://schemas.microsoft.com/office/drawing/2014/main" id="{01CECF61-EE4F-416F-8E09-A3CD32D9FF68}"/>
              </a:ext>
            </a:extLst>
          </p:cNvPr>
          <p:cNvSpPr/>
          <p:nvPr/>
        </p:nvSpPr>
        <p:spPr>
          <a:xfrm>
            <a:off x="8600919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0" name="Rectangle 919">
            <a:extLst>
              <a:ext uri="{FF2B5EF4-FFF2-40B4-BE49-F238E27FC236}">
                <a16:creationId xmlns:a16="http://schemas.microsoft.com/office/drawing/2014/main" id="{FD7FFEEC-7EDE-4198-A63E-CF33327C803F}"/>
              </a:ext>
            </a:extLst>
          </p:cNvPr>
          <p:cNvSpPr/>
          <p:nvPr/>
        </p:nvSpPr>
        <p:spPr>
          <a:xfrm>
            <a:off x="8767174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" name="Rectangle 920">
            <a:extLst>
              <a:ext uri="{FF2B5EF4-FFF2-40B4-BE49-F238E27FC236}">
                <a16:creationId xmlns:a16="http://schemas.microsoft.com/office/drawing/2014/main" id="{6377CEB3-DE77-4CBC-80B1-8C2E03D9EC4F}"/>
              </a:ext>
            </a:extLst>
          </p:cNvPr>
          <p:cNvSpPr/>
          <p:nvPr/>
        </p:nvSpPr>
        <p:spPr>
          <a:xfrm>
            <a:off x="8933429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" name="Rectangle 921">
            <a:extLst>
              <a:ext uri="{FF2B5EF4-FFF2-40B4-BE49-F238E27FC236}">
                <a16:creationId xmlns:a16="http://schemas.microsoft.com/office/drawing/2014/main" id="{59336603-4545-4979-90C0-3B14C8C51F24}"/>
              </a:ext>
            </a:extLst>
          </p:cNvPr>
          <p:cNvSpPr/>
          <p:nvPr/>
        </p:nvSpPr>
        <p:spPr>
          <a:xfrm>
            <a:off x="9099684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89759075-9491-438C-97E6-36ACFEA5CA83}"/>
              </a:ext>
            </a:extLst>
          </p:cNvPr>
          <p:cNvSpPr/>
          <p:nvPr/>
        </p:nvSpPr>
        <p:spPr>
          <a:xfrm>
            <a:off x="9265939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9F5B2C07-644E-40DB-8A6A-1C7DB2C59C05}"/>
              </a:ext>
            </a:extLst>
          </p:cNvPr>
          <p:cNvSpPr/>
          <p:nvPr/>
        </p:nvSpPr>
        <p:spPr>
          <a:xfrm>
            <a:off x="9432194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E5CB08D4-2300-4623-AF26-55338B79D227}"/>
              </a:ext>
            </a:extLst>
          </p:cNvPr>
          <p:cNvSpPr/>
          <p:nvPr/>
        </p:nvSpPr>
        <p:spPr>
          <a:xfrm>
            <a:off x="9598449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6" name="Rectangle 925">
            <a:extLst>
              <a:ext uri="{FF2B5EF4-FFF2-40B4-BE49-F238E27FC236}">
                <a16:creationId xmlns:a16="http://schemas.microsoft.com/office/drawing/2014/main" id="{15F0CFE1-D713-4447-AD58-AE9D9920731F}"/>
              </a:ext>
            </a:extLst>
          </p:cNvPr>
          <p:cNvSpPr/>
          <p:nvPr/>
        </p:nvSpPr>
        <p:spPr>
          <a:xfrm>
            <a:off x="9764704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7" name="Rectangle 926">
            <a:extLst>
              <a:ext uri="{FF2B5EF4-FFF2-40B4-BE49-F238E27FC236}">
                <a16:creationId xmlns:a16="http://schemas.microsoft.com/office/drawing/2014/main" id="{075177C0-2B65-437A-B130-FD01069C6CF0}"/>
              </a:ext>
            </a:extLst>
          </p:cNvPr>
          <p:cNvSpPr/>
          <p:nvPr/>
        </p:nvSpPr>
        <p:spPr>
          <a:xfrm>
            <a:off x="9930959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8" name="Rectangle 927">
            <a:extLst>
              <a:ext uri="{FF2B5EF4-FFF2-40B4-BE49-F238E27FC236}">
                <a16:creationId xmlns:a16="http://schemas.microsoft.com/office/drawing/2014/main" id="{7A9225F2-2FC9-4ECF-B8E2-615A0AF35E9B}"/>
              </a:ext>
            </a:extLst>
          </p:cNvPr>
          <p:cNvSpPr/>
          <p:nvPr/>
        </p:nvSpPr>
        <p:spPr>
          <a:xfrm>
            <a:off x="10097214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9" name="Rectangle 928">
            <a:extLst>
              <a:ext uri="{FF2B5EF4-FFF2-40B4-BE49-F238E27FC236}">
                <a16:creationId xmlns:a16="http://schemas.microsoft.com/office/drawing/2014/main" id="{0FB0CF73-52A5-41F0-BE5D-9600ED663D3E}"/>
              </a:ext>
            </a:extLst>
          </p:cNvPr>
          <p:cNvSpPr/>
          <p:nvPr/>
        </p:nvSpPr>
        <p:spPr>
          <a:xfrm>
            <a:off x="10263469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AAEDA923-24AD-44E3-A8EA-007EE7CF95F7}"/>
              </a:ext>
            </a:extLst>
          </p:cNvPr>
          <p:cNvSpPr/>
          <p:nvPr/>
        </p:nvSpPr>
        <p:spPr>
          <a:xfrm>
            <a:off x="10429724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1" name="Rectangle 930">
            <a:extLst>
              <a:ext uri="{FF2B5EF4-FFF2-40B4-BE49-F238E27FC236}">
                <a16:creationId xmlns:a16="http://schemas.microsoft.com/office/drawing/2014/main" id="{DF6FD0E7-EF26-42BA-A9B6-3048AD91A7DF}"/>
              </a:ext>
            </a:extLst>
          </p:cNvPr>
          <p:cNvSpPr/>
          <p:nvPr/>
        </p:nvSpPr>
        <p:spPr>
          <a:xfrm>
            <a:off x="10595979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2" name="Rectangle 931">
            <a:extLst>
              <a:ext uri="{FF2B5EF4-FFF2-40B4-BE49-F238E27FC236}">
                <a16:creationId xmlns:a16="http://schemas.microsoft.com/office/drawing/2014/main" id="{00F2AF78-2FC3-440E-AB9A-1D622A68FB4A}"/>
              </a:ext>
            </a:extLst>
          </p:cNvPr>
          <p:cNvSpPr/>
          <p:nvPr/>
        </p:nvSpPr>
        <p:spPr>
          <a:xfrm>
            <a:off x="10762234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3" name="Rectangle 932">
            <a:extLst>
              <a:ext uri="{FF2B5EF4-FFF2-40B4-BE49-F238E27FC236}">
                <a16:creationId xmlns:a16="http://schemas.microsoft.com/office/drawing/2014/main" id="{5E914AC7-6830-460F-8CA5-DBD5DC982C47}"/>
              </a:ext>
            </a:extLst>
          </p:cNvPr>
          <p:cNvSpPr/>
          <p:nvPr/>
        </p:nvSpPr>
        <p:spPr>
          <a:xfrm>
            <a:off x="10928489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4F3E719D-93DF-43E2-97B4-7188B56052FF}"/>
              </a:ext>
            </a:extLst>
          </p:cNvPr>
          <p:cNvSpPr/>
          <p:nvPr/>
        </p:nvSpPr>
        <p:spPr>
          <a:xfrm>
            <a:off x="11094744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7A86DF1E-B626-4924-8033-012E07ADC1CE}"/>
              </a:ext>
            </a:extLst>
          </p:cNvPr>
          <p:cNvSpPr/>
          <p:nvPr/>
        </p:nvSpPr>
        <p:spPr>
          <a:xfrm>
            <a:off x="11260999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6" name="Rectangle 935">
            <a:extLst>
              <a:ext uri="{FF2B5EF4-FFF2-40B4-BE49-F238E27FC236}">
                <a16:creationId xmlns:a16="http://schemas.microsoft.com/office/drawing/2014/main" id="{542F2F00-3E38-4214-AD45-674D5EAE84BB}"/>
              </a:ext>
            </a:extLst>
          </p:cNvPr>
          <p:cNvSpPr/>
          <p:nvPr/>
        </p:nvSpPr>
        <p:spPr>
          <a:xfrm>
            <a:off x="11427254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7" name="Rectangle 936">
            <a:extLst>
              <a:ext uri="{FF2B5EF4-FFF2-40B4-BE49-F238E27FC236}">
                <a16:creationId xmlns:a16="http://schemas.microsoft.com/office/drawing/2014/main" id="{8A010EE5-594F-449B-8724-D0337270B585}"/>
              </a:ext>
            </a:extLst>
          </p:cNvPr>
          <p:cNvSpPr/>
          <p:nvPr/>
        </p:nvSpPr>
        <p:spPr>
          <a:xfrm>
            <a:off x="11593509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8" name="Rectangle 937">
            <a:extLst>
              <a:ext uri="{FF2B5EF4-FFF2-40B4-BE49-F238E27FC236}">
                <a16:creationId xmlns:a16="http://schemas.microsoft.com/office/drawing/2014/main" id="{D2EFC191-E48A-47CC-9018-2A72B65C1531}"/>
              </a:ext>
            </a:extLst>
          </p:cNvPr>
          <p:cNvSpPr/>
          <p:nvPr/>
        </p:nvSpPr>
        <p:spPr>
          <a:xfrm>
            <a:off x="11759764" y="306235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9" name="Rectangle 938">
            <a:extLst>
              <a:ext uri="{FF2B5EF4-FFF2-40B4-BE49-F238E27FC236}">
                <a16:creationId xmlns:a16="http://schemas.microsoft.com/office/drawing/2014/main" id="{05532C66-2D93-4D1B-9E03-B4F9640ED7C1}"/>
              </a:ext>
            </a:extLst>
          </p:cNvPr>
          <p:cNvSpPr/>
          <p:nvPr/>
        </p:nvSpPr>
        <p:spPr>
          <a:xfrm>
            <a:off x="6605859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0" name="Rectangle 939">
            <a:extLst>
              <a:ext uri="{FF2B5EF4-FFF2-40B4-BE49-F238E27FC236}">
                <a16:creationId xmlns:a16="http://schemas.microsoft.com/office/drawing/2014/main" id="{0F99E13C-48EB-459A-9274-8DB3A1EB3024}"/>
              </a:ext>
            </a:extLst>
          </p:cNvPr>
          <p:cNvSpPr/>
          <p:nvPr/>
        </p:nvSpPr>
        <p:spPr>
          <a:xfrm>
            <a:off x="6772114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8AA98577-2F4E-454F-B019-0F6F00BF049E}"/>
              </a:ext>
            </a:extLst>
          </p:cNvPr>
          <p:cNvSpPr/>
          <p:nvPr/>
        </p:nvSpPr>
        <p:spPr>
          <a:xfrm>
            <a:off x="6938369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2" name="Rectangle 941">
            <a:extLst>
              <a:ext uri="{FF2B5EF4-FFF2-40B4-BE49-F238E27FC236}">
                <a16:creationId xmlns:a16="http://schemas.microsoft.com/office/drawing/2014/main" id="{5B20E2B3-FA42-44A6-A771-7E3E63E41E65}"/>
              </a:ext>
            </a:extLst>
          </p:cNvPr>
          <p:cNvSpPr/>
          <p:nvPr/>
        </p:nvSpPr>
        <p:spPr>
          <a:xfrm>
            <a:off x="7104624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3" name="Rectangle 942">
            <a:extLst>
              <a:ext uri="{FF2B5EF4-FFF2-40B4-BE49-F238E27FC236}">
                <a16:creationId xmlns:a16="http://schemas.microsoft.com/office/drawing/2014/main" id="{FA161F3B-22FF-4278-98E5-D83B6C2A7575}"/>
              </a:ext>
            </a:extLst>
          </p:cNvPr>
          <p:cNvSpPr/>
          <p:nvPr/>
        </p:nvSpPr>
        <p:spPr>
          <a:xfrm>
            <a:off x="7270879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4" name="Rectangle 943">
            <a:extLst>
              <a:ext uri="{FF2B5EF4-FFF2-40B4-BE49-F238E27FC236}">
                <a16:creationId xmlns:a16="http://schemas.microsoft.com/office/drawing/2014/main" id="{EB308FE8-CB31-40A1-9264-D2E839FBCE9D}"/>
              </a:ext>
            </a:extLst>
          </p:cNvPr>
          <p:cNvSpPr/>
          <p:nvPr/>
        </p:nvSpPr>
        <p:spPr>
          <a:xfrm>
            <a:off x="7437134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CB946E40-E59C-4298-85F9-F496BD699A8C}"/>
              </a:ext>
            </a:extLst>
          </p:cNvPr>
          <p:cNvSpPr/>
          <p:nvPr/>
        </p:nvSpPr>
        <p:spPr>
          <a:xfrm>
            <a:off x="7603389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6" name="Rectangle 945">
            <a:extLst>
              <a:ext uri="{FF2B5EF4-FFF2-40B4-BE49-F238E27FC236}">
                <a16:creationId xmlns:a16="http://schemas.microsoft.com/office/drawing/2014/main" id="{EDA4D25C-9291-45B7-ABEB-0F342A89E73E}"/>
              </a:ext>
            </a:extLst>
          </p:cNvPr>
          <p:cNvSpPr/>
          <p:nvPr/>
        </p:nvSpPr>
        <p:spPr>
          <a:xfrm>
            <a:off x="7769644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50E0ABB2-67D3-49C2-B0E9-CB372CAD700F}"/>
              </a:ext>
            </a:extLst>
          </p:cNvPr>
          <p:cNvSpPr/>
          <p:nvPr/>
        </p:nvSpPr>
        <p:spPr>
          <a:xfrm>
            <a:off x="7935899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8" name="Rectangle 947">
            <a:extLst>
              <a:ext uri="{FF2B5EF4-FFF2-40B4-BE49-F238E27FC236}">
                <a16:creationId xmlns:a16="http://schemas.microsoft.com/office/drawing/2014/main" id="{3C3CAE94-71E8-4D10-93FA-41FD7DB1057F}"/>
              </a:ext>
            </a:extLst>
          </p:cNvPr>
          <p:cNvSpPr/>
          <p:nvPr/>
        </p:nvSpPr>
        <p:spPr>
          <a:xfrm>
            <a:off x="8102154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9" name="Rectangle 948">
            <a:extLst>
              <a:ext uri="{FF2B5EF4-FFF2-40B4-BE49-F238E27FC236}">
                <a16:creationId xmlns:a16="http://schemas.microsoft.com/office/drawing/2014/main" id="{0A07E4FD-8862-4BE6-9F7A-B1299D7625C1}"/>
              </a:ext>
            </a:extLst>
          </p:cNvPr>
          <p:cNvSpPr/>
          <p:nvPr/>
        </p:nvSpPr>
        <p:spPr>
          <a:xfrm>
            <a:off x="8268409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42EC6A94-AC20-4FAD-9639-5E4D3CDB656F}"/>
              </a:ext>
            </a:extLst>
          </p:cNvPr>
          <p:cNvSpPr/>
          <p:nvPr/>
        </p:nvSpPr>
        <p:spPr>
          <a:xfrm>
            <a:off x="8434664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1" name="Rectangle 950">
            <a:extLst>
              <a:ext uri="{FF2B5EF4-FFF2-40B4-BE49-F238E27FC236}">
                <a16:creationId xmlns:a16="http://schemas.microsoft.com/office/drawing/2014/main" id="{07216D9F-DE03-4E1D-81BC-33D081324834}"/>
              </a:ext>
            </a:extLst>
          </p:cNvPr>
          <p:cNvSpPr/>
          <p:nvPr/>
        </p:nvSpPr>
        <p:spPr>
          <a:xfrm>
            <a:off x="8600919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2" name="Rectangle 951">
            <a:extLst>
              <a:ext uri="{FF2B5EF4-FFF2-40B4-BE49-F238E27FC236}">
                <a16:creationId xmlns:a16="http://schemas.microsoft.com/office/drawing/2014/main" id="{B0D80CC0-47C6-47A9-9E1E-480C2D02143F}"/>
              </a:ext>
            </a:extLst>
          </p:cNvPr>
          <p:cNvSpPr/>
          <p:nvPr/>
        </p:nvSpPr>
        <p:spPr>
          <a:xfrm>
            <a:off x="8767174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3" name="Rectangle 952">
            <a:extLst>
              <a:ext uri="{FF2B5EF4-FFF2-40B4-BE49-F238E27FC236}">
                <a16:creationId xmlns:a16="http://schemas.microsoft.com/office/drawing/2014/main" id="{9D39C77F-7A61-4B5F-8543-C95C320B4FB0}"/>
              </a:ext>
            </a:extLst>
          </p:cNvPr>
          <p:cNvSpPr/>
          <p:nvPr/>
        </p:nvSpPr>
        <p:spPr>
          <a:xfrm>
            <a:off x="8933429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4" name="Rectangle 953">
            <a:extLst>
              <a:ext uri="{FF2B5EF4-FFF2-40B4-BE49-F238E27FC236}">
                <a16:creationId xmlns:a16="http://schemas.microsoft.com/office/drawing/2014/main" id="{2423C64E-0E45-4C56-ADF1-D47B6054CBAA}"/>
              </a:ext>
            </a:extLst>
          </p:cNvPr>
          <p:cNvSpPr/>
          <p:nvPr/>
        </p:nvSpPr>
        <p:spPr>
          <a:xfrm>
            <a:off x="9099684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5" name="Rectangle 954">
            <a:extLst>
              <a:ext uri="{FF2B5EF4-FFF2-40B4-BE49-F238E27FC236}">
                <a16:creationId xmlns:a16="http://schemas.microsoft.com/office/drawing/2014/main" id="{58F4E1B1-B5B7-4114-863D-875638A66791}"/>
              </a:ext>
            </a:extLst>
          </p:cNvPr>
          <p:cNvSpPr/>
          <p:nvPr/>
        </p:nvSpPr>
        <p:spPr>
          <a:xfrm>
            <a:off x="9265939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6" name="Rectangle 955">
            <a:extLst>
              <a:ext uri="{FF2B5EF4-FFF2-40B4-BE49-F238E27FC236}">
                <a16:creationId xmlns:a16="http://schemas.microsoft.com/office/drawing/2014/main" id="{711F49CD-FE5A-4DAD-9FD5-3EFA287AAA8F}"/>
              </a:ext>
            </a:extLst>
          </p:cNvPr>
          <p:cNvSpPr/>
          <p:nvPr/>
        </p:nvSpPr>
        <p:spPr>
          <a:xfrm>
            <a:off x="9432194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91A2F15A-E930-4637-A68E-879707296386}"/>
              </a:ext>
            </a:extLst>
          </p:cNvPr>
          <p:cNvSpPr/>
          <p:nvPr/>
        </p:nvSpPr>
        <p:spPr>
          <a:xfrm>
            <a:off x="9598449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8" name="Rectangle 957">
            <a:extLst>
              <a:ext uri="{FF2B5EF4-FFF2-40B4-BE49-F238E27FC236}">
                <a16:creationId xmlns:a16="http://schemas.microsoft.com/office/drawing/2014/main" id="{3AF149B6-9F52-4B5F-B946-7BDEB36BCB99}"/>
              </a:ext>
            </a:extLst>
          </p:cNvPr>
          <p:cNvSpPr/>
          <p:nvPr/>
        </p:nvSpPr>
        <p:spPr>
          <a:xfrm>
            <a:off x="9764704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EEE0AC60-FADD-4DDA-A63C-1D8DAE460491}"/>
              </a:ext>
            </a:extLst>
          </p:cNvPr>
          <p:cNvSpPr/>
          <p:nvPr/>
        </p:nvSpPr>
        <p:spPr>
          <a:xfrm>
            <a:off x="9930959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0" name="Rectangle 959">
            <a:extLst>
              <a:ext uri="{FF2B5EF4-FFF2-40B4-BE49-F238E27FC236}">
                <a16:creationId xmlns:a16="http://schemas.microsoft.com/office/drawing/2014/main" id="{7B9FFA1A-81FF-422B-BEEB-F519D26DD487}"/>
              </a:ext>
            </a:extLst>
          </p:cNvPr>
          <p:cNvSpPr/>
          <p:nvPr/>
        </p:nvSpPr>
        <p:spPr>
          <a:xfrm>
            <a:off x="10097214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984D9D37-5FDF-4C64-B503-42522DBECBD1}"/>
              </a:ext>
            </a:extLst>
          </p:cNvPr>
          <p:cNvSpPr/>
          <p:nvPr/>
        </p:nvSpPr>
        <p:spPr>
          <a:xfrm>
            <a:off x="10263469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2" name="Rectangle 961">
            <a:extLst>
              <a:ext uri="{FF2B5EF4-FFF2-40B4-BE49-F238E27FC236}">
                <a16:creationId xmlns:a16="http://schemas.microsoft.com/office/drawing/2014/main" id="{5FE9DBC4-B5D1-4A71-8A50-128F4956B100}"/>
              </a:ext>
            </a:extLst>
          </p:cNvPr>
          <p:cNvSpPr/>
          <p:nvPr/>
        </p:nvSpPr>
        <p:spPr>
          <a:xfrm>
            <a:off x="10429724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DF4841CA-5AED-4FC1-919B-CB755C54BBF5}"/>
              </a:ext>
            </a:extLst>
          </p:cNvPr>
          <p:cNvSpPr/>
          <p:nvPr/>
        </p:nvSpPr>
        <p:spPr>
          <a:xfrm>
            <a:off x="10595979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" name="Rectangle 963">
            <a:extLst>
              <a:ext uri="{FF2B5EF4-FFF2-40B4-BE49-F238E27FC236}">
                <a16:creationId xmlns:a16="http://schemas.microsoft.com/office/drawing/2014/main" id="{45351CF9-FCCC-4A32-8180-F1D545FC720B}"/>
              </a:ext>
            </a:extLst>
          </p:cNvPr>
          <p:cNvSpPr/>
          <p:nvPr/>
        </p:nvSpPr>
        <p:spPr>
          <a:xfrm>
            <a:off x="10762234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514202F8-F9A7-4161-AA63-9BA859C31C08}"/>
              </a:ext>
            </a:extLst>
          </p:cNvPr>
          <p:cNvSpPr/>
          <p:nvPr/>
        </p:nvSpPr>
        <p:spPr>
          <a:xfrm>
            <a:off x="10928489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6" name="Rectangle 965">
            <a:extLst>
              <a:ext uri="{FF2B5EF4-FFF2-40B4-BE49-F238E27FC236}">
                <a16:creationId xmlns:a16="http://schemas.microsoft.com/office/drawing/2014/main" id="{25827DE5-FB1F-4409-A530-1AE6DBE70BA3}"/>
              </a:ext>
            </a:extLst>
          </p:cNvPr>
          <p:cNvSpPr/>
          <p:nvPr/>
        </p:nvSpPr>
        <p:spPr>
          <a:xfrm>
            <a:off x="11094744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689650D-4FDB-4702-A918-FC3EC540B049}"/>
              </a:ext>
            </a:extLst>
          </p:cNvPr>
          <p:cNvSpPr/>
          <p:nvPr/>
        </p:nvSpPr>
        <p:spPr>
          <a:xfrm>
            <a:off x="11260999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8" name="Rectangle 967">
            <a:extLst>
              <a:ext uri="{FF2B5EF4-FFF2-40B4-BE49-F238E27FC236}">
                <a16:creationId xmlns:a16="http://schemas.microsoft.com/office/drawing/2014/main" id="{C6A48E91-32D9-4605-B47B-8DDC9B7F42A6}"/>
              </a:ext>
            </a:extLst>
          </p:cNvPr>
          <p:cNvSpPr/>
          <p:nvPr/>
        </p:nvSpPr>
        <p:spPr>
          <a:xfrm>
            <a:off x="11427254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9" name="Rectangle 968">
            <a:extLst>
              <a:ext uri="{FF2B5EF4-FFF2-40B4-BE49-F238E27FC236}">
                <a16:creationId xmlns:a16="http://schemas.microsoft.com/office/drawing/2014/main" id="{948B986B-F4E9-4248-8BB2-62780A62515E}"/>
              </a:ext>
            </a:extLst>
          </p:cNvPr>
          <p:cNvSpPr/>
          <p:nvPr/>
        </p:nvSpPr>
        <p:spPr>
          <a:xfrm>
            <a:off x="11593509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0" name="Rectangle 969">
            <a:extLst>
              <a:ext uri="{FF2B5EF4-FFF2-40B4-BE49-F238E27FC236}">
                <a16:creationId xmlns:a16="http://schemas.microsoft.com/office/drawing/2014/main" id="{47C30F0C-4702-4915-800A-4943D21A9E01}"/>
              </a:ext>
            </a:extLst>
          </p:cNvPr>
          <p:cNvSpPr/>
          <p:nvPr/>
        </p:nvSpPr>
        <p:spPr>
          <a:xfrm>
            <a:off x="11759764" y="322861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1" name="Rectangle 970">
            <a:extLst>
              <a:ext uri="{FF2B5EF4-FFF2-40B4-BE49-F238E27FC236}">
                <a16:creationId xmlns:a16="http://schemas.microsoft.com/office/drawing/2014/main" id="{A6ED1E2A-7139-4FF7-BCFC-25C1ECE3B7B8}"/>
              </a:ext>
            </a:extLst>
          </p:cNvPr>
          <p:cNvSpPr/>
          <p:nvPr/>
        </p:nvSpPr>
        <p:spPr>
          <a:xfrm>
            <a:off x="6605859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2" name="Rectangle 971">
            <a:extLst>
              <a:ext uri="{FF2B5EF4-FFF2-40B4-BE49-F238E27FC236}">
                <a16:creationId xmlns:a16="http://schemas.microsoft.com/office/drawing/2014/main" id="{6C19FA6C-6DEE-4202-8E0B-01B9EA19BEE2}"/>
              </a:ext>
            </a:extLst>
          </p:cNvPr>
          <p:cNvSpPr/>
          <p:nvPr/>
        </p:nvSpPr>
        <p:spPr>
          <a:xfrm>
            <a:off x="6772114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3" name="Rectangle 972">
            <a:extLst>
              <a:ext uri="{FF2B5EF4-FFF2-40B4-BE49-F238E27FC236}">
                <a16:creationId xmlns:a16="http://schemas.microsoft.com/office/drawing/2014/main" id="{854E4EDF-9972-4818-9EAB-0C84FFE1D62B}"/>
              </a:ext>
            </a:extLst>
          </p:cNvPr>
          <p:cNvSpPr/>
          <p:nvPr/>
        </p:nvSpPr>
        <p:spPr>
          <a:xfrm>
            <a:off x="6938369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4" name="Rectangle 973">
            <a:extLst>
              <a:ext uri="{FF2B5EF4-FFF2-40B4-BE49-F238E27FC236}">
                <a16:creationId xmlns:a16="http://schemas.microsoft.com/office/drawing/2014/main" id="{3CA3F5A8-3112-4889-B4F3-7440157C6EE3}"/>
              </a:ext>
            </a:extLst>
          </p:cNvPr>
          <p:cNvSpPr/>
          <p:nvPr/>
        </p:nvSpPr>
        <p:spPr>
          <a:xfrm>
            <a:off x="7104624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5" name="Rectangle 974">
            <a:extLst>
              <a:ext uri="{FF2B5EF4-FFF2-40B4-BE49-F238E27FC236}">
                <a16:creationId xmlns:a16="http://schemas.microsoft.com/office/drawing/2014/main" id="{F1B8CB2A-CDA9-42D0-ABB7-4B83B4D788D0}"/>
              </a:ext>
            </a:extLst>
          </p:cNvPr>
          <p:cNvSpPr/>
          <p:nvPr/>
        </p:nvSpPr>
        <p:spPr>
          <a:xfrm>
            <a:off x="7270879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6" name="Rectangle 975">
            <a:extLst>
              <a:ext uri="{FF2B5EF4-FFF2-40B4-BE49-F238E27FC236}">
                <a16:creationId xmlns:a16="http://schemas.microsoft.com/office/drawing/2014/main" id="{3A608385-2DF9-49D1-81E7-B47213A1E4B4}"/>
              </a:ext>
            </a:extLst>
          </p:cNvPr>
          <p:cNvSpPr/>
          <p:nvPr/>
        </p:nvSpPr>
        <p:spPr>
          <a:xfrm>
            <a:off x="7437134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7" name="Rectangle 976">
            <a:extLst>
              <a:ext uri="{FF2B5EF4-FFF2-40B4-BE49-F238E27FC236}">
                <a16:creationId xmlns:a16="http://schemas.microsoft.com/office/drawing/2014/main" id="{03F73108-60DC-488A-96F1-D4045C597427}"/>
              </a:ext>
            </a:extLst>
          </p:cNvPr>
          <p:cNvSpPr/>
          <p:nvPr/>
        </p:nvSpPr>
        <p:spPr>
          <a:xfrm>
            <a:off x="7603389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8" name="Rectangle 977">
            <a:extLst>
              <a:ext uri="{FF2B5EF4-FFF2-40B4-BE49-F238E27FC236}">
                <a16:creationId xmlns:a16="http://schemas.microsoft.com/office/drawing/2014/main" id="{AB317653-5195-4899-A7AB-A37E5B43741B}"/>
              </a:ext>
            </a:extLst>
          </p:cNvPr>
          <p:cNvSpPr/>
          <p:nvPr/>
        </p:nvSpPr>
        <p:spPr>
          <a:xfrm>
            <a:off x="7769644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9" name="Rectangle 978">
            <a:extLst>
              <a:ext uri="{FF2B5EF4-FFF2-40B4-BE49-F238E27FC236}">
                <a16:creationId xmlns:a16="http://schemas.microsoft.com/office/drawing/2014/main" id="{F585AE60-0312-43A4-A417-35ED4177179F}"/>
              </a:ext>
            </a:extLst>
          </p:cNvPr>
          <p:cNvSpPr/>
          <p:nvPr/>
        </p:nvSpPr>
        <p:spPr>
          <a:xfrm>
            <a:off x="7935899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0474A42B-36EA-45C4-BECF-FDFBB05A76E4}"/>
              </a:ext>
            </a:extLst>
          </p:cNvPr>
          <p:cNvSpPr/>
          <p:nvPr/>
        </p:nvSpPr>
        <p:spPr>
          <a:xfrm>
            <a:off x="8102154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1" name="Rectangle 980">
            <a:extLst>
              <a:ext uri="{FF2B5EF4-FFF2-40B4-BE49-F238E27FC236}">
                <a16:creationId xmlns:a16="http://schemas.microsoft.com/office/drawing/2014/main" id="{970C3CE5-4F38-476B-A279-8073D474689E}"/>
              </a:ext>
            </a:extLst>
          </p:cNvPr>
          <p:cNvSpPr/>
          <p:nvPr/>
        </p:nvSpPr>
        <p:spPr>
          <a:xfrm>
            <a:off x="8268409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2" name="Rectangle 981">
            <a:extLst>
              <a:ext uri="{FF2B5EF4-FFF2-40B4-BE49-F238E27FC236}">
                <a16:creationId xmlns:a16="http://schemas.microsoft.com/office/drawing/2014/main" id="{B6994B51-F3F8-4083-BA74-B90D17783A65}"/>
              </a:ext>
            </a:extLst>
          </p:cNvPr>
          <p:cNvSpPr/>
          <p:nvPr/>
        </p:nvSpPr>
        <p:spPr>
          <a:xfrm>
            <a:off x="8434664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3" name="Rectangle 982">
            <a:extLst>
              <a:ext uri="{FF2B5EF4-FFF2-40B4-BE49-F238E27FC236}">
                <a16:creationId xmlns:a16="http://schemas.microsoft.com/office/drawing/2014/main" id="{A609BB87-ED39-457D-8098-DE0C8D090B1B}"/>
              </a:ext>
            </a:extLst>
          </p:cNvPr>
          <p:cNvSpPr/>
          <p:nvPr/>
        </p:nvSpPr>
        <p:spPr>
          <a:xfrm>
            <a:off x="8600919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4" name="Rectangle 983">
            <a:extLst>
              <a:ext uri="{FF2B5EF4-FFF2-40B4-BE49-F238E27FC236}">
                <a16:creationId xmlns:a16="http://schemas.microsoft.com/office/drawing/2014/main" id="{8FF2FFDD-D53F-42FF-88DB-909B3FDC3D0E}"/>
              </a:ext>
            </a:extLst>
          </p:cNvPr>
          <p:cNvSpPr/>
          <p:nvPr/>
        </p:nvSpPr>
        <p:spPr>
          <a:xfrm>
            <a:off x="8767174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5" name="Rectangle 984">
            <a:extLst>
              <a:ext uri="{FF2B5EF4-FFF2-40B4-BE49-F238E27FC236}">
                <a16:creationId xmlns:a16="http://schemas.microsoft.com/office/drawing/2014/main" id="{04256E91-4FBE-4E09-B77E-8FD4A504C3A5}"/>
              </a:ext>
            </a:extLst>
          </p:cNvPr>
          <p:cNvSpPr/>
          <p:nvPr/>
        </p:nvSpPr>
        <p:spPr>
          <a:xfrm>
            <a:off x="8933429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6" name="Rectangle 985">
            <a:extLst>
              <a:ext uri="{FF2B5EF4-FFF2-40B4-BE49-F238E27FC236}">
                <a16:creationId xmlns:a16="http://schemas.microsoft.com/office/drawing/2014/main" id="{F9E80D2B-A6F9-493B-82BA-CFECB0F039F8}"/>
              </a:ext>
            </a:extLst>
          </p:cNvPr>
          <p:cNvSpPr/>
          <p:nvPr/>
        </p:nvSpPr>
        <p:spPr>
          <a:xfrm>
            <a:off x="9099684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7" name="Rectangle 986">
            <a:extLst>
              <a:ext uri="{FF2B5EF4-FFF2-40B4-BE49-F238E27FC236}">
                <a16:creationId xmlns:a16="http://schemas.microsoft.com/office/drawing/2014/main" id="{07ACDD07-9599-45B2-A2DA-DE4054E4D025}"/>
              </a:ext>
            </a:extLst>
          </p:cNvPr>
          <p:cNvSpPr/>
          <p:nvPr/>
        </p:nvSpPr>
        <p:spPr>
          <a:xfrm>
            <a:off x="9265939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8" name="Rectangle 987">
            <a:extLst>
              <a:ext uri="{FF2B5EF4-FFF2-40B4-BE49-F238E27FC236}">
                <a16:creationId xmlns:a16="http://schemas.microsoft.com/office/drawing/2014/main" id="{91E173E9-9460-48F9-93D4-E34504D53114}"/>
              </a:ext>
            </a:extLst>
          </p:cNvPr>
          <p:cNvSpPr/>
          <p:nvPr/>
        </p:nvSpPr>
        <p:spPr>
          <a:xfrm>
            <a:off x="9432194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9" name="Rectangle 988">
            <a:extLst>
              <a:ext uri="{FF2B5EF4-FFF2-40B4-BE49-F238E27FC236}">
                <a16:creationId xmlns:a16="http://schemas.microsoft.com/office/drawing/2014/main" id="{FB681CED-1D5A-455A-9854-67CA81144750}"/>
              </a:ext>
            </a:extLst>
          </p:cNvPr>
          <p:cNvSpPr/>
          <p:nvPr/>
        </p:nvSpPr>
        <p:spPr>
          <a:xfrm>
            <a:off x="9598449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81B6ED5-72EB-47E6-BF2C-1FF3431875EF}"/>
              </a:ext>
            </a:extLst>
          </p:cNvPr>
          <p:cNvSpPr/>
          <p:nvPr/>
        </p:nvSpPr>
        <p:spPr>
          <a:xfrm>
            <a:off x="9764704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ED37BBF9-E218-4547-B9E0-F0FA51F373E9}"/>
              </a:ext>
            </a:extLst>
          </p:cNvPr>
          <p:cNvSpPr/>
          <p:nvPr/>
        </p:nvSpPr>
        <p:spPr>
          <a:xfrm>
            <a:off x="9930959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8112E2E2-6198-4A46-9EBA-ADC275E164A2}"/>
              </a:ext>
            </a:extLst>
          </p:cNvPr>
          <p:cNvSpPr/>
          <p:nvPr/>
        </p:nvSpPr>
        <p:spPr>
          <a:xfrm>
            <a:off x="10097214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1A49AEFB-0AAB-4CE5-BAFD-DC1C2571E145}"/>
              </a:ext>
            </a:extLst>
          </p:cNvPr>
          <p:cNvSpPr/>
          <p:nvPr/>
        </p:nvSpPr>
        <p:spPr>
          <a:xfrm>
            <a:off x="10263469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EE40DAE-6803-4B29-BA8C-1F461577047D}"/>
              </a:ext>
            </a:extLst>
          </p:cNvPr>
          <p:cNvSpPr/>
          <p:nvPr/>
        </p:nvSpPr>
        <p:spPr>
          <a:xfrm>
            <a:off x="10429724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4C714146-BC4A-4E40-8B3D-3FC53EE89BA0}"/>
              </a:ext>
            </a:extLst>
          </p:cNvPr>
          <p:cNvSpPr/>
          <p:nvPr/>
        </p:nvSpPr>
        <p:spPr>
          <a:xfrm>
            <a:off x="10595979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D12B1495-247D-494B-810C-68B8C56041D4}"/>
              </a:ext>
            </a:extLst>
          </p:cNvPr>
          <p:cNvSpPr/>
          <p:nvPr/>
        </p:nvSpPr>
        <p:spPr>
          <a:xfrm>
            <a:off x="10762234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3C4A7746-8DEE-43E7-8F3C-622D18D33A7C}"/>
              </a:ext>
            </a:extLst>
          </p:cNvPr>
          <p:cNvSpPr/>
          <p:nvPr/>
        </p:nvSpPr>
        <p:spPr>
          <a:xfrm>
            <a:off x="10928489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099168D2-CFEA-42FD-8FCD-DE520DB04A28}"/>
              </a:ext>
            </a:extLst>
          </p:cNvPr>
          <p:cNvSpPr/>
          <p:nvPr/>
        </p:nvSpPr>
        <p:spPr>
          <a:xfrm>
            <a:off x="11094744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0374B26-2F35-42DD-A0D6-8F5C27D468E5}"/>
              </a:ext>
            </a:extLst>
          </p:cNvPr>
          <p:cNvSpPr/>
          <p:nvPr/>
        </p:nvSpPr>
        <p:spPr>
          <a:xfrm>
            <a:off x="11260999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4F749CC-AF1D-4303-900E-D8347D8D4A59}"/>
              </a:ext>
            </a:extLst>
          </p:cNvPr>
          <p:cNvSpPr/>
          <p:nvPr/>
        </p:nvSpPr>
        <p:spPr>
          <a:xfrm>
            <a:off x="11427254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032C1E57-2DFE-406C-8F5B-C32261CB435D}"/>
              </a:ext>
            </a:extLst>
          </p:cNvPr>
          <p:cNvSpPr/>
          <p:nvPr/>
        </p:nvSpPr>
        <p:spPr>
          <a:xfrm>
            <a:off x="11593509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1771473C-C17B-4EC0-9184-4D466B1E85FB}"/>
              </a:ext>
            </a:extLst>
          </p:cNvPr>
          <p:cNvSpPr/>
          <p:nvPr/>
        </p:nvSpPr>
        <p:spPr>
          <a:xfrm>
            <a:off x="11759764" y="339486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66FB2C0C-7E95-4C3E-AC99-F1D7C8EAC93B}"/>
              </a:ext>
            </a:extLst>
          </p:cNvPr>
          <p:cNvSpPr/>
          <p:nvPr/>
        </p:nvSpPr>
        <p:spPr>
          <a:xfrm>
            <a:off x="6605859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6E502CEE-754D-40B5-B443-DDCEA87A7DA7}"/>
              </a:ext>
            </a:extLst>
          </p:cNvPr>
          <p:cNvSpPr/>
          <p:nvPr/>
        </p:nvSpPr>
        <p:spPr>
          <a:xfrm>
            <a:off x="6772114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1F37BCB4-38C8-4882-9090-66582AB41F48}"/>
              </a:ext>
            </a:extLst>
          </p:cNvPr>
          <p:cNvSpPr/>
          <p:nvPr/>
        </p:nvSpPr>
        <p:spPr>
          <a:xfrm>
            <a:off x="6938369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3DE37626-DCA3-46F0-874F-83B9DB9C1E2C}"/>
              </a:ext>
            </a:extLst>
          </p:cNvPr>
          <p:cNvSpPr/>
          <p:nvPr/>
        </p:nvSpPr>
        <p:spPr>
          <a:xfrm>
            <a:off x="7104624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E7E51E40-8BCE-4947-A6D2-14BDEE8594BA}"/>
              </a:ext>
            </a:extLst>
          </p:cNvPr>
          <p:cNvSpPr/>
          <p:nvPr/>
        </p:nvSpPr>
        <p:spPr>
          <a:xfrm>
            <a:off x="7270879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41DD70FC-C181-4AE4-AF41-1BBF0AB7443B}"/>
              </a:ext>
            </a:extLst>
          </p:cNvPr>
          <p:cNvSpPr/>
          <p:nvPr/>
        </p:nvSpPr>
        <p:spPr>
          <a:xfrm>
            <a:off x="7437134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9DFCECE-6E84-420F-8D6A-F53C22EBC007}"/>
              </a:ext>
            </a:extLst>
          </p:cNvPr>
          <p:cNvSpPr/>
          <p:nvPr/>
        </p:nvSpPr>
        <p:spPr>
          <a:xfrm>
            <a:off x="7603389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C90FC6AF-1DDD-4418-AFB8-B5F3C9A42BD4}"/>
              </a:ext>
            </a:extLst>
          </p:cNvPr>
          <p:cNvSpPr/>
          <p:nvPr/>
        </p:nvSpPr>
        <p:spPr>
          <a:xfrm>
            <a:off x="7769644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83F689AE-E82C-48B7-9207-F2CA47FFAEF4}"/>
              </a:ext>
            </a:extLst>
          </p:cNvPr>
          <p:cNvSpPr/>
          <p:nvPr/>
        </p:nvSpPr>
        <p:spPr>
          <a:xfrm>
            <a:off x="7935899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895322FB-5983-4587-8B12-0AAC167223D4}"/>
              </a:ext>
            </a:extLst>
          </p:cNvPr>
          <p:cNvSpPr/>
          <p:nvPr/>
        </p:nvSpPr>
        <p:spPr>
          <a:xfrm>
            <a:off x="8102154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FCFE7604-C074-4FB4-85FC-FED3C63BAC5E}"/>
              </a:ext>
            </a:extLst>
          </p:cNvPr>
          <p:cNvSpPr/>
          <p:nvPr/>
        </p:nvSpPr>
        <p:spPr>
          <a:xfrm>
            <a:off x="8268409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7BB3AEAC-87D3-4F35-A5E8-63B56A16EE65}"/>
              </a:ext>
            </a:extLst>
          </p:cNvPr>
          <p:cNvSpPr/>
          <p:nvPr/>
        </p:nvSpPr>
        <p:spPr>
          <a:xfrm>
            <a:off x="8434664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79A3771A-43E2-42F0-B394-D637680F3CA0}"/>
              </a:ext>
            </a:extLst>
          </p:cNvPr>
          <p:cNvSpPr/>
          <p:nvPr/>
        </p:nvSpPr>
        <p:spPr>
          <a:xfrm>
            <a:off x="8600919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50B83798-05A9-4D5C-A2AC-33ACAE4DE16D}"/>
              </a:ext>
            </a:extLst>
          </p:cNvPr>
          <p:cNvSpPr/>
          <p:nvPr/>
        </p:nvSpPr>
        <p:spPr>
          <a:xfrm>
            <a:off x="8767174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2471A04E-0EB1-4177-B1FF-463C82963C02}"/>
              </a:ext>
            </a:extLst>
          </p:cNvPr>
          <p:cNvSpPr/>
          <p:nvPr/>
        </p:nvSpPr>
        <p:spPr>
          <a:xfrm>
            <a:off x="8933429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FFFD4D9D-C69D-49FA-B5A3-45EC61E9DF89}"/>
              </a:ext>
            </a:extLst>
          </p:cNvPr>
          <p:cNvSpPr/>
          <p:nvPr/>
        </p:nvSpPr>
        <p:spPr>
          <a:xfrm>
            <a:off x="9099684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9" name="Rectangle 1018">
            <a:extLst>
              <a:ext uri="{FF2B5EF4-FFF2-40B4-BE49-F238E27FC236}">
                <a16:creationId xmlns:a16="http://schemas.microsoft.com/office/drawing/2014/main" id="{7B7FCF3A-B1E6-470E-94BD-E11A82212A3A}"/>
              </a:ext>
            </a:extLst>
          </p:cNvPr>
          <p:cNvSpPr/>
          <p:nvPr/>
        </p:nvSpPr>
        <p:spPr>
          <a:xfrm>
            <a:off x="9265939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0" name="Rectangle 1019">
            <a:extLst>
              <a:ext uri="{FF2B5EF4-FFF2-40B4-BE49-F238E27FC236}">
                <a16:creationId xmlns:a16="http://schemas.microsoft.com/office/drawing/2014/main" id="{EB77E674-D73A-4D88-9C6D-EC102C1C7FE0}"/>
              </a:ext>
            </a:extLst>
          </p:cNvPr>
          <p:cNvSpPr/>
          <p:nvPr/>
        </p:nvSpPr>
        <p:spPr>
          <a:xfrm>
            <a:off x="9432194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1" name="Rectangle 1020">
            <a:extLst>
              <a:ext uri="{FF2B5EF4-FFF2-40B4-BE49-F238E27FC236}">
                <a16:creationId xmlns:a16="http://schemas.microsoft.com/office/drawing/2014/main" id="{2B1EA4E4-D313-4845-8E19-FCEF30DEFB42}"/>
              </a:ext>
            </a:extLst>
          </p:cNvPr>
          <p:cNvSpPr/>
          <p:nvPr/>
        </p:nvSpPr>
        <p:spPr>
          <a:xfrm>
            <a:off x="9598449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2" name="Rectangle 1021">
            <a:extLst>
              <a:ext uri="{FF2B5EF4-FFF2-40B4-BE49-F238E27FC236}">
                <a16:creationId xmlns:a16="http://schemas.microsoft.com/office/drawing/2014/main" id="{9B6AADE3-8F03-4AF1-B40E-C2E0B69DFE48}"/>
              </a:ext>
            </a:extLst>
          </p:cNvPr>
          <p:cNvSpPr/>
          <p:nvPr/>
        </p:nvSpPr>
        <p:spPr>
          <a:xfrm>
            <a:off x="9764704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3" name="Rectangle 1022">
            <a:extLst>
              <a:ext uri="{FF2B5EF4-FFF2-40B4-BE49-F238E27FC236}">
                <a16:creationId xmlns:a16="http://schemas.microsoft.com/office/drawing/2014/main" id="{FCE3BC3A-33DB-4251-858F-B1109E93334A}"/>
              </a:ext>
            </a:extLst>
          </p:cNvPr>
          <p:cNvSpPr/>
          <p:nvPr/>
        </p:nvSpPr>
        <p:spPr>
          <a:xfrm>
            <a:off x="9930959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480A25CB-53D7-4EE3-9AE4-A265CBC2EF80}"/>
              </a:ext>
            </a:extLst>
          </p:cNvPr>
          <p:cNvSpPr/>
          <p:nvPr/>
        </p:nvSpPr>
        <p:spPr>
          <a:xfrm>
            <a:off x="10097214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1867A0CB-211D-4B89-B34F-7C321C186D92}"/>
              </a:ext>
            </a:extLst>
          </p:cNvPr>
          <p:cNvSpPr/>
          <p:nvPr/>
        </p:nvSpPr>
        <p:spPr>
          <a:xfrm>
            <a:off x="10263469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3AAD3CA2-82EF-49FC-8153-EFD8F3D885ED}"/>
              </a:ext>
            </a:extLst>
          </p:cNvPr>
          <p:cNvSpPr/>
          <p:nvPr/>
        </p:nvSpPr>
        <p:spPr>
          <a:xfrm>
            <a:off x="10429724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8FD17E1B-CA83-4B78-90D7-536F0565FB3B}"/>
              </a:ext>
            </a:extLst>
          </p:cNvPr>
          <p:cNvSpPr/>
          <p:nvPr/>
        </p:nvSpPr>
        <p:spPr>
          <a:xfrm>
            <a:off x="10595979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9C1C3ECF-01F5-4D27-A997-412C740FA831}"/>
              </a:ext>
            </a:extLst>
          </p:cNvPr>
          <p:cNvSpPr/>
          <p:nvPr/>
        </p:nvSpPr>
        <p:spPr>
          <a:xfrm>
            <a:off x="10762234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E1F0BA91-5118-455B-9DEE-1B8E68485462}"/>
              </a:ext>
            </a:extLst>
          </p:cNvPr>
          <p:cNvSpPr/>
          <p:nvPr/>
        </p:nvSpPr>
        <p:spPr>
          <a:xfrm>
            <a:off x="10928489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B514949C-C30A-499C-B203-2A1E5F538DD6}"/>
              </a:ext>
            </a:extLst>
          </p:cNvPr>
          <p:cNvSpPr/>
          <p:nvPr/>
        </p:nvSpPr>
        <p:spPr>
          <a:xfrm>
            <a:off x="11094744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F935058-A817-4B03-9400-3E6486C0E72D}"/>
              </a:ext>
            </a:extLst>
          </p:cNvPr>
          <p:cNvSpPr/>
          <p:nvPr/>
        </p:nvSpPr>
        <p:spPr>
          <a:xfrm>
            <a:off x="11260999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7547CB5A-9FA6-43D4-AEAF-BE78F1B0AB71}"/>
              </a:ext>
            </a:extLst>
          </p:cNvPr>
          <p:cNvSpPr/>
          <p:nvPr/>
        </p:nvSpPr>
        <p:spPr>
          <a:xfrm>
            <a:off x="11427254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9F56288-C281-490E-9568-19E27B9A8B71}"/>
              </a:ext>
            </a:extLst>
          </p:cNvPr>
          <p:cNvSpPr/>
          <p:nvPr/>
        </p:nvSpPr>
        <p:spPr>
          <a:xfrm>
            <a:off x="11593509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019A8136-B344-4F07-90E6-C59FC93D8A8F}"/>
              </a:ext>
            </a:extLst>
          </p:cNvPr>
          <p:cNvSpPr/>
          <p:nvPr/>
        </p:nvSpPr>
        <p:spPr>
          <a:xfrm>
            <a:off x="11759764" y="356112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6D7F0662-3E4D-4DCB-B248-9269488D4F65}"/>
              </a:ext>
            </a:extLst>
          </p:cNvPr>
          <p:cNvSpPr/>
          <p:nvPr/>
        </p:nvSpPr>
        <p:spPr>
          <a:xfrm>
            <a:off x="6605859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F6E30AF4-2BED-460C-A778-B4365141B964}"/>
              </a:ext>
            </a:extLst>
          </p:cNvPr>
          <p:cNvSpPr/>
          <p:nvPr/>
        </p:nvSpPr>
        <p:spPr>
          <a:xfrm>
            <a:off x="6772114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19F7EB2-9F93-443B-9D82-5E0F6C508439}"/>
              </a:ext>
            </a:extLst>
          </p:cNvPr>
          <p:cNvSpPr/>
          <p:nvPr/>
        </p:nvSpPr>
        <p:spPr>
          <a:xfrm>
            <a:off x="6938369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1520475D-3AE3-447B-8F5F-0E08C87B8A13}"/>
              </a:ext>
            </a:extLst>
          </p:cNvPr>
          <p:cNvSpPr/>
          <p:nvPr/>
        </p:nvSpPr>
        <p:spPr>
          <a:xfrm>
            <a:off x="7104624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65EC2CF2-56D1-4988-BDC1-C1D9AF27E99F}"/>
              </a:ext>
            </a:extLst>
          </p:cNvPr>
          <p:cNvSpPr/>
          <p:nvPr/>
        </p:nvSpPr>
        <p:spPr>
          <a:xfrm>
            <a:off x="7270879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8C32766-C6D3-482D-BD7B-CB01517105C8}"/>
              </a:ext>
            </a:extLst>
          </p:cNvPr>
          <p:cNvSpPr/>
          <p:nvPr/>
        </p:nvSpPr>
        <p:spPr>
          <a:xfrm>
            <a:off x="7437134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CD543F35-8C67-4059-916B-80425EBDAD35}"/>
              </a:ext>
            </a:extLst>
          </p:cNvPr>
          <p:cNvSpPr/>
          <p:nvPr/>
        </p:nvSpPr>
        <p:spPr>
          <a:xfrm>
            <a:off x="7603389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3087ACC2-B0FB-4D4A-90B4-1D4B781979C3}"/>
              </a:ext>
            </a:extLst>
          </p:cNvPr>
          <p:cNvSpPr/>
          <p:nvPr/>
        </p:nvSpPr>
        <p:spPr>
          <a:xfrm>
            <a:off x="7769644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801A5485-3AD0-4CD5-9EF1-87BC5606EE4C}"/>
              </a:ext>
            </a:extLst>
          </p:cNvPr>
          <p:cNvSpPr/>
          <p:nvPr/>
        </p:nvSpPr>
        <p:spPr>
          <a:xfrm>
            <a:off x="7935899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E3E974AB-8AD1-48FD-B221-E02CEE16F98E}"/>
              </a:ext>
            </a:extLst>
          </p:cNvPr>
          <p:cNvSpPr/>
          <p:nvPr/>
        </p:nvSpPr>
        <p:spPr>
          <a:xfrm>
            <a:off x="8102154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8CD37B80-530C-4184-BCF9-3BE1224401EB}"/>
              </a:ext>
            </a:extLst>
          </p:cNvPr>
          <p:cNvSpPr/>
          <p:nvPr/>
        </p:nvSpPr>
        <p:spPr>
          <a:xfrm>
            <a:off x="8268409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245A7037-D289-4619-B748-9953224E012A}"/>
              </a:ext>
            </a:extLst>
          </p:cNvPr>
          <p:cNvSpPr/>
          <p:nvPr/>
        </p:nvSpPr>
        <p:spPr>
          <a:xfrm>
            <a:off x="8434664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444AE8A8-6060-4020-946C-AC909817FFE0}"/>
              </a:ext>
            </a:extLst>
          </p:cNvPr>
          <p:cNvSpPr/>
          <p:nvPr/>
        </p:nvSpPr>
        <p:spPr>
          <a:xfrm>
            <a:off x="8600919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CE5A21EF-BDA8-4794-B945-65A4D38D77A6}"/>
              </a:ext>
            </a:extLst>
          </p:cNvPr>
          <p:cNvSpPr/>
          <p:nvPr/>
        </p:nvSpPr>
        <p:spPr>
          <a:xfrm>
            <a:off x="8767174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FA83BB2A-6165-49E6-97EE-BDB415E43A95}"/>
              </a:ext>
            </a:extLst>
          </p:cNvPr>
          <p:cNvSpPr/>
          <p:nvPr/>
        </p:nvSpPr>
        <p:spPr>
          <a:xfrm>
            <a:off x="8933429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ABB38580-65D3-4DFD-BE5C-10A1A1767A67}"/>
              </a:ext>
            </a:extLst>
          </p:cNvPr>
          <p:cNvSpPr/>
          <p:nvPr/>
        </p:nvSpPr>
        <p:spPr>
          <a:xfrm>
            <a:off x="9099684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047197C8-17BC-46BE-893A-76AB51E82F1E}"/>
              </a:ext>
            </a:extLst>
          </p:cNvPr>
          <p:cNvSpPr/>
          <p:nvPr/>
        </p:nvSpPr>
        <p:spPr>
          <a:xfrm>
            <a:off x="9265939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1AEBFEFD-1C72-4497-8880-FB207E604184}"/>
              </a:ext>
            </a:extLst>
          </p:cNvPr>
          <p:cNvSpPr/>
          <p:nvPr/>
        </p:nvSpPr>
        <p:spPr>
          <a:xfrm>
            <a:off x="9432194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D51EF89D-DF96-4ED1-9067-707DD7ACD059}"/>
              </a:ext>
            </a:extLst>
          </p:cNvPr>
          <p:cNvSpPr/>
          <p:nvPr/>
        </p:nvSpPr>
        <p:spPr>
          <a:xfrm>
            <a:off x="9598449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AC3521EE-7F15-42E7-A22D-D9253CDC847C}"/>
              </a:ext>
            </a:extLst>
          </p:cNvPr>
          <p:cNvSpPr/>
          <p:nvPr/>
        </p:nvSpPr>
        <p:spPr>
          <a:xfrm>
            <a:off x="9764704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85C20893-AF01-4B36-9FDD-9B3A55EA6987}"/>
              </a:ext>
            </a:extLst>
          </p:cNvPr>
          <p:cNvSpPr/>
          <p:nvPr/>
        </p:nvSpPr>
        <p:spPr>
          <a:xfrm>
            <a:off x="9930959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72DD7514-99AA-4750-B991-ACA14D2B319C}"/>
              </a:ext>
            </a:extLst>
          </p:cNvPr>
          <p:cNvSpPr/>
          <p:nvPr/>
        </p:nvSpPr>
        <p:spPr>
          <a:xfrm>
            <a:off x="10097214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B69B3DAC-C7E1-4F16-B4D4-5ED7E2090C8A}"/>
              </a:ext>
            </a:extLst>
          </p:cNvPr>
          <p:cNvSpPr/>
          <p:nvPr/>
        </p:nvSpPr>
        <p:spPr>
          <a:xfrm>
            <a:off x="10263469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130BC470-2A6A-4046-AAE1-953EDA2FE7D7}"/>
              </a:ext>
            </a:extLst>
          </p:cNvPr>
          <p:cNvSpPr/>
          <p:nvPr/>
        </p:nvSpPr>
        <p:spPr>
          <a:xfrm>
            <a:off x="10429724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7D86DB3D-19DD-44DC-A9C9-4F742FC6F690}"/>
              </a:ext>
            </a:extLst>
          </p:cNvPr>
          <p:cNvSpPr/>
          <p:nvPr/>
        </p:nvSpPr>
        <p:spPr>
          <a:xfrm>
            <a:off x="10595979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440D07E7-E44B-4D95-9763-98143B0929BB}"/>
              </a:ext>
            </a:extLst>
          </p:cNvPr>
          <p:cNvSpPr/>
          <p:nvPr/>
        </p:nvSpPr>
        <p:spPr>
          <a:xfrm>
            <a:off x="10762234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DA185FDA-4C8A-4E76-8865-9AF45519B552}"/>
              </a:ext>
            </a:extLst>
          </p:cNvPr>
          <p:cNvSpPr/>
          <p:nvPr/>
        </p:nvSpPr>
        <p:spPr>
          <a:xfrm>
            <a:off x="10928489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2" name="Rectangle 1061">
            <a:extLst>
              <a:ext uri="{FF2B5EF4-FFF2-40B4-BE49-F238E27FC236}">
                <a16:creationId xmlns:a16="http://schemas.microsoft.com/office/drawing/2014/main" id="{29F9B3E4-4A14-43EF-A108-D0AEE5485088}"/>
              </a:ext>
            </a:extLst>
          </p:cNvPr>
          <p:cNvSpPr/>
          <p:nvPr/>
        </p:nvSpPr>
        <p:spPr>
          <a:xfrm>
            <a:off x="11094744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092FFC08-7308-42A1-8178-091977FC47E4}"/>
              </a:ext>
            </a:extLst>
          </p:cNvPr>
          <p:cNvSpPr/>
          <p:nvPr/>
        </p:nvSpPr>
        <p:spPr>
          <a:xfrm>
            <a:off x="11260999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E6F96492-0711-4B62-A8FE-01707C929CEB}"/>
              </a:ext>
            </a:extLst>
          </p:cNvPr>
          <p:cNvSpPr/>
          <p:nvPr/>
        </p:nvSpPr>
        <p:spPr>
          <a:xfrm>
            <a:off x="11427254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A62C1FE6-75EA-4937-AE8E-13850B22B87D}"/>
              </a:ext>
            </a:extLst>
          </p:cNvPr>
          <p:cNvSpPr/>
          <p:nvPr/>
        </p:nvSpPr>
        <p:spPr>
          <a:xfrm>
            <a:off x="11593509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80D47666-BAB7-4C11-A155-DA2C1E77E561}"/>
              </a:ext>
            </a:extLst>
          </p:cNvPr>
          <p:cNvSpPr/>
          <p:nvPr/>
        </p:nvSpPr>
        <p:spPr>
          <a:xfrm>
            <a:off x="11759764" y="372737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3C64FFD4-C402-4FE6-B64A-63174B4F558D}"/>
              </a:ext>
            </a:extLst>
          </p:cNvPr>
          <p:cNvSpPr/>
          <p:nvPr/>
        </p:nvSpPr>
        <p:spPr>
          <a:xfrm>
            <a:off x="6605859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D0367476-82A7-4E28-8CD0-0DD038551A97}"/>
              </a:ext>
            </a:extLst>
          </p:cNvPr>
          <p:cNvSpPr/>
          <p:nvPr/>
        </p:nvSpPr>
        <p:spPr>
          <a:xfrm>
            <a:off x="6772114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9" name="Rectangle 1068">
            <a:extLst>
              <a:ext uri="{FF2B5EF4-FFF2-40B4-BE49-F238E27FC236}">
                <a16:creationId xmlns:a16="http://schemas.microsoft.com/office/drawing/2014/main" id="{9EAC1362-3994-4961-9ADE-FC4CE9858989}"/>
              </a:ext>
            </a:extLst>
          </p:cNvPr>
          <p:cNvSpPr/>
          <p:nvPr/>
        </p:nvSpPr>
        <p:spPr>
          <a:xfrm>
            <a:off x="6938369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BD87B27A-C5A6-4023-95A7-E19E696B5A90}"/>
              </a:ext>
            </a:extLst>
          </p:cNvPr>
          <p:cNvSpPr/>
          <p:nvPr/>
        </p:nvSpPr>
        <p:spPr>
          <a:xfrm>
            <a:off x="7104624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B4D05FCF-7E26-4F27-B212-D6D3CB731B46}"/>
              </a:ext>
            </a:extLst>
          </p:cNvPr>
          <p:cNvSpPr/>
          <p:nvPr/>
        </p:nvSpPr>
        <p:spPr>
          <a:xfrm>
            <a:off x="7270879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578169D1-84C7-4422-BD3B-C707F9C604F2}"/>
              </a:ext>
            </a:extLst>
          </p:cNvPr>
          <p:cNvSpPr/>
          <p:nvPr/>
        </p:nvSpPr>
        <p:spPr>
          <a:xfrm>
            <a:off x="7437134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956BE518-AC48-48E7-86BC-54B28D154D10}"/>
              </a:ext>
            </a:extLst>
          </p:cNvPr>
          <p:cNvSpPr/>
          <p:nvPr/>
        </p:nvSpPr>
        <p:spPr>
          <a:xfrm>
            <a:off x="7603389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687027E7-7153-4942-AA45-B58B30B3D4C7}"/>
              </a:ext>
            </a:extLst>
          </p:cNvPr>
          <p:cNvSpPr/>
          <p:nvPr/>
        </p:nvSpPr>
        <p:spPr>
          <a:xfrm>
            <a:off x="7769644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3B8010E8-148C-4CB1-9427-65B31C7B11ED}"/>
              </a:ext>
            </a:extLst>
          </p:cNvPr>
          <p:cNvSpPr/>
          <p:nvPr/>
        </p:nvSpPr>
        <p:spPr>
          <a:xfrm>
            <a:off x="7935899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9DCA77FA-1575-432C-8868-07EE400C0A5E}"/>
              </a:ext>
            </a:extLst>
          </p:cNvPr>
          <p:cNvSpPr/>
          <p:nvPr/>
        </p:nvSpPr>
        <p:spPr>
          <a:xfrm>
            <a:off x="8102154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C408C681-24FE-47DE-927F-AC2D6068E989}"/>
              </a:ext>
            </a:extLst>
          </p:cNvPr>
          <p:cNvSpPr/>
          <p:nvPr/>
        </p:nvSpPr>
        <p:spPr>
          <a:xfrm>
            <a:off x="8268409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50F1A0F7-9675-42E8-9A60-24A2F553ABBA}"/>
              </a:ext>
            </a:extLst>
          </p:cNvPr>
          <p:cNvSpPr/>
          <p:nvPr/>
        </p:nvSpPr>
        <p:spPr>
          <a:xfrm>
            <a:off x="8434664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F489FAEA-0108-406F-A503-D8BE17C91A57}"/>
              </a:ext>
            </a:extLst>
          </p:cNvPr>
          <p:cNvSpPr/>
          <p:nvPr/>
        </p:nvSpPr>
        <p:spPr>
          <a:xfrm>
            <a:off x="8600919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A8EB5679-0AE7-474D-874B-3FD5681B29B6}"/>
              </a:ext>
            </a:extLst>
          </p:cNvPr>
          <p:cNvSpPr/>
          <p:nvPr/>
        </p:nvSpPr>
        <p:spPr>
          <a:xfrm>
            <a:off x="8767174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290BBC2E-E6D4-42B9-B6AC-2BA546617D87}"/>
              </a:ext>
            </a:extLst>
          </p:cNvPr>
          <p:cNvSpPr/>
          <p:nvPr/>
        </p:nvSpPr>
        <p:spPr>
          <a:xfrm>
            <a:off x="8933429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F2B46FB8-41E8-42DC-AF8A-A946A0947BDB}"/>
              </a:ext>
            </a:extLst>
          </p:cNvPr>
          <p:cNvSpPr/>
          <p:nvPr/>
        </p:nvSpPr>
        <p:spPr>
          <a:xfrm>
            <a:off x="9099684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EBBCF99F-6EF7-40D3-85CC-78D31D36E6F0}"/>
              </a:ext>
            </a:extLst>
          </p:cNvPr>
          <p:cNvSpPr/>
          <p:nvPr/>
        </p:nvSpPr>
        <p:spPr>
          <a:xfrm>
            <a:off x="9265939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9407333-DBC0-4BE1-8E26-1EE74E74128F}"/>
              </a:ext>
            </a:extLst>
          </p:cNvPr>
          <p:cNvSpPr/>
          <p:nvPr/>
        </p:nvSpPr>
        <p:spPr>
          <a:xfrm>
            <a:off x="9432194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1060BC67-2E88-4B0D-AA25-617E0E9D54ED}"/>
              </a:ext>
            </a:extLst>
          </p:cNvPr>
          <p:cNvSpPr/>
          <p:nvPr/>
        </p:nvSpPr>
        <p:spPr>
          <a:xfrm>
            <a:off x="9598449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6AEBFBF8-DD65-45E4-BDF6-C4FDEFADCEA4}"/>
              </a:ext>
            </a:extLst>
          </p:cNvPr>
          <p:cNvSpPr/>
          <p:nvPr/>
        </p:nvSpPr>
        <p:spPr>
          <a:xfrm>
            <a:off x="9764704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F6F924FE-9F45-4B9A-925B-6D599C743FA7}"/>
              </a:ext>
            </a:extLst>
          </p:cNvPr>
          <p:cNvSpPr/>
          <p:nvPr/>
        </p:nvSpPr>
        <p:spPr>
          <a:xfrm>
            <a:off x="9930959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12ECFDF4-7C0D-4090-9673-6C027750896B}"/>
              </a:ext>
            </a:extLst>
          </p:cNvPr>
          <p:cNvSpPr/>
          <p:nvPr/>
        </p:nvSpPr>
        <p:spPr>
          <a:xfrm>
            <a:off x="10097214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47D32058-7E4B-498C-8D19-9487243D865E}"/>
              </a:ext>
            </a:extLst>
          </p:cNvPr>
          <p:cNvSpPr/>
          <p:nvPr/>
        </p:nvSpPr>
        <p:spPr>
          <a:xfrm>
            <a:off x="10263469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AD58820A-66C1-4D4D-8AC5-DD35FF586406}"/>
              </a:ext>
            </a:extLst>
          </p:cNvPr>
          <p:cNvSpPr/>
          <p:nvPr/>
        </p:nvSpPr>
        <p:spPr>
          <a:xfrm>
            <a:off x="10429724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3C2975D2-76BE-437E-AD7A-379A856C0331}"/>
              </a:ext>
            </a:extLst>
          </p:cNvPr>
          <p:cNvSpPr/>
          <p:nvPr/>
        </p:nvSpPr>
        <p:spPr>
          <a:xfrm>
            <a:off x="10595979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B02FF3AF-4A17-4B7A-BCF0-37F8E4273532}"/>
              </a:ext>
            </a:extLst>
          </p:cNvPr>
          <p:cNvSpPr/>
          <p:nvPr/>
        </p:nvSpPr>
        <p:spPr>
          <a:xfrm>
            <a:off x="10762234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75DC0079-9E4E-4564-B2E5-A2B95CDD19FC}"/>
              </a:ext>
            </a:extLst>
          </p:cNvPr>
          <p:cNvSpPr/>
          <p:nvPr/>
        </p:nvSpPr>
        <p:spPr>
          <a:xfrm>
            <a:off x="10928489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10078C2E-B2B6-4737-BE7C-E30DBCF2B4B4}"/>
              </a:ext>
            </a:extLst>
          </p:cNvPr>
          <p:cNvSpPr/>
          <p:nvPr/>
        </p:nvSpPr>
        <p:spPr>
          <a:xfrm>
            <a:off x="11094744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6AFF28B9-DBDF-4883-A821-B59549787E99}"/>
              </a:ext>
            </a:extLst>
          </p:cNvPr>
          <p:cNvSpPr/>
          <p:nvPr/>
        </p:nvSpPr>
        <p:spPr>
          <a:xfrm>
            <a:off x="11260999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4A8E22D3-1E20-449A-AD33-5EF679769DB2}"/>
              </a:ext>
            </a:extLst>
          </p:cNvPr>
          <p:cNvSpPr/>
          <p:nvPr/>
        </p:nvSpPr>
        <p:spPr>
          <a:xfrm>
            <a:off x="11427254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19BD69E3-4502-4391-853D-1F01CBEA3D9E}"/>
              </a:ext>
            </a:extLst>
          </p:cNvPr>
          <p:cNvSpPr/>
          <p:nvPr/>
        </p:nvSpPr>
        <p:spPr>
          <a:xfrm>
            <a:off x="11593509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B262EF46-356E-4938-AC37-B7B1347B0459}"/>
              </a:ext>
            </a:extLst>
          </p:cNvPr>
          <p:cNvSpPr/>
          <p:nvPr/>
        </p:nvSpPr>
        <p:spPr>
          <a:xfrm>
            <a:off x="11759764" y="389363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1AEC0149-FD9F-495E-A71A-A6609E834CFD}"/>
              </a:ext>
            </a:extLst>
          </p:cNvPr>
          <p:cNvSpPr/>
          <p:nvPr/>
        </p:nvSpPr>
        <p:spPr>
          <a:xfrm>
            <a:off x="6605859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4DDF5CD8-D3A5-42AB-B754-7F70AF250343}"/>
              </a:ext>
            </a:extLst>
          </p:cNvPr>
          <p:cNvSpPr/>
          <p:nvPr/>
        </p:nvSpPr>
        <p:spPr>
          <a:xfrm>
            <a:off x="6772114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395AFEB5-C835-43A9-92DF-2F7ACEB4B1C9}"/>
              </a:ext>
            </a:extLst>
          </p:cNvPr>
          <p:cNvSpPr/>
          <p:nvPr/>
        </p:nvSpPr>
        <p:spPr>
          <a:xfrm>
            <a:off x="6938369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D656C082-56D2-40C4-9751-E9BF3A5E9F09}"/>
              </a:ext>
            </a:extLst>
          </p:cNvPr>
          <p:cNvSpPr/>
          <p:nvPr/>
        </p:nvSpPr>
        <p:spPr>
          <a:xfrm>
            <a:off x="7104624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F4E9B060-43F5-4B3C-8BB0-3F6E17C0E4CB}"/>
              </a:ext>
            </a:extLst>
          </p:cNvPr>
          <p:cNvSpPr/>
          <p:nvPr/>
        </p:nvSpPr>
        <p:spPr>
          <a:xfrm>
            <a:off x="7270879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B71668E0-651E-477F-B64E-1E867D5B3734}"/>
              </a:ext>
            </a:extLst>
          </p:cNvPr>
          <p:cNvSpPr/>
          <p:nvPr/>
        </p:nvSpPr>
        <p:spPr>
          <a:xfrm>
            <a:off x="7437134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A83E8A3A-4132-46B3-A84C-DE823E06ACC7}"/>
              </a:ext>
            </a:extLst>
          </p:cNvPr>
          <p:cNvSpPr/>
          <p:nvPr/>
        </p:nvSpPr>
        <p:spPr>
          <a:xfrm>
            <a:off x="7603389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FD1B031E-4FFC-422F-806E-2EA90E0F7375}"/>
              </a:ext>
            </a:extLst>
          </p:cNvPr>
          <p:cNvSpPr/>
          <p:nvPr/>
        </p:nvSpPr>
        <p:spPr>
          <a:xfrm>
            <a:off x="7769644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B1B15759-BA5D-4492-8E38-EDA168DA2069}"/>
              </a:ext>
            </a:extLst>
          </p:cNvPr>
          <p:cNvSpPr/>
          <p:nvPr/>
        </p:nvSpPr>
        <p:spPr>
          <a:xfrm>
            <a:off x="7935899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Rectangle 1107">
            <a:extLst>
              <a:ext uri="{FF2B5EF4-FFF2-40B4-BE49-F238E27FC236}">
                <a16:creationId xmlns:a16="http://schemas.microsoft.com/office/drawing/2014/main" id="{377D24ED-5096-447D-8B4A-BAB5EB45CD07}"/>
              </a:ext>
            </a:extLst>
          </p:cNvPr>
          <p:cNvSpPr/>
          <p:nvPr/>
        </p:nvSpPr>
        <p:spPr>
          <a:xfrm>
            <a:off x="8102154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9" name="Rectangle 1108">
            <a:extLst>
              <a:ext uri="{FF2B5EF4-FFF2-40B4-BE49-F238E27FC236}">
                <a16:creationId xmlns:a16="http://schemas.microsoft.com/office/drawing/2014/main" id="{CE449F2A-6C45-4586-A893-29A60AFBD672}"/>
              </a:ext>
            </a:extLst>
          </p:cNvPr>
          <p:cNvSpPr/>
          <p:nvPr/>
        </p:nvSpPr>
        <p:spPr>
          <a:xfrm>
            <a:off x="8268409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0" name="Rectangle 1109">
            <a:extLst>
              <a:ext uri="{FF2B5EF4-FFF2-40B4-BE49-F238E27FC236}">
                <a16:creationId xmlns:a16="http://schemas.microsoft.com/office/drawing/2014/main" id="{2E4B7A1A-C53F-4387-95A7-71DF4AEEBFEE}"/>
              </a:ext>
            </a:extLst>
          </p:cNvPr>
          <p:cNvSpPr/>
          <p:nvPr/>
        </p:nvSpPr>
        <p:spPr>
          <a:xfrm>
            <a:off x="8434664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1" name="Rectangle 1110">
            <a:extLst>
              <a:ext uri="{FF2B5EF4-FFF2-40B4-BE49-F238E27FC236}">
                <a16:creationId xmlns:a16="http://schemas.microsoft.com/office/drawing/2014/main" id="{85C2E44D-1046-418B-B3F7-90EA54BF536E}"/>
              </a:ext>
            </a:extLst>
          </p:cNvPr>
          <p:cNvSpPr/>
          <p:nvPr/>
        </p:nvSpPr>
        <p:spPr>
          <a:xfrm>
            <a:off x="8600919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2" name="Rectangle 1111">
            <a:extLst>
              <a:ext uri="{FF2B5EF4-FFF2-40B4-BE49-F238E27FC236}">
                <a16:creationId xmlns:a16="http://schemas.microsoft.com/office/drawing/2014/main" id="{8344BD7E-904C-4499-95EB-A0F94FD64EDA}"/>
              </a:ext>
            </a:extLst>
          </p:cNvPr>
          <p:cNvSpPr/>
          <p:nvPr/>
        </p:nvSpPr>
        <p:spPr>
          <a:xfrm>
            <a:off x="8767174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3" name="Rectangle 1112">
            <a:extLst>
              <a:ext uri="{FF2B5EF4-FFF2-40B4-BE49-F238E27FC236}">
                <a16:creationId xmlns:a16="http://schemas.microsoft.com/office/drawing/2014/main" id="{5949586C-EC12-41EA-9477-969DB64FDD9F}"/>
              </a:ext>
            </a:extLst>
          </p:cNvPr>
          <p:cNvSpPr/>
          <p:nvPr/>
        </p:nvSpPr>
        <p:spPr>
          <a:xfrm>
            <a:off x="8933429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1BDFC6B6-97C2-4BB1-BB60-64A2D4F6C854}"/>
              </a:ext>
            </a:extLst>
          </p:cNvPr>
          <p:cNvSpPr/>
          <p:nvPr/>
        </p:nvSpPr>
        <p:spPr>
          <a:xfrm>
            <a:off x="9099684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5" name="Rectangle 1114">
            <a:extLst>
              <a:ext uri="{FF2B5EF4-FFF2-40B4-BE49-F238E27FC236}">
                <a16:creationId xmlns:a16="http://schemas.microsoft.com/office/drawing/2014/main" id="{6BF5783F-773B-451F-994E-288F3275364C}"/>
              </a:ext>
            </a:extLst>
          </p:cNvPr>
          <p:cNvSpPr/>
          <p:nvPr/>
        </p:nvSpPr>
        <p:spPr>
          <a:xfrm>
            <a:off x="9265939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" name="Rectangle 1115">
            <a:extLst>
              <a:ext uri="{FF2B5EF4-FFF2-40B4-BE49-F238E27FC236}">
                <a16:creationId xmlns:a16="http://schemas.microsoft.com/office/drawing/2014/main" id="{29AF06AC-7F6F-477D-B816-FC9B18FF2702}"/>
              </a:ext>
            </a:extLst>
          </p:cNvPr>
          <p:cNvSpPr/>
          <p:nvPr/>
        </p:nvSpPr>
        <p:spPr>
          <a:xfrm>
            <a:off x="9432194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" name="Rectangle 1116">
            <a:extLst>
              <a:ext uri="{FF2B5EF4-FFF2-40B4-BE49-F238E27FC236}">
                <a16:creationId xmlns:a16="http://schemas.microsoft.com/office/drawing/2014/main" id="{679C2118-70F7-4831-9D55-F95E6D769072}"/>
              </a:ext>
            </a:extLst>
          </p:cNvPr>
          <p:cNvSpPr/>
          <p:nvPr/>
        </p:nvSpPr>
        <p:spPr>
          <a:xfrm>
            <a:off x="9598449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6384110D-EF35-4A37-A28B-33E616056C8B}"/>
              </a:ext>
            </a:extLst>
          </p:cNvPr>
          <p:cNvSpPr/>
          <p:nvPr/>
        </p:nvSpPr>
        <p:spPr>
          <a:xfrm>
            <a:off x="9764704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A64C1E17-D89A-4010-A722-FFB0ACF374A1}"/>
              </a:ext>
            </a:extLst>
          </p:cNvPr>
          <p:cNvSpPr/>
          <p:nvPr/>
        </p:nvSpPr>
        <p:spPr>
          <a:xfrm>
            <a:off x="9930959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1A736A17-3290-4555-A83C-37D9FFEF5C93}"/>
              </a:ext>
            </a:extLst>
          </p:cNvPr>
          <p:cNvSpPr/>
          <p:nvPr/>
        </p:nvSpPr>
        <p:spPr>
          <a:xfrm>
            <a:off x="10097214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15C15B32-E5FB-42EB-B575-96E02325DE5D}"/>
              </a:ext>
            </a:extLst>
          </p:cNvPr>
          <p:cNvSpPr/>
          <p:nvPr/>
        </p:nvSpPr>
        <p:spPr>
          <a:xfrm>
            <a:off x="10263469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866FF64B-7845-410B-A0D6-E1D2C60CB907}"/>
              </a:ext>
            </a:extLst>
          </p:cNvPr>
          <p:cNvSpPr/>
          <p:nvPr/>
        </p:nvSpPr>
        <p:spPr>
          <a:xfrm>
            <a:off x="10429724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B1B3F95F-3F05-468C-84A7-EE3CCCBCC396}"/>
              </a:ext>
            </a:extLst>
          </p:cNvPr>
          <p:cNvSpPr/>
          <p:nvPr/>
        </p:nvSpPr>
        <p:spPr>
          <a:xfrm>
            <a:off x="10595979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7AF6E881-CC4F-4EB4-80F0-2C92050D38E0}"/>
              </a:ext>
            </a:extLst>
          </p:cNvPr>
          <p:cNvSpPr/>
          <p:nvPr/>
        </p:nvSpPr>
        <p:spPr>
          <a:xfrm>
            <a:off x="10762234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9DD2EEB4-A5FE-4B7D-BC36-C777B612AF39}"/>
              </a:ext>
            </a:extLst>
          </p:cNvPr>
          <p:cNvSpPr/>
          <p:nvPr/>
        </p:nvSpPr>
        <p:spPr>
          <a:xfrm>
            <a:off x="10928489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E2F22A37-1323-409B-99FC-A84C32A0409A}"/>
              </a:ext>
            </a:extLst>
          </p:cNvPr>
          <p:cNvSpPr/>
          <p:nvPr/>
        </p:nvSpPr>
        <p:spPr>
          <a:xfrm>
            <a:off x="11094744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E998D504-8DAD-4A09-AA78-7BF586F4B11D}"/>
              </a:ext>
            </a:extLst>
          </p:cNvPr>
          <p:cNvSpPr/>
          <p:nvPr/>
        </p:nvSpPr>
        <p:spPr>
          <a:xfrm>
            <a:off x="11260999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6C7D5485-6E1C-4447-8B92-5052C32353BE}"/>
              </a:ext>
            </a:extLst>
          </p:cNvPr>
          <p:cNvSpPr/>
          <p:nvPr/>
        </p:nvSpPr>
        <p:spPr>
          <a:xfrm>
            <a:off x="11427254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3EDBBD-CBDB-4F72-BEF0-68326E7905DF}"/>
              </a:ext>
            </a:extLst>
          </p:cNvPr>
          <p:cNvSpPr/>
          <p:nvPr/>
        </p:nvSpPr>
        <p:spPr>
          <a:xfrm>
            <a:off x="11593509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4E6C3A7F-C52D-436E-BA94-2F6DB155E50F}"/>
              </a:ext>
            </a:extLst>
          </p:cNvPr>
          <p:cNvSpPr/>
          <p:nvPr/>
        </p:nvSpPr>
        <p:spPr>
          <a:xfrm>
            <a:off x="11759764" y="405988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4EF00252-877A-4253-B612-D77B40BEC44E}"/>
              </a:ext>
            </a:extLst>
          </p:cNvPr>
          <p:cNvSpPr/>
          <p:nvPr/>
        </p:nvSpPr>
        <p:spPr>
          <a:xfrm>
            <a:off x="6605859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EB638BA8-407E-4E2A-B409-1924B0F305E8}"/>
              </a:ext>
            </a:extLst>
          </p:cNvPr>
          <p:cNvSpPr/>
          <p:nvPr/>
        </p:nvSpPr>
        <p:spPr>
          <a:xfrm>
            <a:off x="6772114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5D5DA6AE-DC4D-40B8-B32E-513B03C93700}"/>
              </a:ext>
            </a:extLst>
          </p:cNvPr>
          <p:cNvSpPr/>
          <p:nvPr/>
        </p:nvSpPr>
        <p:spPr>
          <a:xfrm>
            <a:off x="6938369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3259251A-E8B9-4B61-9F33-3A22A5664551}"/>
              </a:ext>
            </a:extLst>
          </p:cNvPr>
          <p:cNvSpPr/>
          <p:nvPr/>
        </p:nvSpPr>
        <p:spPr>
          <a:xfrm>
            <a:off x="7104624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21961058-755F-47D6-8B51-C13E0484089A}"/>
              </a:ext>
            </a:extLst>
          </p:cNvPr>
          <p:cNvSpPr/>
          <p:nvPr/>
        </p:nvSpPr>
        <p:spPr>
          <a:xfrm>
            <a:off x="7270879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D83CC51C-66C4-4B7A-B1BD-18F63E7DC485}"/>
              </a:ext>
            </a:extLst>
          </p:cNvPr>
          <p:cNvSpPr/>
          <p:nvPr/>
        </p:nvSpPr>
        <p:spPr>
          <a:xfrm>
            <a:off x="7437134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51D9112-F497-4F60-A3D3-7782233D2163}"/>
              </a:ext>
            </a:extLst>
          </p:cNvPr>
          <p:cNvSpPr/>
          <p:nvPr/>
        </p:nvSpPr>
        <p:spPr>
          <a:xfrm>
            <a:off x="7603389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EC4F3E2E-83CE-4AA5-B20D-8D08F960C9E2}"/>
              </a:ext>
            </a:extLst>
          </p:cNvPr>
          <p:cNvSpPr/>
          <p:nvPr/>
        </p:nvSpPr>
        <p:spPr>
          <a:xfrm>
            <a:off x="7769644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1143F40F-D535-4244-A911-16DC67993C84}"/>
              </a:ext>
            </a:extLst>
          </p:cNvPr>
          <p:cNvSpPr/>
          <p:nvPr/>
        </p:nvSpPr>
        <p:spPr>
          <a:xfrm>
            <a:off x="7935899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82E12C97-54B8-4DA9-89D0-0733F9C82158}"/>
              </a:ext>
            </a:extLst>
          </p:cNvPr>
          <p:cNvSpPr/>
          <p:nvPr/>
        </p:nvSpPr>
        <p:spPr>
          <a:xfrm>
            <a:off x="8102154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051E4734-0B87-49F3-9F2A-072005D3902E}"/>
              </a:ext>
            </a:extLst>
          </p:cNvPr>
          <p:cNvSpPr/>
          <p:nvPr/>
        </p:nvSpPr>
        <p:spPr>
          <a:xfrm>
            <a:off x="8268409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8B98AA9A-26F8-4629-AB9D-C4613BD311B9}"/>
              </a:ext>
            </a:extLst>
          </p:cNvPr>
          <p:cNvSpPr/>
          <p:nvPr/>
        </p:nvSpPr>
        <p:spPr>
          <a:xfrm>
            <a:off x="8434664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8E161812-86CD-46C8-92A6-CEE9424033A1}"/>
              </a:ext>
            </a:extLst>
          </p:cNvPr>
          <p:cNvSpPr/>
          <p:nvPr/>
        </p:nvSpPr>
        <p:spPr>
          <a:xfrm>
            <a:off x="8600919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Rectangle 1143">
            <a:extLst>
              <a:ext uri="{FF2B5EF4-FFF2-40B4-BE49-F238E27FC236}">
                <a16:creationId xmlns:a16="http://schemas.microsoft.com/office/drawing/2014/main" id="{6C1558DD-B22C-4D1C-BAB3-26859271AA85}"/>
              </a:ext>
            </a:extLst>
          </p:cNvPr>
          <p:cNvSpPr/>
          <p:nvPr/>
        </p:nvSpPr>
        <p:spPr>
          <a:xfrm>
            <a:off x="8767174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5" name="Rectangle 1144">
            <a:extLst>
              <a:ext uri="{FF2B5EF4-FFF2-40B4-BE49-F238E27FC236}">
                <a16:creationId xmlns:a16="http://schemas.microsoft.com/office/drawing/2014/main" id="{5BFE6D1D-819C-4B94-BDF3-1FDA1118E073}"/>
              </a:ext>
            </a:extLst>
          </p:cNvPr>
          <p:cNvSpPr/>
          <p:nvPr/>
        </p:nvSpPr>
        <p:spPr>
          <a:xfrm>
            <a:off x="8933429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6" name="Rectangle 1145">
            <a:extLst>
              <a:ext uri="{FF2B5EF4-FFF2-40B4-BE49-F238E27FC236}">
                <a16:creationId xmlns:a16="http://schemas.microsoft.com/office/drawing/2014/main" id="{C4E94C93-307C-4319-B391-EF5A1FD79616}"/>
              </a:ext>
            </a:extLst>
          </p:cNvPr>
          <p:cNvSpPr/>
          <p:nvPr/>
        </p:nvSpPr>
        <p:spPr>
          <a:xfrm>
            <a:off x="9099684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27FA7EC7-D307-4ED4-97E0-70918754CD63}"/>
              </a:ext>
            </a:extLst>
          </p:cNvPr>
          <p:cNvSpPr/>
          <p:nvPr/>
        </p:nvSpPr>
        <p:spPr>
          <a:xfrm>
            <a:off x="9265939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9681F3D1-84B3-4834-8AD4-DC2118A93DDD}"/>
              </a:ext>
            </a:extLst>
          </p:cNvPr>
          <p:cNvSpPr/>
          <p:nvPr/>
        </p:nvSpPr>
        <p:spPr>
          <a:xfrm>
            <a:off x="9432194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9" name="Rectangle 1148">
            <a:extLst>
              <a:ext uri="{FF2B5EF4-FFF2-40B4-BE49-F238E27FC236}">
                <a16:creationId xmlns:a16="http://schemas.microsoft.com/office/drawing/2014/main" id="{0ACC3637-1F20-417C-8249-BC394382AA3B}"/>
              </a:ext>
            </a:extLst>
          </p:cNvPr>
          <p:cNvSpPr/>
          <p:nvPr/>
        </p:nvSpPr>
        <p:spPr>
          <a:xfrm>
            <a:off x="9598449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0" name="Rectangle 1149">
            <a:extLst>
              <a:ext uri="{FF2B5EF4-FFF2-40B4-BE49-F238E27FC236}">
                <a16:creationId xmlns:a16="http://schemas.microsoft.com/office/drawing/2014/main" id="{18FF675C-6A35-4E97-9BA2-3888C1A3F84C}"/>
              </a:ext>
            </a:extLst>
          </p:cNvPr>
          <p:cNvSpPr/>
          <p:nvPr/>
        </p:nvSpPr>
        <p:spPr>
          <a:xfrm>
            <a:off x="9764704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660C9D86-5AFC-40AE-9238-267ABB376305}"/>
              </a:ext>
            </a:extLst>
          </p:cNvPr>
          <p:cNvSpPr/>
          <p:nvPr/>
        </p:nvSpPr>
        <p:spPr>
          <a:xfrm>
            <a:off x="9930959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56CA0424-58CF-4890-A768-F1FA38C33A50}"/>
              </a:ext>
            </a:extLst>
          </p:cNvPr>
          <p:cNvSpPr/>
          <p:nvPr/>
        </p:nvSpPr>
        <p:spPr>
          <a:xfrm>
            <a:off x="10097214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3" name="Rectangle 1152">
            <a:extLst>
              <a:ext uri="{FF2B5EF4-FFF2-40B4-BE49-F238E27FC236}">
                <a16:creationId xmlns:a16="http://schemas.microsoft.com/office/drawing/2014/main" id="{11FFFF44-1882-4CD9-9949-04352E2BF3AB}"/>
              </a:ext>
            </a:extLst>
          </p:cNvPr>
          <p:cNvSpPr/>
          <p:nvPr/>
        </p:nvSpPr>
        <p:spPr>
          <a:xfrm>
            <a:off x="10263469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6F31D167-F3E2-42EF-AA29-091502C98E74}"/>
              </a:ext>
            </a:extLst>
          </p:cNvPr>
          <p:cNvSpPr/>
          <p:nvPr/>
        </p:nvSpPr>
        <p:spPr>
          <a:xfrm>
            <a:off x="10429724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5" name="Rectangle 1154">
            <a:extLst>
              <a:ext uri="{FF2B5EF4-FFF2-40B4-BE49-F238E27FC236}">
                <a16:creationId xmlns:a16="http://schemas.microsoft.com/office/drawing/2014/main" id="{978DAA95-F7EF-4B6B-86E9-A1718133CB64}"/>
              </a:ext>
            </a:extLst>
          </p:cNvPr>
          <p:cNvSpPr/>
          <p:nvPr/>
        </p:nvSpPr>
        <p:spPr>
          <a:xfrm>
            <a:off x="10595979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6" name="Rectangle 1155">
            <a:extLst>
              <a:ext uri="{FF2B5EF4-FFF2-40B4-BE49-F238E27FC236}">
                <a16:creationId xmlns:a16="http://schemas.microsoft.com/office/drawing/2014/main" id="{D517D17D-AE3F-4D94-8BB6-C77436F44C88}"/>
              </a:ext>
            </a:extLst>
          </p:cNvPr>
          <p:cNvSpPr/>
          <p:nvPr/>
        </p:nvSpPr>
        <p:spPr>
          <a:xfrm>
            <a:off x="10762234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7" name="Rectangle 1156">
            <a:extLst>
              <a:ext uri="{FF2B5EF4-FFF2-40B4-BE49-F238E27FC236}">
                <a16:creationId xmlns:a16="http://schemas.microsoft.com/office/drawing/2014/main" id="{D6995379-8C8C-4921-8DF7-A5E2081C20EE}"/>
              </a:ext>
            </a:extLst>
          </p:cNvPr>
          <p:cNvSpPr/>
          <p:nvPr/>
        </p:nvSpPr>
        <p:spPr>
          <a:xfrm>
            <a:off x="10928489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8" name="Rectangle 1157">
            <a:extLst>
              <a:ext uri="{FF2B5EF4-FFF2-40B4-BE49-F238E27FC236}">
                <a16:creationId xmlns:a16="http://schemas.microsoft.com/office/drawing/2014/main" id="{F67394E9-2787-48FA-8304-32E38AD99476}"/>
              </a:ext>
            </a:extLst>
          </p:cNvPr>
          <p:cNvSpPr/>
          <p:nvPr/>
        </p:nvSpPr>
        <p:spPr>
          <a:xfrm>
            <a:off x="11094744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9" name="Rectangle 1158">
            <a:extLst>
              <a:ext uri="{FF2B5EF4-FFF2-40B4-BE49-F238E27FC236}">
                <a16:creationId xmlns:a16="http://schemas.microsoft.com/office/drawing/2014/main" id="{9871615B-CEDC-4C81-8631-72DC98A85C42}"/>
              </a:ext>
            </a:extLst>
          </p:cNvPr>
          <p:cNvSpPr/>
          <p:nvPr/>
        </p:nvSpPr>
        <p:spPr>
          <a:xfrm>
            <a:off x="11260999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" name="Rectangle 1159">
            <a:extLst>
              <a:ext uri="{FF2B5EF4-FFF2-40B4-BE49-F238E27FC236}">
                <a16:creationId xmlns:a16="http://schemas.microsoft.com/office/drawing/2014/main" id="{E59214A2-D158-4B99-93C1-4B2D41791D63}"/>
              </a:ext>
            </a:extLst>
          </p:cNvPr>
          <p:cNvSpPr/>
          <p:nvPr/>
        </p:nvSpPr>
        <p:spPr>
          <a:xfrm>
            <a:off x="11427254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1" name="Rectangle 1160">
            <a:extLst>
              <a:ext uri="{FF2B5EF4-FFF2-40B4-BE49-F238E27FC236}">
                <a16:creationId xmlns:a16="http://schemas.microsoft.com/office/drawing/2014/main" id="{9AEC40F0-45F8-4B8B-8687-E2D59A99E511}"/>
              </a:ext>
            </a:extLst>
          </p:cNvPr>
          <p:cNvSpPr/>
          <p:nvPr/>
        </p:nvSpPr>
        <p:spPr>
          <a:xfrm>
            <a:off x="11593509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2" name="Rectangle 1161">
            <a:extLst>
              <a:ext uri="{FF2B5EF4-FFF2-40B4-BE49-F238E27FC236}">
                <a16:creationId xmlns:a16="http://schemas.microsoft.com/office/drawing/2014/main" id="{571BE7F3-BA31-4C56-AE0D-224C23E28D7E}"/>
              </a:ext>
            </a:extLst>
          </p:cNvPr>
          <p:cNvSpPr/>
          <p:nvPr/>
        </p:nvSpPr>
        <p:spPr>
          <a:xfrm>
            <a:off x="11759764" y="422614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" name="Rectangle 1162">
            <a:extLst>
              <a:ext uri="{FF2B5EF4-FFF2-40B4-BE49-F238E27FC236}">
                <a16:creationId xmlns:a16="http://schemas.microsoft.com/office/drawing/2014/main" id="{F92B4DD8-E072-4D77-8C32-1080CB76CB9B}"/>
              </a:ext>
            </a:extLst>
          </p:cNvPr>
          <p:cNvSpPr/>
          <p:nvPr/>
        </p:nvSpPr>
        <p:spPr>
          <a:xfrm>
            <a:off x="6605859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4" name="Rectangle 1163">
            <a:extLst>
              <a:ext uri="{FF2B5EF4-FFF2-40B4-BE49-F238E27FC236}">
                <a16:creationId xmlns:a16="http://schemas.microsoft.com/office/drawing/2014/main" id="{E423EC8B-9A75-4481-9046-7A1985B3FDB6}"/>
              </a:ext>
            </a:extLst>
          </p:cNvPr>
          <p:cNvSpPr/>
          <p:nvPr/>
        </p:nvSpPr>
        <p:spPr>
          <a:xfrm>
            <a:off x="6772114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5" name="Rectangle 1164">
            <a:extLst>
              <a:ext uri="{FF2B5EF4-FFF2-40B4-BE49-F238E27FC236}">
                <a16:creationId xmlns:a16="http://schemas.microsoft.com/office/drawing/2014/main" id="{1EF8EAEF-EAA6-4E21-968A-402AF8C50D7F}"/>
              </a:ext>
            </a:extLst>
          </p:cNvPr>
          <p:cNvSpPr/>
          <p:nvPr/>
        </p:nvSpPr>
        <p:spPr>
          <a:xfrm>
            <a:off x="6938369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6" name="Rectangle 1165">
            <a:extLst>
              <a:ext uri="{FF2B5EF4-FFF2-40B4-BE49-F238E27FC236}">
                <a16:creationId xmlns:a16="http://schemas.microsoft.com/office/drawing/2014/main" id="{3E68A2B1-CAB3-469F-8166-FC35441DBB5F}"/>
              </a:ext>
            </a:extLst>
          </p:cNvPr>
          <p:cNvSpPr/>
          <p:nvPr/>
        </p:nvSpPr>
        <p:spPr>
          <a:xfrm>
            <a:off x="7104624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7" name="Rectangle 1166">
            <a:extLst>
              <a:ext uri="{FF2B5EF4-FFF2-40B4-BE49-F238E27FC236}">
                <a16:creationId xmlns:a16="http://schemas.microsoft.com/office/drawing/2014/main" id="{6955A3E0-B504-490C-A8F6-185C42B93298}"/>
              </a:ext>
            </a:extLst>
          </p:cNvPr>
          <p:cNvSpPr/>
          <p:nvPr/>
        </p:nvSpPr>
        <p:spPr>
          <a:xfrm>
            <a:off x="7270879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8" name="Rectangle 1167">
            <a:extLst>
              <a:ext uri="{FF2B5EF4-FFF2-40B4-BE49-F238E27FC236}">
                <a16:creationId xmlns:a16="http://schemas.microsoft.com/office/drawing/2014/main" id="{BD7BFEEF-3056-4627-9292-70758DD1B1C2}"/>
              </a:ext>
            </a:extLst>
          </p:cNvPr>
          <p:cNvSpPr/>
          <p:nvPr/>
        </p:nvSpPr>
        <p:spPr>
          <a:xfrm>
            <a:off x="7437134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" name="Rectangle 1168">
            <a:extLst>
              <a:ext uri="{FF2B5EF4-FFF2-40B4-BE49-F238E27FC236}">
                <a16:creationId xmlns:a16="http://schemas.microsoft.com/office/drawing/2014/main" id="{05C92BD3-2F44-4716-8BAF-2CBDAF7F60DE}"/>
              </a:ext>
            </a:extLst>
          </p:cNvPr>
          <p:cNvSpPr/>
          <p:nvPr/>
        </p:nvSpPr>
        <p:spPr>
          <a:xfrm>
            <a:off x="7603389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0" name="Rectangle 1169">
            <a:extLst>
              <a:ext uri="{FF2B5EF4-FFF2-40B4-BE49-F238E27FC236}">
                <a16:creationId xmlns:a16="http://schemas.microsoft.com/office/drawing/2014/main" id="{9F7EED92-B178-49DA-89A4-32E6543587DD}"/>
              </a:ext>
            </a:extLst>
          </p:cNvPr>
          <p:cNvSpPr/>
          <p:nvPr/>
        </p:nvSpPr>
        <p:spPr>
          <a:xfrm>
            <a:off x="7769644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1" name="Rectangle 1170">
            <a:extLst>
              <a:ext uri="{FF2B5EF4-FFF2-40B4-BE49-F238E27FC236}">
                <a16:creationId xmlns:a16="http://schemas.microsoft.com/office/drawing/2014/main" id="{6C10874F-B3D5-450A-8EF5-A785295E00F8}"/>
              </a:ext>
            </a:extLst>
          </p:cNvPr>
          <p:cNvSpPr/>
          <p:nvPr/>
        </p:nvSpPr>
        <p:spPr>
          <a:xfrm>
            <a:off x="7935899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" name="Rectangle 1171">
            <a:extLst>
              <a:ext uri="{FF2B5EF4-FFF2-40B4-BE49-F238E27FC236}">
                <a16:creationId xmlns:a16="http://schemas.microsoft.com/office/drawing/2014/main" id="{115B9CB7-75FB-41C7-9F66-3060980D6118}"/>
              </a:ext>
            </a:extLst>
          </p:cNvPr>
          <p:cNvSpPr/>
          <p:nvPr/>
        </p:nvSpPr>
        <p:spPr>
          <a:xfrm>
            <a:off x="8102154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3" name="Rectangle 1172">
            <a:extLst>
              <a:ext uri="{FF2B5EF4-FFF2-40B4-BE49-F238E27FC236}">
                <a16:creationId xmlns:a16="http://schemas.microsoft.com/office/drawing/2014/main" id="{0334E10F-D298-44BC-9DB8-A65BBBACCEC6}"/>
              </a:ext>
            </a:extLst>
          </p:cNvPr>
          <p:cNvSpPr/>
          <p:nvPr/>
        </p:nvSpPr>
        <p:spPr>
          <a:xfrm>
            <a:off x="8268409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4" name="Rectangle 1173">
            <a:extLst>
              <a:ext uri="{FF2B5EF4-FFF2-40B4-BE49-F238E27FC236}">
                <a16:creationId xmlns:a16="http://schemas.microsoft.com/office/drawing/2014/main" id="{3F2045FB-5743-4233-8BFE-EAE06E2C29C5}"/>
              </a:ext>
            </a:extLst>
          </p:cNvPr>
          <p:cNvSpPr/>
          <p:nvPr/>
        </p:nvSpPr>
        <p:spPr>
          <a:xfrm>
            <a:off x="8434664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5" name="Rectangle 1174">
            <a:extLst>
              <a:ext uri="{FF2B5EF4-FFF2-40B4-BE49-F238E27FC236}">
                <a16:creationId xmlns:a16="http://schemas.microsoft.com/office/drawing/2014/main" id="{A23F81E3-3BC5-41E2-8A84-DB7CC0A4AF1F}"/>
              </a:ext>
            </a:extLst>
          </p:cNvPr>
          <p:cNvSpPr/>
          <p:nvPr/>
        </p:nvSpPr>
        <p:spPr>
          <a:xfrm>
            <a:off x="8600919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6" name="Rectangle 1175">
            <a:extLst>
              <a:ext uri="{FF2B5EF4-FFF2-40B4-BE49-F238E27FC236}">
                <a16:creationId xmlns:a16="http://schemas.microsoft.com/office/drawing/2014/main" id="{4FCD7FC4-6E84-4285-BA0B-620EDAF286A9}"/>
              </a:ext>
            </a:extLst>
          </p:cNvPr>
          <p:cNvSpPr/>
          <p:nvPr/>
        </p:nvSpPr>
        <p:spPr>
          <a:xfrm>
            <a:off x="8767174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7" name="Rectangle 1176">
            <a:extLst>
              <a:ext uri="{FF2B5EF4-FFF2-40B4-BE49-F238E27FC236}">
                <a16:creationId xmlns:a16="http://schemas.microsoft.com/office/drawing/2014/main" id="{A827EDBA-D2FE-4742-9EF4-C2278DBC7E4E}"/>
              </a:ext>
            </a:extLst>
          </p:cNvPr>
          <p:cNvSpPr/>
          <p:nvPr/>
        </p:nvSpPr>
        <p:spPr>
          <a:xfrm>
            <a:off x="8933429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8" name="Rectangle 1177">
            <a:extLst>
              <a:ext uri="{FF2B5EF4-FFF2-40B4-BE49-F238E27FC236}">
                <a16:creationId xmlns:a16="http://schemas.microsoft.com/office/drawing/2014/main" id="{D13CE81E-5591-42A5-B0F9-93CEB4F0665F}"/>
              </a:ext>
            </a:extLst>
          </p:cNvPr>
          <p:cNvSpPr/>
          <p:nvPr/>
        </p:nvSpPr>
        <p:spPr>
          <a:xfrm>
            <a:off x="9099684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9" name="Rectangle 1178">
            <a:extLst>
              <a:ext uri="{FF2B5EF4-FFF2-40B4-BE49-F238E27FC236}">
                <a16:creationId xmlns:a16="http://schemas.microsoft.com/office/drawing/2014/main" id="{D348A331-A71A-42F6-98D7-C063C08DB4A4}"/>
              </a:ext>
            </a:extLst>
          </p:cNvPr>
          <p:cNvSpPr/>
          <p:nvPr/>
        </p:nvSpPr>
        <p:spPr>
          <a:xfrm>
            <a:off x="9265939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0" name="Rectangle 1179">
            <a:extLst>
              <a:ext uri="{FF2B5EF4-FFF2-40B4-BE49-F238E27FC236}">
                <a16:creationId xmlns:a16="http://schemas.microsoft.com/office/drawing/2014/main" id="{0C788A8B-BC9D-455B-91DC-67C70C894201}"/>
              </a:ext>
            </a:extLst>
          </p:cNvPr>
          <p:cNvSpPr/>
          <p:nvPr/>
        </p:nvSpPr>
        <p:spPr>
          <a:xfrm>
            <a:off x="9432194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1" name="Rectangle 1180">
            <a:extLst>
              <a:ext uri="{FF2B5EF4-FFF2-40B4-BE49-F238E27FC236}">
                <a16:creationId xmlns:a16="http://schemas.microsoft.com/office/drawing/2014/main" id="{D35C718C-78DE-4B03-A31C-977BAA24F20D}"/>
              </a:ext>
            </a:extLst>
          </p:cNvPr>
          <p:cNvSpPr/>
          <p:nvPr/>
        </p:nvSpPr>
        <p:spPr>
          <a:xfrm>
            <a:off x="9598449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2" name="Rectangle 1181">
            <a:extLst>
              <a:ext uri="{FF2B5EF4-FFF2-40B4-BE49-F238E27FC236}">
                <a16:creationId xmlns:a16="http://schemas.microsoft.com/office/drawing/2014/main" id="{C356C33C-ABDE-4E55-8354-156C6A6FF4E6}"/>
              </a:ext>
            </a:extLst>
          </p:cNvPr>
          <p:cNvSpPr/>
          <p:nvPr/>
        </p:nvSpPr>
        <p:spPr>
          <a:xfrm>
            <a:off x="9764704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3" name="Rectangle 1182">
            <a:extLst>
              <a:ext uri="{FF2B5EF4-FFF2-40B4-BE49-F238E27FC236}">
                <a16:creationId xmlns:a16="http://schemas.microsoft.com/office/drawing/2014/main" id="{430704AD-9A3F-4716-A790-49DA56C12C3B}"/>
              </a:ext>
            </a:extLst>
          </p:cNvPr>
          <p:cNvSpPr/>
          <p:nvPr/>
        </p:nvSpPr>
        <p:spPr>
          <a:xfrm>
            <a:off x="9930959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4" name="Rectangle 1183">
            <a:extLst>
              <a:ext uri="{FF2B5EF4-FFF2-40B4-BE49-F238E27FC236}">
                <a16:creationId xmlns:a16="http://schemas.microsoft.com/office/drawing/2014/main" id="{C9E80638-888A-431F-8828-CB5472F48911}"/>
              </a:ext>
            </a:extLst>
          </p:cNvPr>
          <p:cNvSpPr/>
          <p:nvPr/>
        </p:nvSpPr>
        <p:spPr>
          <a:xfrm>
            <a:off x="10097214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5" name="Rectangle 1184">
            <a:extLst>
              <a:ext uri="{FF2B5EF4-FFF2-40B4-BE49-F238E27FC236}">
                <a16:creationId xmlns:a16="http://schemas.microsoft.com/office/drawing/2014/main" id="{3053F948-F05F-48C6-B607-C9E1F4CEF186}"/>
              </a:ext>
            </a:extLst>
          </p:cNvPr>
          <p:cNvSpPr/>
          <p:nvPr/>
        </p:nvSpPr>
        <p:spPr>
          <a:xfrm>
            <a:off x="10263469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6" name="Rectangle 1185">
            <a:extLst>
              <a:ext uri="{FF2B5EF4-FFF2-40B4-BE49-F238E27FC236}">
                <a16:creationId xmlns:a16="http://schemas.microsoft.com/office/drawing/2014/main" id="{911BC60F-3F9E-4F13-92B1-B8420D26632F}"/>
              </a:ext>
            </a:extLst>
          </p:cNvPr>
          <p:cNvSpPr/>
          <p:nvPr/>
        </p:nvSpPr>
        <p:spPr>
          <a:xfrm>
            <a:off x="10429724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7" name="Rectangle 1186">
            <a:extLst>
              <a:ext uri="{FF2B5EF4-FFF2-40B4-BE49-F238E27FC236}">
                <a16:creationId xmlns:a16="http://schemas.microsoft.com/office/drawing/2014/main" id="{F0C71FFE-58CA-4BC1-B819-4C9C51FA55C7}"/>
              </a:ext>
            </a:extLst>
          </p:cNvPr>
          <p:cNvSpPr/>
          <p:nvPr/>
        </p:nvSpPr>
        <p:spPr>
          <a:xfrm>
            <a:off x="10595979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8" name="Rectangle 1187">
            <a:extLst>
              <a:ext uri="{FF2B5EF4-FFF2-40B4-BE49-F238E27FC236}">
                <a16:creationId xmlns:a16="http://schemas.microsoft.com/office/drawing/2014/main" id="{5512DD97-08DE-4BB0-8E74-2CA27FC7D7E0}"/>
              </a:ext>
            </a:extLst>
          </p:cNvPr>
          <p:cNvSpPr/>
          <p:nvPr/>
        </p:nvSpPr>
        <p:spPr>
          <a:xfrm>
            <a:off x="10762234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9" name="Rectangle 1188">
            <a:extLst>
              <a:ext uri="{FF2B5EF4-FFF2-40B4-BE49-F238E27FC236}">
                <a16:creationId xmlns:a16="http://schemas.microsoft.com/office/drawing/2014/main" id="{74FDC944-2F4A-4456-AEF7-E09DD6AF2EB8}"/>
              </a:ext>
            </a:extLst>
          </p:cNvPr>
          <p:cNvSpPr/>
          <p:nvPr/>
        </p:nvSpPr>
        <p:spPr>
          <a:xfrm>
            <a:off x="10928489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0" name="Rectangle 1189">
            <a:extLst>
              <a:ext uri="{FF2B5EF4-FFF2-40B4-BE49-F238E27FC236}">
                <a16:creationId xmlns:a16="http://schemas.microsoft.com/office/drawing/2014/main" id="{09B87147-F123-44DA-BA84-88B25AC6E6AB}"/>
              </a:ext>
            </a:extLst>
          </p:cNvPr>
          <p:cNvSpPr/>
          <p:nvPr/>
        </p:nvSpPr>
        <p:spPr>
          <a:xfrm>
            <a:off x="11094744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1" name="Rectangle 1190">
            <a:extLst>
              <a:ext uri="{FF2B5EF4-FFF2-40B4-BE49-F238E27FC236}">
                <a16:creationId xmlns:a16="http://schemas.microsoft.com/office/drawing/2014/main" id="{89D58123-7522-4E06-8B9D-1CFE5146D087}"/>
              </a:ext>
            </a:extLst>
          </p:cNvPr>
          <p:cNvSpPr/>
          <p:nvPr/>
        </p:nvSpPr>
        <p:spPr>
          <a:xfrm>
            <a:off x="11260999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2" name="Rectangle 1191">
            <a:extLst>
              <a:ext uri="{FF2B5EF4-FFF2-40B4-BE49-F238E27FC236}">
                <a16:creationId xmlns:a16="http://schemas.microsoft.com/office/drawing/2014/main" id="{51CCA812-71AB-4E17-B3B6-A78FC384AAF5}"/>
              </a:ext>
            </a:extLst>
          </p:cNvPr>
          <p:cNvSpPr/>
          <p:nvPr/>
        </p:nvSpPr>
        <p:spPr>
          <a:xfrm>
            <a:off x="11427254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3" name="Rectangle 1192">
            <a:extLst>
              <a:ext uri="{FF2B5EF4-FFF2-40B4-BE49-F238E27FC236}">
                <a16:creationId xmlns:a16="http://schemas.microsoft.com/office/drawing/2014/main" id="{C6008E10-BB53-4AFD-A7DB-3E80B4BFDA6C}"/>
              </a:ext>
            </a:extLst>
          </p:cNvPr>
          <p:cNvSpPr/>
          <p:nvPr/>
        </p:nvSpPr>
        <p:spPr>
          <a:xfrm>
            <a:off x="11593509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4" name="Rectangle 1193">
            <a:extLst>
              <a:ext uri="{FF2B5EF4-FFF2-40B4-BE49-F238E27FC236}">
                <a16:creationId xmlns:a16="http://schemas.microsoft.com/office/drawing/2014/main" id="{D6B6ABB7-79D3-48DE-ADAE-A17C92CCD7D9}"/>
              </a:ext>
            </a:extLst>
          </p:cNvPr>
          <p:cNvSpPr/>
          <p:nvPr/>
        </p:nvSpPr>
        <p:spPr>
          <a:xfrm>
            <a:off x="11759764" y="439239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5" name="Rectangle 1194">
            <a:extLst>
              <a:ext uri="{FF2B5EF4-FFF2-40B4-BE49-F238E27FC236}">
                <a16:creationId xmlns:a16="http://schemas.microsoft.com/office/drawing/2014/main" id="{E6DC8DC0-58FA-4107-9A23-B0696DB29725}"/>
              </a:ext>
            </a:extLst>
          </p:cNvPr>
          <p:cNvSpPr/>
          <p:nvPr/>
        </p:nvSpPr>
        <p:spPr>
          <a:xfrm>
            <a:off x="6605859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6" name="Rectangle 1195">
            <a:extLst>
              <a:ext uri="{FF2B5EF4-FFF2-40B4-BE49-F238E27FC236}">
                <a16:creationId xmlns:a16="http://schemas.microsoft.com/office/drawing/2014/main" id="{02938E8D-39B6-4F6C-BAF3-7AF2514316AD}"/>
              </a:ext>
            </a:extLst>
          </p:cNvPr>
          <p:cNvSpPr/>
          <p:nvPr/>
        </p:nvSpPr>
        <p:spPr>
          <a:xfrm>
            <a:off x="6772114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7" name="Rectangle 1196">
            <a:extLst>
              <a:ext uri="{FF2B5EF4-FFF2-40B4-BE49-F238E27FC236}">
                <a16:creationId xmlns:a16="http://schemas.microsoft.com/office/drawing/2014/main" id="{05F4C9B0-6D6C-474E-B1F1-486AB01510BA}"/>
              </a:ext>
            </a:extLst>
          </p:cNvPr>
          <p:cNvSpPr/>
          <p:nvPr/>
        </p:nvSpPr>
        <p:spPr>
          <a:xfrm>
            <a:off x="6938369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8" name="Rectangle 1197">
            <a:extLst>
              <a:ext uri="{FF2B5EF4-FFF2-40B4-BE49-F238E27FC236}">
                <a16:creationId xmlns:a16="http://schemas.microsoft.com/office/drawing/2014/main" id="{FB25FCCC-4B38-45D0-94D5-FE24422C0C43}"/>
              </a:ext>
            </a:extLst>
          </p:cNvPr>
          <p:cNvSpPr/>
          <p:nvPr/>
        </p:nvSpPr>
        <p:spPr>
          <a:xfrm>
            <a:off x="7104624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9" name="Rectangle 1198">
            <a:extLst>
              <a:ext uri="{FF2B5EF4-FFF2-40B4-BE49-F238E27FC236}">
                <a16:creationId xmlns:a16="http://schemas.microsoft.com/office/drawing/2014/main" id="{4364DC55-B672-4A2C-9FD1-178360BAEE1A}"/>
              </a:ext>
            </a:extLst>
          </p:cNvPr>
          <p:cNvSpPr/>
          <p:nvPr/>
        </p:nvSpPr>
        <p:spPr>
          <a:xfrm>
            <a:off x="7270879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0" name="Rectangle 1199">
            <a:extLst>
              <a:ext uri="{FF2B5EF4-FFF2-40B4-BE49-F238E27FC236}">
                <a16:creationId xmlns:a16="http://schemas.microsoft.com/office/drawing/2014/main" id="{37023B03-F5F3-4D1E-A0B4-9C359F2ED343}"/>
              </a:ext>
            </a:extLst>
          </p:cNvPr>
          <p:cNvSpPr/>
          <p:nvPr/>
        </p:nvSpPr>
        <p:spPr>
          <a:xfrm>
            <a:off x="7437134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1" name="Rectangle 1200">
            <a:extLst>
              <a:ext uri="{FF2B5EF4-FFF2-40B4-BE49-F238E27FC236}">
                <a16:creationId xmlns:a16="http://schemas.microsoft.com/office/drawing/2014/main" id="{5AC63E29-6451-484D-8C84-6D298BB369DC}"/>
              </a:ext>
            </a:extLst>
          </p:cNvPr>
          <p:cNvSpPr/>
          <p:nvPr/>
        </p:nvSpPr>
        <p:spPr>
          <a:xfrm>
            <a:off x="7603389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2" name="Rectangle 1201">
            <a:extLst>
              <a:ext uri="{FF2B5EF4-FFF2-40B4-BE49-F238E27FC236}">
                <a16:creationId xmlns:a16="http://schemas.microsoft.com/office/drawing/2014/main" id="{7122BD73-8757-4CC9-B861-12F6098E6973}"/>
              </a:ext>
            </a:extLst>
          </p:cNvPr>
          <p:cNvSpPr/>
          <p:nvPr/>
        </p:nvSpPr>
        <p:spPr>
          <a:xfrm>
            <a:off x="7769644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3" name="Rectangle 1202">
            <a:extLst>
              <a:ext uri="{FF2B5EF4-FFF2-40B4-BE49-F238E27FC236}">
                <a16:creationId xmlns:a16="http://schemas.microsoft.com/office/drawing/2014/main" id="{7DD1AE49-9667-4FBD-B3B9-4D3D225B14C5}"/>
              </a:ext>
            </a:extLst>
          </p:cNvPr>
          <p:cNvSpPr/>
          <p:nvPr/>
        </p:nvSpPr>
        <p:spPr>
          <a:xfrm>
            <a:off x="7935899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4" name="Rectangle 1203">
            <a:extLst>
              <a:ext uri="{FF2B5EF4-FFF2-40B4-BE49-F238E27FC236}">
                <a16:creationId xmlns:a16="http://schemas.microsoft.com/office/drawing/2014/main" id="{C89FC205-2EE6-4E2F-AEAA-DF461A65594C}"/>
              </a:ext>
            </a:extLst>
          </p:cNvPr>
          <p:cNvSpPr/>
          <p:nvPr/>
        </p:nvSpPr>
        <p:spPr>
          <a:xfrm>
            <a:off x="8102154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5" name="Rectangle 1204">
            <a:extLst>
              <a:ext uri="{FF2B5EF4-FFF2-40B4-BE49-F238E27FC236}">
                <a16:creationId xmlns:a16="http://schemas.microsoft.com/office/drawing/2014/main" id="{484324D6-BC67-433A-AC10-C5018C8D1183}"/>
              </a:ext>
            </a:extLst>
          </p:cNvPr>
          <p:cNvSpPr/>
          <p:nvPr/>
        </p:nvSpPr>
        <p:spPr>
          <a:xfrm>
            <a:off x="8268409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6" name="Rectangle 1205">
            <a:extLst>
              <a:ext uri="{FF2B5EF4-FFF2-40B4-BE49-F238E27FC236}">
                <a16:creationId xmlns:a16="http://schemas.microsoft.com/office/drawing/2014/main" id="{97EEE8CE-2895-4378-8F1B-F2AC8AF0666E}"/>
              </a:ext>
            </a:extLst>
          </p:cNvPr>
          <p:cNvSpPr/>
          <p:nvPr/>
        </p:nvSpPr>
        <p:spPr>
          <a:xfrm>
            <a:off x="8434664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7" name="Rectangle 1206">
            <a:extLst>
              <a:ext uri="{FF2B5EF4-FFF2-40B4-BE49-F238E27FC236}">
                <a16:creationId xmlns:a16="http://schemas.microsoft.com/office/drawing/2014/main" id="{27499A87-7CA1-44DA-9FCF-B0F6B027A303}"/>
              </a:ext>
            </a:extLst>
          </p:cNvPr>
          <p:cNvSpPr/>
          <p:nvPr/>
        </p:nvSpPr>
        <p:spPr>
          <a:xfrm>
            <a:off x="8600919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8" name="Rectangle 1207">
            <a:extLst>
              <a:ext uri="{FF2B5EF4-FFF2-40B4-BE49-F238E27FC236}">
                <a16:creationId xmlns:a16="http://schemas.microsoft.com/office/drawing/2014/main" id="{C5E046C9-6930-44E3-944D-26F48ABB1DE8}"/>
              </a:ext>
            </a:extLst>
          </p:cNvPr>
          <p:cNvSpPr/>
          <p:nvPr/>
        </p:nvSpPr>
        <p:spPr>
          <a:xfrm>
            <a:off x="8767174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9" name="Rectangle 1208">
            <a:extLst>
              <a:ext uri="{FF2B5EF4-FFF2-40B4-BE49-F238E27FC236}">
                <a16:creationId xmlns:a16="http://schemas.microsoft.com/office/drawing/2014/main" id="{82ACE2BE-1FBE-4B0F-A1D4-50C94A3CC038}"/>
              </a:ext>
            </a:extLst>
          </p:cNvPr>
          <p:cNvSpPr/>
          <p:nvPr/>
        </p:nvSpPr>
        <p:spPr>
          <a:xfrm>
            <a:off x="8933429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0" name="Rectangle 1209">
            <a:extLst>
              <a:ext uri="{FF2B5EF4-FFF2-40B4-BE49-F238E27FC236}">
                <a16:creationId xmlns:a16="http://schemas.microsoft.com/office/drawing/2014/main" id="{FA2FFD55-C3F1-4DF6-B066-07B9455C3B62}"/>
              </a:ext>
            </a:extLst>
          </p:cNvPr>
          <p:cNvSpPr/>
          <p:nvPr/>
        </p:nvSpPr>
        <p:spPr>
          <a:xfrm>
            <a:off x="9099684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1" name="Rectangle 1210">
            <a:extLst>
              <a:ext uri="{FF2B5EF4-FFF2-40B4-BE49-F238E27FC236}">
                <a16:creationId xmlns:a16="http://schemas.microsoft.com/office/drawing/2014/main" id="{3B8BF78E-2CB1-44B4-A91D-CA85FAE75F18}"/>
              </a:ext>
            </a:extLst>
          </p:cNvPr>
          <p:cNvSpPr/>
          <p:nvPr/>
        </p:nvSpPr>
        <p:spPr>
          <a:xfrm>
            <a:off x="9265939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2" name="Rectangle 1211">
            <a:extLst>
              <a:ext uri="{FF2B5EF4-FFF2-40B4-BE49-F238E27FC236}">
                <a16:creationId xmlns:a16="http://schemas.microsoft.com/office/drawing/2014/main" id="{DF0BD0A3-3BEC-4CB0-AF8C-66B69D0ED595}"/>
              </a:ext>
            </a:extLst>
          </p:cNvPr>
          <p:cNvSpPr/>
          <p:nvPr/>
        </p:nvSpPr>
        <p:spPr>
          <a:xfrm>
            <a:off x="9432194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3" name="Rectangle 1212">
            <a:extLst>
              <a:ext uri="{FF2B5EF4-FFF2-40B4-BE49-F238E27FC236}">
                <a16:creationId xmlns:a16="http://schemas.microsoft.com/office/drawing/2014/main" id="{9D0AA992-9851-45F9-82A1-22D0D14B2B7D}"/>
              </a:ext>
            </a:extLst>
          </p:cNvPr>
          <p:cNvSpPr/>
          <p:nvPr/>
        </p:nvSpPr>
        <p:spPr>
          <a:xfrm>
            <a:off x="9598449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4" name="Rectangle 1213">
            <a:extLst>
              <a:ext uri="{FF2B5EF4-FFF2-40B4-BE49-F238E27FC236}">
                <a16:creationId xmlns:a16="http://schemas.microsoft.com/office/drawing/2014/main" id="{867E7097-2728-4953-A24D-CFFE64197DEC}"/>
              </a:ext>
            </a:extLst>
          </p:cNvPr>
          <p:cNvSpPr/>
          <p:nvPr/>
        </p:nvSpPr>
        <p:spPr>
          <a:xfrm>
            <a:off x="9764704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5" name="Rectangle 1214">
            <a:extLst>
              <a:ext uri="{FF2B5EF4-FFF2-40B4-BE49-F238E27FC236}">
                <a16:creationId xmlns:a16="http://schemas.microsoft.com/office/drawing/2014/main" id="{45B6B39D-942D-4BC8-A4E5-05EFACB69BE8}"/>
              </a:ext>
            </a:extLst>
          </p:cNvPr>
          <p:cNvSpPr/>
          <p:nvPr/>
        </p:nvSpPr>
        <p:spPr>
          <a:xfrm>
            <a:off x="9930959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6" name="Rectangle 1215">
            <a:extLst>
              <a:ext uri="{FF2B5EF4-FFF2-40B4-BE49-F238E27FC236}">
                <a16:creationId xmlns:a16="http://schemas.microsoft.com/office/drawing/2014/main" id="{3EDA108D-CFE0-4969-8C41-818D341373E8}"/>
              </a:ext>
            </a:extLst>
          </p:cNvPr>
          <p:cNvSpPr/>
          <p:nvPr/>
        </p:nvSpPr>
        <p:spPr>
          <a:xfrm>
            <a:off x="10097214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7" name="Rectangle 1216">
            <a:extLst>
              <a:ext uri="{FF2B5EF4-FFF2-40B4-BE49-F238E27FC236}">
                <a16:creationId xmlns:a16="http://schemas.microsoft.com/office/drawing/2014/main" id="{FBF7C231-4F28-4140-88B2-233C7DD197EE}"/>
              </a:ext>
            </a:extLst>
          </p:cNvPr>
          <p:cNvSpPr/>
          <p:nvPr/>
        </p:nvSpPr>
        <p:spPr>
          <a:xfrm>
            <a:off x="10263469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8" name="Rectangle 1217">
            <a:extLst>
              <a:ext uri="{FF2B5EF4-FFF2-40B4-BE49-F238E27FC236}">
                <a16:creationId xmlns:a16="http://schemas.microsoft.com/office/drawing/2014/main" id="{91C9967D-1064-45FE-877F-F58C48F86B3A}"/>
              </a:ext>
            </a:extLst>
          </p:cNvPr>
          <p:cNvSpPr/>
          <p:nvPr/>
        </p:nvSpPr>
        <p:spPr>
          <a:xfrm>
            <a:off x="10429724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9" name="Rectangle 1218">
            <a:extLst>
              <a:ext uri="{FF2B5EF4-FFF2-40B4-BE49-F238E27FC236}">
                <a16:creationId xmlns:a16="http://schemas.microsoft.com/office/drawing/2014/main" id="{33BF5886-C6D9-4E93-AF5A-FCD07D97BF7E}"/>
              </a:ext>
            </a:extLst>
          </p:cNvPr>
          <p:cNvSpPr/>
          <p:nvPr/>
        </p:nvSpPr>
        <p:spPr>
          <a:xfrm>
            <a:off x="10595979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0" name="Rectangle 1219">
            <a:extLst>
              <a:ext uri="{FF2B5EF4-FFF2-40B4-BE49-F238E27FC236}">
                <a16:creationId xmlns:a16="http://schemas.microsoft.com/office/drawing/2014/main" id="{F3D4BB1B-95CA-4F6F-B5AF-6F7B9EB0698D}"/>
              </a:ext>
            </a:extLst>
          </p:cNvPr>
          <p:cNvSpPr/>
          <p:nvPr/>
        </p:nvSpPr>
        <p:spPr>
          <a:xfrm>
            <a:off x="10762234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1" name="Rectangle 1220">
            <a:extLst>
              <a:ext uri="{FF2B5EF4-FFF2-40B4-BE49-F238E27FC236}">
                <a16:creationId xmlns:a16="http://schemas.microsoft.com/office/drawing/2014/main" id="{DD4362A9-4041-4530-B84F-8D42C8DFC281}"/>
              </a:ext>
            </a:extLst>
          </p:cNvPr>
          <p:cNvSpPr/>
          <p:nvPr/>
        </p:nvSpPr>
        <p:spPr>
          <a:xfrm>
            <a:off x="10928489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2" name="Rectangle 1221">
            <a:extLst>
              <a:ext uri="{FF2B5EF4-FFF2-40B4-BE49-F238E27FC236}">
                <a16:creationId xmlns:a16="http://schemas.microsoft.com/office/drawing/2014/main" id="{924AFEB6-B3F1-4AD6-86F9-2DA1A7D9D433}"/>
              </a:ext>
            </a:extLst>
          </p:cNvPr>
          <p:cNvSpPr/>
          <p:nvPr/>
        </p:nvSpPr>
        <p:spPr>
          <a:xfrm>
            <a:off x="11094744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3" name="Rectangle 1222">
            <a:extLst>
              <a:ext uri="{FF2B5EF4-FFF2-40B4-BE49-F238E27FC236}">
                <a16:creationId xmlns:a16="http://schemas.microsoft.com/office/drawing/2014/main" id="{33E20952-A98C-448A-A300-8E48634AEE02}"/>
              </a:ext>
            </a:extLst>
          </p:cNvPr>
          <p:cNvSpPr/>
          <p:nvPr/>
        </p:nvSpPr>
        <p:spPr>
          <a:xfrm>
            <a:off x="11260999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4" name="Rectangle 1223">
            <a:extLst>
              <a:ext uri="{FF2B5EF4-FFF2-40B4-BE49-F238E27FC236}">
                <a16:creationId xmlns:a16="http://schemas.microsoft.com/office/drawing/2014/main" id="{64C042D6-31BF-41F0-8932-98E7CE1E89C9}"/>
              </a:ext>
            </a:extLst>
          </p:cNvPr>
          <p:cNvSpPr/>
          <p:nvPr/>
        </p:nvSpPr>
        <p:spPr>
          <a:xfrm>
            <a:off x="11427254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5" name="Rectangle 1224">
            <a:extLst>
              <a:ext uri="{FF2B5EF4-FFF2-40B4-BE49-F238E27FC236}">
                <a16:creationId xmlns:a16="http://schemas.microsoft.com/office/drawing/2014/main" id="{9C9BE1FC-12AE-4FB2-97BB-D586443A21D0}"/>
              </a:ext>
            </a:extLst>
          </p:cNvPr>
          <p:cNvSpPr/>
          <p:nvPr/>
        </p:nvSpPr>
        <p:spPr>
          <a:xfrm>
            <a:off x="11593509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6" name="Rectangle 1225">
            <a:extLst>
              <a:ext uri="{FF2B5EF4-FFF2-40B4-BE49-F238E27FC236}">
                <a16:creationId xmlns:a16="http://schemas.microsoft.com/office/drawing/2014/main" id="{FD279201-B118-4FCF-8B1E-03E463FAF62B}"/>
              </a:ext>
            </a:extLst>
          </p:cNvPr>
          <p:cNvSpPr/>
          <p:nvPr/>
        </p:nvSpPr>
        <p:spPr>
          <a:xfrm>
            <a:off x="11759764" y="455865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7" name="Rectangle 1226">
            <a:extLst>
              <a:ext uri="{FF2B5EF4-FFF2-40B4-BE49-F238E27FC236}">
                <a16:creationId xmlns:a16="http://schemas.microsoft.com/office/drawing/2014/main" id="{887C75E4-9314-492A-A01C-186E16202742}"/>
              </a:ext>
            </a:extLst>
          </p:cNvPr>
          <p:cNvSpPr/>
          <p:nvPr/>
        </p:nvSpPr>
        <p:spPr>
          <a:xfrm>
            <a:off x="6605859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8" name="Rectangle 1227">
            <a:extLst>
              <a:ext uri="{FF2B5EF4-FFF2-40B4-BE49-F238E27FC236}">
                <a16:creationId xmlns:a16="http://schemas.microsoft.com/office/drawing/2014/main" id="{9360CE1D-B2A4-413D-A9D8-07F4647A5C73}"/>
              </a:ext>
            </a:extLst>
          </p:cNvPr>
          <p:cNvSpPr/>
          <p:nvPr/>
        </p:nvSpPr>
        <p:spPr>
          <a:xfrm>
            <a:off x="6772114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" name="Rectangle 1228">
            <a:extLst>
              <a:ext uri="{FF2B5EF4-FFF2-40B4-BE49-F238E27FC236}">
                <a16:creationId xmlns:a16="http://schemas.microsoft.com/office/drawing/2014/main" id="{816F3D45-77C8-423A-9875-93E20CC40C23}"/>
              </a:ext>
            </a:extLst>
          </p:cNvPr>
          <p:cNvSpPr/>
          <p:nvPr/>
        </p:nvSpPr>
        <p:spPr>
          <a:xfrm>
            <a:off x="6938369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0" name="Rectangle 1229">
            <a:extLst>
              <a:ext uri="{FF2B5EF4-FFF2-40B4-BE49-F238E27FC236}">
                <a16:creationId xmlns:a16="http://schemas.microsoft.com/office/drawing/2014/main" id="{16F44D35-E8EA-4172-BBA6-15058D370287}"/>
              </a:ext>
            </a:extLst>
          </p:cNvPr>
          <p:cNvSpPr/>
          <p:nvPr/>
        </p:nvSpPr>
        <p:spPr>
          <a:xfrm>
            <a:off x="7104624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1" name="Rectangle 1230">
            <a:extLst>
              <a:ext uri="{FF2B5EF4-FFF2-40B4-BE49-F238E27FC236}">
                <a16:creationId xmlns:a16="http://schemas.microsoft.com/office/drawing/2014/main" id="{28B0934C-0A0B-4E51-8014-7E9A5DD0F2B8}"/>
              </a:ext>
            </a:extLst>
          </p:cNvPr>
          <p:cNvSpPr/>
          <p:nvPr/>
        </p:nvSpPr>
        <p:spPr>
          <a:xfrm>
            <a:off x="7270879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2" name="Rectangle 1231">
            <a:extLst>
              <a:ext uri="{FF2B5EF4-FFF2-40B4-BE49-F238E27FC236}">
                <a16:creationId xmlns:a16="http://schemas.microsoft.com/office/drawing/2014/main" id="{506B9A18-E72C-4387-AF67-799878884113}"/>
              </a:ext>
            </a:extLst>
          </p:cNvPr>
          <p:cNvSpPr/>
          <p:nvPr/>
        </p:nvSpPr>
        <p:spPr>
          <a:xfrm>
            <a:off x="7437134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3" name="Rectangle 1232">
            <a:extLst>
              <a:ext uri="{FF2B5EF4-FFF2-40B4-BE49-F238E27FC236}">
                <a16:creationId xmlns:a16="http://schemas.microsoft.com/office/drawing/2014/main" id="{751891E3-505C-4A0F-8A7A-E18F314ED969}"/>
              </a:ext>
            </a:extLst>
          </p:cNvPr>
          <p:cNvSpPr/>
          <p:nvPr/>
        </p:nvSpPr>
        <p:spPr>
          <a:xfrm>
            <a:off x="7603389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4" name="Rectangle 1233">
            <a:extLst>
              <a:ext uri="{FF2B5EF4-FFF2-40B4-BE49-F238E27FC236}">
                <a16:creationId xmlns:a16="http://schemas.microsoft.com/office/drawing/2014/main" id="{EEEAECA2-9C74-45F5-87D7-FD4F7F442C07}"/>
              </a:ext>
            </a:extLst>
          </p:cNvPr>
          <p:cNvSpPr/>
          <p:nvPr/>
        </p:nvSpPr>
        <p:spPr>
          <a:xfrm>
            <a:off x="7769644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5" name="Rectangle 1234">
            <a:extLst>
              <a:ext uri="{FF2B5EF4-FFF2-40B4-BE49-F238E27FC236}">
                <a16:creationId xmlns:a16="http://schemas.microsoft.com/office/drawing/2014/main" id="{5F307C58-0C30-4ECF-93C5-F1F59337690B}"/>
              </a:ext>
            </a:extLst>
          </p:cNvPr>
          <p:cNvSpPr/>
          <p:nvPr/>
        </p:nvSpPr>
        <p:spPr>
          <a:xfrm>
            <a:off x="7935899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6" name="Rectangle 1235">
            <a:extLst>
              <a:ext uri="{FF2B5EF4-FFF2-40B4-BE49-F238E27FC236}">
                <a16:creationId xmlns:a16="http://schemas.microsoft.com/office/drawing/2014/main" id="{504C500D-7C48-48CC-B4B5-75DDDB1BCCCC}"/>
              </a:ext>
            </a:extLst>
          </p:cNvPr>
          <p:cNvSpPr/>
          <p:nvPr/>
        </p:nvSpPr>
        <p:spPr>
          <a:xfrm>
            <a:off x="8102154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7" name="Rectangle 1236">
            <a:extLst>
              <a:ext uri="{FF2B5EF4-FFF2-40B4-BE49-F238E27FC236}">
                <a16:creationId xmlns:a16="http://schemas.microsoft.com/office/drawing/2014/main" id="{9FF5BCA0-3911-469E-BC7C-3E61CAB99932}"/>
              </a:ext>
            </a:extLst>
          </p:cNvPr>
          <p:cNvSpPr/>
          <p:nvPr/>
        </p:nvSpPr>
        <p:spPr>
          <a:xfrm>
            <a:off x="8268409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8" name="Rectangle 1237">
            <a:extLst>
              <a:ext uri="{FF2B5EF4-FFF2-40B4-BE49-F238E27FC236}">
                <a16:creationId xmlns:a16="http://schemas.microsoft.com/office/drawing/2014/main" id="{D51BC177-B1DA-4EDB-AE24-18970674111A}"/>
              </a:ext>
            </a:extLst>
          </p:cNvPr>
          <p:cNvSpPr/>
          <p:nvPr/>
        </p:nvSpPr>
        <p:spPr>
          <a:xfrm>
            <a:off x="8434664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9" name="Rectangle 1238">
            <a:extLst>
              <a:ext uri="{FF2B5EF4-FFF2-40B4-BE49-F238E27FC236}">
                <a16:creationId xmlns:a16="http://schemas.microsoft.com/office/drawing/2014/main" id="{5C525414-4B02-4064-B3CD-925F8E48B43D}"/>
              </a:ext>
            </a:extLst>
          </p:cNvPr>
          <p:cNvSpPr/>
          <p:nvPr/>
        </p:nvSpPr>
        <p:spPr>
          <a:xfrm>
            <a:off x="8600919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0" name="Rectangle 1239">
            <a:extLst>
              <a:ext uri="{FF2B5EF4-FFF2-40B4-BE49-F238E27FC236}">
                <a16:creationId xmlns:a16="http://schemas.microsoft.com/office/drawing/2014/main" id="{6B5110E7-4483-4CDE-ADA2-7FFFC1FBB9BF}"/>
              </a:ext>
            </a:extLst>
          </p:cNvPr>
          <p:cNvSpPr/>
          <p:nvPr/>
        </p:nvSpPr>
        <p:spPr>
          <a:xfrm>
            <a:off x="8767174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1" name="Rectangle 1240">
            <a:extLst>
              <a:ext uri="{FF2B5EF4-FFF2-40B4-BE49-F238E27FC236}">
                <a16:creationId xmlns:a16="http://schemas.microsoft.com/office/drawing/2014/main" id="{F0637C6C-B836-4BDA-9C60-13D8C795B46A}"/>
              </a:ext>
            </a:extLst>
          </p:cNvPr>
          <p:cNvSpPr/>
          <p:nvPr/>
        </p:nvSpPr>
        <p:spPr>
          <a:xfrm>
            <a:off x="8933429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2" name="Rectangle 1241">
            <a:extLst>
              <a:ext uri="{FF2B5EF4-FFF2-40B4-BE49-F238E27FC236}">
                <a16:creationId xmlns:a16="http://schemas.microsoft.com/office/drawing/2014/main" id="{4430F34D-8F14-4074-9EDD-9B4C1567E1E6}"/>
              </a:ext>
            </a:extLst>
          </p:cNvPr>
          <p:cNvSpPr/>
          <p:nvPr/>
        </p:nvSpPr>
        <p:spPr>
          <a:xfrm>
            <a:off x="9099684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3" name="Rectangle 1242">
            <a:extLst>
              <a:ext uri="{FF2B5EF4-FFF2-40B4-BE49-F238E27FC236}">
                <a16:creationId xmlns:a16="http://schemas.microsoft.com/office/drawing/2014/main" id="{7C3CDB9C-8771-4C06-82AA-821E0CBF1DF0}"/>
              </a:ext>
            </a:extLst>
          </p:cNvPr>
          <p:cNvSpPr/>
          <p:nvPr/>
        </p:nvSpPr>
        <p:spPr>
          <a:xfrm>
            <a:off x="9265939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4" name="Rectangle 1243">
            <a:extLst>
              <a:ext uri="{FF2B5EF4-FFF2-40B4-BE49-F238E27FC236}">
                <a16:creationId xmlns:a16="http://schemas.microsoft.com/office/drawing/2014/main" id="{02E3607E-A59E-4F71-B108-9154F0FC39B0}"/>
              </a:ext>
            </a:extLst>
          </p:cNvPr>
          <p:cNvSpPr/>
          <p:nvPr/>
        </p:nvSpPr>
        <p:spPr>
          <a:xfrm>
            <a:off x="9432194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5" name="Rectangle 1244">
            <a:extLst>
              <a:ext uri="{FF2B5EF4-FFF2-40B4-BE49-F238E27FC236}">
                <a16:creationId xmlns:a16="http://schemas.microsoft.com/office/drawing/2014/main" id="{753164F6-8A4E-4D9C-91C0-22C1E459D69A}"/>
              </a:ext>
            </a:extLst>
          </p:cNvPr>
          <p:cNvSpPr/>
          <p:nvPr/>
        </p:nvSpPr>
        <p:spPr>
          <a:xfrm>
            <a:off x="9598449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6" name="Rectangle 1245">
            <a:extLst>
              <a:ext uri="{FF2B5EF4-FFF2-40B4-BE49-F238E27FC236}">
                <a16:creationId xmlns:a16="http://schemas.microsoft.com/office/drawing/2014/main" id="{09A57944-A821-4E16-B3CB-978F654E7C04}"/>
              </a:ext>
            </a:extLst>
          </p:cNvPr>
          <p:cNvSpPr/>
          <p:nvPr/>
        </p:nvSpPr>
        <p:spPr>
          <a:xfrm>
            <a:off x="9764704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7" name="Rectangle 1246">
            <a:extLst>
              <a:ext uri="{FF2B5EF4-FFF2-40B4-BE49-F238E27FC236}">
                <a16:creationId xmlns:a16="http://schemas.microsoft.com/office/drawing/2014/main" id="{8393D4CB-7776-4362-A7D1-EAFD165509D7}"/>
              </a:ext>
            </a:extLst>
          </p:cNvPr>
          <p:cNvSpPr/>
          <p:nvPr/>
        </p:nvSpPr>
        <p:spPr>
          <a:xfrm>
            <a:off x="9930959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8" name="Rectangle 1247">
            <a:extLst>
              <a:ext uri="{FF2B5EF4-FFF2-40B4-BE49-F238E27FC236}">
                <a16:creationId xmlns:a16="http://schemas.microsoft.com/office/drawing/2014/main" id="{9CBCEB03-2D85-44F7-9A4D-FD9D018CCBB6}"/>
              </a:ext>
            </a:extLst>
          </p:cNvPr>
          <p:cNvSpPr/>
          <p:nvPr/>
        </p:nvSpPr>
        <p:spPr>
          <a:xfrm>
            <a:off x="10097214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" name="Rectangle 1248">
            <a:extLst>
              <a:ext uri="{FF2B5EF4-FFF2-40B4-BE49-F238E27FC236}">
                <a16:creationId xmlns:a16="http://schemas.microsoft.com/office/drawing/2014/main" id="{6475C177-37D3-4B47-9B60-23F744A8C423}"/>
              </a:ext>
            </a:extLst>
          </p:cNvPr>
          <p:cNvSpPr/>
          <p:nvPr/>
        </p:nvSpPr>
        <p:spPr>
          <a:xfrm>
            <a:off x="10263469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0" name="Rectangle 1249">
            <a:extLst>
              <a:ext uri="{FF2B5EF4-FFF2-40B4-BE49-F238E27FC236}">
                <a16:creationId xmlns:a16="http://schemas.microsoft.com/office/drawing/2014/main" id="{9547DD83-92AA-45C4-9609-B8EE288482C1}"/>
              </a:ext>
            </a:extLst>
          </p:cNvPr>
          <p:cNvSpPr/>
          <p:nvPr/>
        </p:nvSpPr>
        <p:spPr>
          <a:xfrm>
            <a:off x="10429724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1" name="Rectangle 1250">
            <a:extLst>
              <a:ext uri="{FF2B5EF4-FFF2-40B4-BE49-F238E27FC236}">
                <a16:creationId xmlns:a16="http://schemas.microsoft.com/office/drawing/2014/main" id="{C243073A-FC0B-4E14-B787-1CB96EC2E142}"/>
              </a:ext>
            </a:extLst>
          </p:cNvPr>
          <p:cNvSpPr/>
          <p:nvPr/>
        </p:nvSpPr>
        <p:spPr>
          <a:xfrm>
            <a:off x="10595979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2" name="Rectangle 1251">
            <a:extLst>
              <a:ext uri="{FF2B5EF4-FFF2-40B4-BE49-F238E27FC236}">
                <a16:creationId xmlns:a16="http://schemas.microsoft.com/office/drawing/2014/main" id="{180CCCF2-A3F0-40AB-9C89-D8299E34D9BA}"/>
              </a:ext>
            </a:extLst>
          </p:cNvPr>
          <p:cNvSpPr/>
          <p:nvPr/>
        </p:nvSpPr>
        <p:spPr>
          <a:xfrm>
            <a:off x="10762234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3" name="Rectangle 1252">
            <a:extLst>
              <a:ext uri="{FF2B5EF4-FFF2-40B4-BE49-F238E27FC236}">
                <a16:creationId xmlns:a16="http://schemas.microsoft.com/office/drawing/2014/main" id="{E3045880-BAE8-41E0-BD6A-2BBCC7BC9A56}"/>
              </a:ext>
            </a:extLst>
          </p:cNvPr>
          <p:cNvSpPr/>
          <p:nvPr/>
        </p:nvSpPr>
        <p:spPr>
          <a:xfrm>
            <a:off x="10928489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4" name="Rectangle 1253">
            <a:extLst>
              <a:ext uri="{FF2B5EF4-FFF2-40B4-BE49-F238E27FC236}">
                <a16:creationId xmlns:a16="http://schemas.microsoft.com/office/drawing/2014/main" id="{72DBDE7D-E35B-417A-BDF2-70CF31563D7C}"/>
              </a:ext>
            </a:extLst>
          </p:cNvPr>
          <p:cNvSpPr/>
          <p:nvPr/>
        </p:nvSpPr>
        <p:spPr>
          <a:xfrm>
            <a:off x="11094744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5" name="Rectangle 1254">
            <a:extLst>
              <a:ext uri="{FF2B5EF4-FFF2-40B4-BE49-F238E27FC236}">
                <a16:creationId xmlns:a16="http://schemas.microsoft.com/office/drawing/2014/main" id="{B7EA6324-A056-41A4-BB49-C1FF0A1FFF39}"/>
              </a:ext>
            </a:extLst>
          </p:cNvPr>
          <p:cNvSpPr/>
          <p:nvPr/>
        </p:nvSpPr>
        <p:spPr>
          <a:xfrm>
            <a:off x="11260999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6" name="Rectangle 1255">
            <a:extLst>
              <a:ext uri="{FF2B5EF4-FFF2-40B4-BE49-F238E27FC236}">
                <a16:creationId xmlns:a16="http://schemas.microsoft.com/office/drawing/2014/main" id="{C8A8E677-0E0C-48EE-9611-BB8D2E7BD252}"/>
              </a:ext>
            </a:extLst>
          </p:cNvPr>
          <p:cNvSpPr/>
          <p:nvPr/>
        </p:nvSpPr>
        <p:spPr>
          <a:xfrm>
            <a:off x="11427254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7" name="Rectangle 1256">
            <a:extLst>
              <a:ext uri="{FF2B5EF4-FFF2-40B4-BE49-F238E27FC236}">
                <a16:creationId xmlns:a16="http://schemas.microsoft.com/office/drawing/2014/main" id="{A012D089-ED29-4674-9C94-34E6F2C0A0BB}"/>
              </a:ext>
            </a:extLst>
          </p:cNvPr>
          <p:cNvSpPr/>
          <p:nvPr/>
        </p:nvSpPr>
        <p:spPr>
          <a:xfrm>
            <a:off x="11593509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8" name="Rectangle 1257">
            <a:extLst>
              <a:ext uri="{FF2B5EF4-FFF2-40B4-BE49-F238E27FC236}">
                <a16:creationId xmlns:a16="http://schemas.microsoft.com/office/drawing/2014/main" id="{34065737-9608-4576-9BF3-22261F2DE298}"/>
              </a:ext>
            </a:extLst>
          </p:cNvPr>
          <p:cNvSpPr/>
          <p:nvPr/>
        </p:nvSpPr>
        <p:spPr>
          <a:xfrm>
            <a:off x="11759764" y="472490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9" name="Rectangle 1258">
            <a:extLst>
              <a:ext uri="{FF2B5EF4-FFF2-40B4-BE49-F238E27FC236}">
                <a16:creationId xmlns:a16="http://schemas.microsoft.com/office/drawing/2014/main" id="{801C804C-7B63-48DE-8A00-5FD8D744AFD7}"/>
              </a:ext>
            </a:extLst>
          </p:cNvPr>
          <p:cNvSpPr/>
          <p:nvPr/>
        </p:nvSpPr>
        <p:spPr>
          <a:xfrm>
            <a:off x="6605859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0" name="Rectangle 1259">
            <a:extLst>
              <a:ext uri="{FF2B5EF4-FFF2-40B4-BE49-F238E27FC236}">
                <a16:creationId xmlns:a16="http://schemas.microsoft.com/office/drawing/2014/main" id="{69E3FFA0-F51F-4405-8F48-E350F725A2AB}"/>
              </a:ext>
            </a:extLst>
          </p:cNvPr>
          <p:cNvSpPr/>
          <p:nvPr/>
        </p:nvSpPr>
        <p:spPr>
          <a:xfrm>
            <a:off x="6772114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1" name="Rectangle 1260">
            <a:extLst>
              <a:ext uri="{FF2B5EF4-FFF2-40B4-BE49-F238E27FC236}">
                <a16:creationId xmlns:a16="http://schemas.microsoft.com/office/drawing/2014/main" id="{325F9105-B8E1-4B5F-BC4B-199023A62825}"/>
              </a:ext>
            </a:extLst>
          </p:cNvPr>
          <p:cNvSpPr/>
          <p:nvPr/>
        </p:nvSpPr>
        <p:spPr>
          <a:xfrm>
            <a:off x="6938369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2" name="Rectangle 1261">
            <a:extLst>
              <a:ext uri="{FF2B5EF4-FFF2-40B4-BE49-F238E27FC236}">
                <a16:creationId xmlns:a16="http://schemas.microsoft.com/office/drawing/2014/main" id="{9D47BB9C-4F8A-4DEE-88A0-BD4260693E4A}"/>
              </a:ext>
            </a:extLst>
          </p:cNvPr>
          <p:cNvSpPr/>
          <p:nvPr/>
        </p:nvSpPr>
        <p:spPr>
          <a:xfrm>
            <a:off x="7104624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3" name="Rectangle 1262">
            <a:extLst>
              <a:ext uri="{FF2B5EF4-FFF2-40B4-BE49-F238E27FC236}">
                <a16:creationId xmlns:a16="http://schemas.microsoft.com/office/drawing/2014/main" id="{F12D4126-97DD-45F8-8F77-6FE5B7DC2759}"/>
              </a:ext>
            </a:extLst>
          </p:cNvPr>
          <p:cNvSpPr/>
          <p:nvPr/>
        </p:nvSpPr>
        <p:spPr>
          <a:xfrm>
            <a:off x="7270879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4" name="Rectangle 1263">
            <a:extLst>
              <a:ext uri="{FF2B5EF4-FFF2-40B4-BE49-F238E27FC236}">
                <a16:creationId xmlns:a16="http://schemas.microsoft.com/office/drawing/2014/main" id="{4BC3D6B0-9788-46AA-8A0A-99D31BE9A99E}"/>
              </a:ext>
            </a:extLst>
          </p:cNvPr>
          <p:cNvSpPr/>
          <p:nvPr/>
        </p:nvSpPr>
        <p:spPr>
          <a:xfrm>
            <a:off x="7437134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5" name="Rectangle 1264">
            <a:extLst>
              <a:ext uri="{FF2B5EF4-FFF2-40B4-BE49-F238E27FC236}">
                <a16:creationId xmlns:a16="http://schemas.microsoft.com/office/drawing/2014/main" id="{AAC67048-C277-42BF-9D18-0E4CAAAC103B}"/>
              </a:ext>
            </a:extLst>
          </p:cNvPr>
          <p:cNvSpPr/>
          <p:nvPr/>
        </p:nvSpPr>
        <p:spPr>
          <a:xfrm>
            <a:off x="7603389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6" name="Rectangle 1265">
            <a:extLst>
              <a:ext uri="{FF2B5EF4-FFF2-40B4-BE49-F238E27FC236}">
                <a16:creationId xmlns:a16="http://schemas.microsoft.com/office/drawing/2014/main" id="{5F1E9E92-0F08-47B7-9B10-1A698B6A519E}"/>
              </a:ext>
            </a:extLst>
          </p:cNvPr>
          <p:cNvSpPr/>
          <p:nvPr/>
        </p:nvSpPr>
        <p:spPr>
          <a:xfrm>
            <a:off x="7769644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7" name="Rectangle 1266">
            <a:extLst>
              <a:ext uri="{FF2B5EF4-FFF2-40B4-BE49-F238E27FC236}">
                <a16:creationId xmlns:a16="http://schemas.microsoft.com/office/drawing/2014/main" id="{34758F64-A7DB-448A-9FC0-DC9AD5B048C6}"/>
              </a:ext>
            </a:extLst>
          </p:cNvPr>
          <p:cNvSpPr/>
          <p:nvPr/>
        </p:nvSpPr>
        <p:spPr>
          <a:xfrm>
            <a:off x="7935899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8" name="Rectangle 1267">
            <a:extLst>
              <a:ext uri="{FF2B5EF4-FFF2-40B4-BE49-F238E27FC236}">
                <a16:creationId xmlns:a16="http://schemas.microsoft.com/office/drawing/2014/main" id="{7ED85242-89AB-4E2D-A8D0-151D2C95CAD6}"/>
              </a:ext>
            </a:extLst>
          </p:cNvPr>
          <p:cNvSpPr/>
          <p:nvPr/>
        </p:nvSpPr>
        <p:spPr>
          <a:xfrm>
            <a:off x="8102154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9" name="Rectangle 1268">
            <a:extLst>
              <a:ext uri="{FF2B5EF4-FFF2-40B4-BE49-F238E27FC236}">
                <a16:creationId xmlns:a16="http://schemas.microsoft.com/office/drawing/2014/main" id="{357CD4D3-371C-4947-A8A4-D4347083EB4C}"/>
              </a:ext>
            </a:extLst>
          </p:cNvPr>
          <p:cNvSpPr/>
          <p:nvPr/>
        </p:nvSpPr>
        <p:spPr>
          <a:xfrm>
            <a:off x="8268409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0" name="Rectangle 1269">
            <a:extLst>
              <a:ext uri="{FF2B5EF4-FFF2-40B4-BE49-F238E27FC236}">
                <a16:creationId xmlns:a16="http://schemas.microsoft.com/office/drawing/2014/main" id="{AD16F186-9F8F-432C-A107-F5E5C3915035}"/>
              </a:ext>
            </a:extLst>
          </p:cNvPr>
          <p:cNvSpPr/>
          <p:nvPr/>
        </p:nvSpPr>
        <p:spPr>
          <a:xfrm>
            <a:off x="8434664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1" name="Rectangle 1270">
            <a:extLst>
              <a:ext uri="{FF2B5EF4-FFF2-40B4-BE49-F238E27FC236}">
                <a16:creationId xmlns:a16="http://schemas.microsoft.com/office/drawing/2014/main" id="{6FA8F4AC-B152-4956-AB3D-2924C8E5943D}"/>
              </a:ext>
            </a:extLst>
          </p:cNvPr>
          <p:cNvSpPr/>
          <p:nvPr/>
        </p:nvSpPr>
        <p:spPr>
          <a:xfrm>
            <a:off x="8600919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2" name="Rectangle 1271">
            <a:extLst>
              <a:ext uri="{FF2B5EF4-FFF2-40B4-BE49-F238E27FC236}">
                <a16:creationId xmlns:a16="http://schemas.microsoft.com/office/drawing/2014/main" id="{D87629AA-4022-4474-8235-45720E94F332}"/>
              </a:ext>
            </a:extLst>
          </p:cNvPr>
          <p:cNvSpPr/>
          <p:nvPr/>
        </p:nvSpPr>
        <p:spPr>
          <a:xfrm>
            <a:off x="8767174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3" name="Rectangle 1272">
            <a:extLst>
              <a:ext uri="{FF2B5EF4-FFF2-40B4-BE49-F238E27FC236}">
                <a16:creationId xmlns:a16="http://schemas.microsoft.com/office/drawing/2014/main" id="{57525A08-D81A-464E-B76B-8CF296641BF5}"/>
              </a:ext>
            </a:extLst>
          </p:cNvPr>
          <p:cNvSpPr/>
          <p:nvPr/>
        </p:nvSpPr>
        <p:spPr>
          <a:xfrm>
            <a:off x="8933429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4" name="Rectangle 1273">
            <a:extLst>
              <a:ext uri="{FF2B5EF4-FFF2-40B4-BE49-F238E27FC236}">
                <a16:creationId xmlns:a16="http://schemas.microsoft.com/office/drawing/2014/main" id="{A3A2106E-2774-4A4E-BFBF-0788944D4A4A}"/>
              </a:ext>
            </a:extLst>
          </p:cNvPr>
          <p:cNvSpPr/>
          <p:nvPr/>
        </p:nvSpPr>
        <p:spPr>
          <a:xfrm>
            <a:off x="9099684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5" name="Rectangle 1274">
            <a:extLst>
              <a:ext uri="{FF2B5EF4-FFF2-40B4-BE49-F238E27FC236}">
                <a16:creationId xmlns:a16="http://schemas.microsoft.com/office/drawing/2014/main" id="{0D3DA489-74E7-4F62-8B0D-6591EADE1316}"/>
              </a:ext>
            </a:extLst>
          </p:cNvPr>
          <p:cNvSpPr/>
          <p:nvPr/>
        </p:nvSpPr>
        <p:spPr>
          <a:xfrm>
            <a:off x="9265939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6" name="Rectangle 1275">
            <a:extLst>
              <a:ext uri="{FF2B5EF4-FFF2-40B4-BE49-F238E27FC236}">
                <a16:creationId xmlns:a16="http://schemas.microsoft.com/office/drawing/2014/main" id="{A1998C52-50F1-4503-904C-82D582AAFB26}"/>
              </a:ext>
            </a:extLst>
          </p:cNvPr>
          <p:cNvSpPr/>
          <p:nvPr/>
        </p:nvSpPr>
        <p:spPr>
          <a:xfrm>
            <a:off x="9432194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7" name="Rectangle 1276">
            <a:extLst>
              <a:ext uri="{FF2B5EF4-FFF2-40B4-BE49-F238E27FC236}">
                <a16:creationId xmlns:a16="http://schemas.microsoft.com/office/drawing/2014/main" id="{964594FD-397A-41DE-A4C1-2902A5B281B3}"/>
              </a:ext>
            </a:extLst>
          </p:cNvPr>
          <p:cNvSpPr/>
          <p:nvPr/>
        </p:nvSpPr>
        <p:spPr>
          <a:xfrm>
            <a:off x="9598449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8" name="Rectangle 1277">
            <a:extLst>
              <a:ext uri="{FF2B5EF4-FFF2-40B4-BE49-F238E27FC236}">
                <a16:creationId xmlns:a16="http://schemas.microsoft.com/office/drawing/2014/main" id="{811CC31F-21CB-4DE6-85AC-D3CC97A6AC21}"/>
              </a:ext>
            </a:extLst>
          </p:cNvPr>
          <p:cNvSpPr/>
          <p:nvPr/>
        </p:nvSpPr>
        <p:spPr>
          <a:xfrm>
            <a:off x="9764704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9" name="Rectangle 1278">
            <a:extLst>
              <a:ext uri="{FF2B5EF4-FFF2-40B4-BE49-F238E27FC236}">
                <a16:creationId xmlns:a16="http://schemas.microsoft.com/office/drawing/2014/main" id="{AD612852-CE3F-4341-BC75-9AD6F1A2428B}"/>
              </a:ext>
            </a:extLst>
          </p:cNvPr>
          <p:cNvSpPr/>
          <p:nvPr/>
        </p:nvSpPr>
        <p:spPr>
          <a:xfrm>
            <a:off x="9930959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0" name="Rectangle 1279">
            <a:extLst>
              <a:ext uri="{FF2B5EF4-FFF2-40B4-BE49-F238E27FC236}">
                <a16:creationId xmlns:a16="http://schemas.microsoft.com/office/drawing/2014/main" id="{D217441A-5D75-46E0-A186-21185393860D}"/>
              </a:ext>
            </a:extLst>
          </p:cNvPr>
          <p:cNvSpPr/>
          <p:nvPr/>
        </p:nvSpPr>
        <p:spPr>
          <a:xfrm>
            <a:off x="10097214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1" name="Rectangle 1280">
            <a:extLst>
              <a:ext uri="{FF2B5EF4-FFF2-40B4-BE49-F238E27FC236}">
                <a16:creationId xmlns:a16="http://schemas.microsoft.com/office/drawing/2014/main" id="{DE7F116A-B9D8-4838-A24C-53DD70B37405}"/>
              </a:ext>
            </a:extLst>
          </p:cNvPr>
          <p:cNvSpPr/>
          <p:nvPr/>
        </p:nvSpPr>
        <p:spPr>
          <a:xfrm>
            <a:off x="10263469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2" name="Rectangle 1281">
            <a:extLst>
              <a:ext uri="{FF2B5EF4-FFF2-40B4-BE49-F238E27FC236}">
                <a16:creationId xmlns:a16="http://schemas.microsoft.com/office/drawing/2014/main" id="{196BB941-8907-4A52-9ADB-E22AD9E28BAC}"/>
              </a:ext>
            </a:extLst>
          </p:cNvPr>
          <p:cNvSpPr/>
          <p:nvPr/>
        </p:nvSpPr>
        <p:spPr>
          <a:xfrm>
            <a:off x="10429724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3" name="Rectangle 1282">
            <a:extLst>
              <a:ext uri="{FF2B5EF4-FFF2-40B4-BE49-F238E27FC236}">
                <a16:creationId xmlns:a16="http://schemas.microsoft.com/office/drawing/2014/main" id="{21808F47-632B-4A34-AC87-09AD8EBFD6A6}"/>
              </a:ext>
            </a:extLst>
          </p:cNvPr>
          <p:cNvSpPr/>
          <p:nvPr/>
        </p:nvSpPr>
        <p:spPr>
          <a:xfrm>
            <a:off x="10595979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4" name="Rectangle 1283">
            <a:extLst>
              <a:ext uri="{FF2B5EF4-FFF2-40B4-BE49-F238E27FC236}">
                <a16:creationId xmlns:a16="http://schemas.microsoft.com/office/drawing/2014/main" id="{56FCB0F5-34B8-4306-89B7-6644C5AA8B7A}"/>
              </a:ext>
            </a:extLst>
          </p:cNvPr>
          <p:cNvSpPr/>
          <p:nvPr/>
        </p:nvSpPr>
        <p:spPr>
          <a:xfrm>
            <a:off x="10762234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5" name="Rectangle 1284">
            <a:extLst>
              <a:ext uri="{FF2B5EF4-FFF2-40B4-BE49-F238E27FC236}">
                <a16:creationId xmlns:a16="http://schemas.microsoft.com/office/drawing/2014/main" id="{427E6A71-369F-472E-9A9A-40D2951B3300}"/>
              </a:ext>
            </a:extLst>
          </p:cNvPr>
          <p:cNvSpPr/>
          <p:nvPr/>
        </p:nvSpPr>
        <p:spPr>
          <a:xfrm>
            <a:off x="10928489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6" name="Rectangle 1285">
            <a:extLst>
              <a:ext uri="{FF2B5EF4-FFF2-40B4-BE49-F238E27FC236}">
                <a16:creationId xmlns:a16="http://schemas.microsoft.com/office/drawing/2014/main" id="{5F9D9BE1-876B-4006-B363-405E7C989707}"/>
              </a:ext>
            </a:extLst>
          </p:cNvPr>
          <p:cNvSpPr/>
          <p:nvPr/>
        </p:nvSpPr>
        <p:spPr>
          <a:xfrm>
            <a:off x="11094744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7" name="Rectangle 1286">
            <a:extLst>
              <a:ext uri="{FF2B5EF4-FFF2-40B4-BE49-F238E27FC236}">
                <a16:creationId xmlns:a16="http://schemas.microsoft.com/office/drawing/2014/main" id="{01A3FC8B-262B-4201-B8DC-2DC03D5A48BF}"/>
              </a:ext>
            </a:extLst>
          </p:cNvPr>
          <p:cNvSpPr/>
          <p:nvPr/>
        </p:nvSpPr>
        <p:spPr>
          <a:xfrm>
            <a:off x="11260999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8" name="Rectangle 1287">
            <a:extLst>
              <a:ext uri="{FF2B5EF4-FFF2-40B4-BE49-F238E27FC236}">
                <a16:creationId xmlns:a16="http://schemas.microsoft.com/office/drawing/2014/main" id="{EFDBC772-5785-4930-B392-6C01BA81CD25}"/>
              </a:ext>
            </a:extLst>
          </p:cNvPr>
          <p:cNvSpPr/>
          <p:nvPr/>
        </p:nvSpPr>
        <p:spPr>
          <a:xfrm>
            <a:off x="11427254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9" name="Rectangle 1288">
            <a:extLst>
              <a:ext uri="{FF2B5EF4-FFF2-40B4-BE49-F238E27FC236}">
                <a16:creationId xmlns:a16="http://schemas.microsoft.com/office/drawing/2014/main" id="{6E9D9BB2-B32C-479B-AA61-18629F15B4AA}"/>
              </a:ext>
            </a:extLst>
          </p:cNvPr>
          <p:cNvSpPr/>
          <p:nvPr/>
        </p:nvSpPr>
        <p:spPr>
          <a:xfrm>
            <a:off x="11593509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0" name="Rectangle 1289">
            <a:extLst>
              <a:ext uri="{FF2B5EF4-FFF2-40B4-BE49-F238E27FC236}">
                <a16:creationId xmlns:a16="http://schemas.microsoft.com/office/drawing/2014/main" id="{5EC1E8E0-9F58-4F87-B9CF-C7FAB5D5AAB5}"/>
              </a:ext>
            </a:extLst>
          </p:cNvPr>
          <p:cNvSpPr/>
          <p:nvPr/>
        </p:nvSpPr>
        <p:spPr>
          <a:xfrm>
            <a:off x="11759764" y="489116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1" name="Rectangle 1290">
            <a:extLst>
              <a:ext uri="{FF2B5EF4-FFF2-40B4-BE49-F238E27FC236}">
                <a16:creationId xmlns:a16="http://schemas.microsoft.com/office/drawing/2014/main" id="{ABD38E57-18D4-4108-A82B-B1955F966643}"/>
              </a:ext>
            </a:extLst>
          </p:cNvPr>
          <p:cNvSpPr/>
          <p:nvPr/>
        </p:nvSpPr>
        <p:spPr>
          <a:xfrm>
            <a:off x="6605859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2" name="Rectangle 1291">
            <a:extLst>
              <a:ext uri="{FF2B5EF4-FFF2-40B4-BE49-F238E27FC236}">
                <a16:creationId xmlns:a16="http://schemas.microsoft.com/office/drawing/2014/main" id="{06DAE83B-3654-4583-A1B0-71169415D5AD}"/>
              </a:ext>
            </a:extLst>
          </p:cNvPr>
          <p:cNvSpPr/>
          <p:nvPr/>
        </p:nvSpPr>
        <p:spPr>
          <a:xfrm>
            <a:off x="6772114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3" name="Rectangle 1292">
            <a:extLst>
              <a:ext uri="{FF2B5EF4-FFF2-40B4-BE49-F238E27FC236}">
                <a16:creationId xmlns:a16="http://schemas.microsoft.com/office/drawing/2014/main" id="{E3EE976B-F2A6-45CF-9299-56C3A043D357}"/>
              </a:ext>
            </a:extLst>
          </p:cNvPr>
          <p:cNvSpPr/>
          <p:nvPr/>
        </p:nvSpPr>
        <p:spPr>
          <a:xfrm>
            <a:off x="6938369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4" name="Rectangle 1293">
            <a:extLst>
              <a:ext uri="{FF2B5EF4-FFF2-40B4-BE49-F238E27FC236}">
                <a16:creationId xmlns:a16="http://schemas.microsoft.com/office/drawing/2014/main" id="{65C1134B-CCBF-4577-9E36-0364A3FA0039}"/>
              </a:ext>
            </a:extLst>
          </p:cNvPr>
          <p:cNvSpPr/>
          <p:nvPr/>
        </p:nvSpPr>
        <p:spPr>
          <a:xfrm>
            <a:off x="7104624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5" name="Rectangle 1294">
            <a:extLst>
              <a:ext uri="{FF2B5EF4-FFF2-40B4-BE49-F238E27FC236}">
                <a16:creationId xmlns:a16="http://schemas.microsoft.com/office/drawing/2014/main" id="{D3FC4F2D-378F-4A4C-B6C8-0B6BC739163B}"/>
              </a:ext>
            </a:extLst>
          </p:cNvPr>
          <p:cNvSpPr/>
          <p:nvPr/>
        </p:nvSpPr>
        <p:spPr>
          <a:xfrm>
            <a:off x="7270879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6" name="Rectangle 1295">
            <a:extLst>
              <a:ext uri="{FF2B5EF4-FFF2-40B4-BE49-F238E27FC236}">
                <a16:creationId xmlns:a16="http://schemas.microsoft.com/office/drawing/2014/main" id="{F5E41EB6-4C22-42E6-95B5-345916614EC8}"/>
              </a:ext>
            </a:extLst>
          </p:cNvPr>
          <p:cNvSpPr/>
          <p:nvPr/>
        </p:nvSpPr>
        <p:spPr>
          <a:xfrm>
            <a:off x="7437134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7" name="Rectangle 1296">
            <a:extLst>
              <a:ext uri="{FF2B5EF4-FFF2-40B4-BE49-F238E27FC236}">
                <a16:creationId xmlns:a16="http://schemas.microsoft.com/office/drawing/2014/main" id="{B9ECBA0D-E7F4-47A1-9021-D0069E743825}"/>
              </a:ext>
            </a:extLst>
          </p:cNvPr>
          <p:cNvSpPr/>
          <p:nvPr/>
        </p:nvSpPr>
        <p:spPr>
          <a:xfrm>
            <a:off x="7603389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8" name="Rectangle 1297">
            <a:extLst>
              <a:ext uri="{FF2B5EF4-FFF2-40B4-BE49-F238E27FC236}">
                <a16:creationId xmlns:a16="http://schemas.microsoft.com/office/drawing/2014/main" id="{FCD3B90F-0201-42B8-9759-FA394C97F78A}"/>
              </a:ext>
            </a:extLst>
          </p:cNvPr>
          <p:cNvSpPr/>
          <p:nvPr/>
        </p:nvSpPr>
        <p:spPr>
          <a:xfrm>
            <a:off x="7769644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" name="Rectangle 1298">
            <a:extLst>
              <a:ext uri="{FF2B5EF4-FFF2-40B4-BE49-F238E27FC236}">
                <a16:creationId xmlns:a16="http://schemas.microsoft.com/office/drawing/2014/main" id="{E84929E8-20B5-4B67-B2A5-A5B5CC011B45}"/>
              </a:ext>
            </a:extLst>
          </p:cNvPr>
          <p:cNvSpPr/>
          <p:nvPr/>
        </p:nvSpPr>
        <p:spPr>
          <a:xfrm>
            <a:off x="7935899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0" name="Rectangle 1299">
            <a:extLst>
              <a:ext uri="{FF2B5EF4-FFF2-40B4-BE49-F238E27FC236}">
                <a16:creationId xmlns:a16="http://schemas.microsoft.com/office/drawing/2014/main" id="{45DD2E11-5455-47EE-A98C-BC42E825BE76}"/>
              </a:ext>
            </a:extLst>
          </p:cNvPr>
          <p:cNvSpPr/>
          <p:nvPr/>
        </p:nvSpPr>
        <p:spPr>
          <a:xfrm>
            <a:off x="8102154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1" name="Rectangle 1300">
            <a:extLst>
              <a:ext uri="{FF2B5EF4-FFF2-40B4-BE49-F238E27FC236}">
                <a16:creationId xmlns:a16="http://schemas.microsoft.com/office/drawing/2014/main" id="{7209DAE5-E600-4E7A-B27A-E9F14F64CC7B}"/>
              </a:ext>
            </a:extLst>
          </p:cNvPr>
          <p:cNvSpPr/>
          <p:nvPr/>
        </p:nvSpPr>
        <p:spPr>
          <a:xfrm>
            <a:off x="8268409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2" name="Rectangle 1301">
            <a:extLst>
              <a:ext uri="{FF2B5EF4-FFF2-40B4-BE49-F238E27FC236}">
                <a16:creationId xmlns:a16="http://schemas.microsoft.com/office/drawing/2014/main" id="{C4D03B26-D65C-468D-93CE-99A595893868}"/>
              </a:ext>
            </a:extLst>
          </p:cNvPr>
          <p:cNvSpPr/>
          <p:nvPr/>
        </p:nvSpPr>
        <p:spPr>
          <a:xfrm>
            <a:off x="8434664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3" name="Rectangle 1302">
            <a:extLst>
              <a:ext uri="{FF2B5EF4-FFF2-40B4-BE49-F238E27FC236}">
                <a16:creationId xmlns:a16="http://schemas.microsoft.com/office/drawing/2014/main" id="{45C9D603-BE95-4CF6-AE73-FE0BA3A210AF}"/>
              </a:ext>
            </a:extLst>
          </p:cNvPr>
          <p:cNvSpPr/>
          <p:nvPr/>
        </p:nvSpPr>
        <p:spPr>
          <a:xfrm>
            <a:off x="8600919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4" name="Rectangle 1303">
            <a:extLst>
              <a:ext uri="{FF2B5EF4-FFF2-40B4-BE49-F238E27FC236}">
                <a16:creationId xmlns:a16="http://schemas.microsoft.com/office/drawing/2014/main" id="{94717C66-27AB-4BF4-9B21-1D1D0999CFBE}"/>
              </a:ext>
            </a:extLst>
          </p:cNvPr>
          <p:cNvSpPr/>
          <p:nvPr/>
        </p:nvSpPr>
        <p:spPr>
          <a:xfrm>
            <a:off x="8767174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5" name="Rectangle 1304">
            <a:extLst>
              <a:ext uri="{FF2B5EF4-FFF2-40B4-BE49-F238E27FC236}">
                <a16:creationId xmlns:a16="http://schemas.microsoft.com/office/drawing/2014/main" id="{23545738-C92D-493A-8943-C6C0DBDD559F}"/>
              </a:ext>
            </a:extLst>
          </p:cNvPr>
          <p:cNvSpPr/>
          <p:nvPr/>
        </p:nvSpPr>
        <p:spPr>
          <a:xfrm>
            <a:off x="8933429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6" name="Rectangle 1305">
            <a:extLst>
              <a:ext uri="{FF2B5EF4-FFF2-40B4-BE49-F238E27FC236}">
                <a16:creationId xmlns:a16="http://schemas.microsoft.com/office/drawing/2014/main" id="{4914A344-689A-4B00-813C-DCE54ED69A82}"/>
              </a:ext>
            </a:extLst>
          </p:cNvPr>
          <p:cNvSpPr/>
          <p:nvPr/>
        </p:nvSpPr>
        <p:spPr>
          <a:xfrm>
            <a:off x="9099684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7" name="Rectangle 1306">
            <a:extLst>
              <a:ext uri="{FF2B5EF4-FFF2-40B4-BE49-F238E27FC236}">
                <a16:creationId xmlns:a16="http://schemas.microsoft.com/office/drawing/2014/main" id="{00C8A0D0-A003-4954-B21A-FC1A73057483}"/>
              </a:ext>
            </a:extLst>
          </p:cNvPr>
          <p:cNvSpPr/>
          <p:nvPr/>
        </p:nvSpPr>
        <p:spPr>
          <a:xfrm>
            <a:off x="9265939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8" name="Rectangle 1307">
            <a:extLst>
              <a:ext uri="{FF2B5EF4-FFF2-40B4-BE49-F238E27FC236}">
                <a16:creationId xmlns:a16="http://schemas.microsoft.com/office/drawing/2014/main" id="{C6BAC06E-B672-413A-BD25-17302E263E50}"/>
              </a:ext>
            </a:extLst>
          </p:cNvPr>
          <p:cNvSpPr/>
          <p:nvPr/>
        </p:nvSpPr>
        <p:spPr>
          <a:xfrm>
            <a:off x="9432194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9" name="Rectangle 1308">
            <a:extLst>
              <a:ext uri="{FF2B5EF4-FFF2-40B4-BE49-F238E27FC236}">
                <a16:creationId xmlns:a16="http://schemas.microsoft.com/office/drawing/2014/main" id="{290F8E94-B25A-4F04-B3BF-29C565884C4A}"/>
              </a:ext>
            </a:extLst>
          </p:cNvPr>
          <p:cNvSpPr/>
          <p:nvPr/>
        </p:nvSpPr>
        <p:spPr>
          <a:xfrm>
            <a:off x="9598449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0" name="Rectangle 1309">
            <a:extLst>
              <a:ext uri="{FF2B5EF4-FFF2-40B4-BE49-F238E27FC236}">
                <a16:creationId xmlns:a16="http://schemas.microsoft.com/office/drawing/2014/main" id="{67558449-76E7-4203-AEE9-11A906A0A20B}"/>
              </a:ext>
            </a:extLst>
          </p:cNvPr>
          <p:cNvSpPr/>
          <p:nvPr/>
        </p:nvSpPr>
        <p:spPr>
          <a:xfrm>
            <a:off x="9764704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1" name="Rectangle 1310">
            <a:extLst>
              <a:ext uri="{FF2B5EF4-FFF2-40B4-BE49-F238E27FC236}">
                <a16:creationId xmlns:a16="http://schemas.microsoft.com/office/drawing/2014/main" id="{02F47B0F-BFC6-4289-935D-CC53256307DD}"/>
              </a:ext>
            </a:extLst>
          </p:cNvPr>
          <p:cNvSpPr/>
          <p:nvPr/>
        </p:nvSpPr>
        <p:spPr>
          <a:xfrm>
            <a:off x="9930959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2" name="Rectangle 1311">
            <a:extLst>
              <a:ext uri="{FF2B5EF4-FFF2-40B4-BE49-F238E27FC236}">
                <a16:creationId xmlns:a16="http://schemas.microsoft.com/office/drawing/2014/main" id="{9B2045AF-F74E-437B-96E4-3692DC4AF134}"/>
              </a:ext>
            </a:extLst>
          </p:cNvPr>
          <p:cNvSpPr/>
          <p:nvPr/>
        </p:nvSpPr>
        <p:spPr>
          <a:xfrm>
            <a:off x="10097214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3" name="Rectangle 1312">
            <a:extLst>
              <a:ext uri="{FF2B5EF4-FFF2-40B4-BE49-F238E27FC236}">
                <a16:creationId xmlns:a16="http://schemas.microsoft.com/office/drawing/2014/main" id="{37D85F34-4D1C-4CD0-90B7-5DE7C2D9A8A1}"/>
              </a:ext>
            </a:extLst>
          </p:cNvPr>
          <p:cNvSpPr/>
          <p:nvPr/>
        </p:nvSpPr>
        <p:spPr>
          <a:xfrm>
            <a:off x="10263469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4" name="Rectangle 1313">
            <a:extLst>
              <a:ext uri="{FF2B5EF4-FFF2-40B4-BE49-F238E27FC236}">
                <a16:creationId xmlns:a16="http://schemas.microsoft.com/office/drawing/2014/main" id="{16F62605-E6B5-4C1D-B074-C41AA9112F9C}"/>
              </a:ext>
            </a:extLst>
          </p:cNvPr>
          <p:cNvSpPr/>
          <p:nvPr/>
        </p:nvSpPr>
        <p:spPr>
          <a:xfrm>
            <a:off x="10429724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5" name="Rectangle 1314">
            <a:extLst>
              <a:ext uri="{FF2B5EF4-FFF2-40B4-BE49-F238E27FC236}">
                <a16:creationId xmlns:a16="http://schemas.microsoft.com/office/drawing/2014/main" id="{7963393D-619B-4670-805D-81D1DB83ACE4}"/>
              </a:ext>
            </a:extLst>
          </p:cNvPr>
          <p:cNvSpPr/>
          <p:nvPr/>
        </p:nvSpPr>
        <p:spPr>
          <a:xfrm>
            <a:off x="10595979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6" name="Rectangle 1315">
            <a:extLst>
              <a:ext uri="{FF2B5EF4-FFF2-40B4-BE49-F238E27FC236}">
                <a16:creationId xmlns:a16="http://schemas.microsoft.com/office/drawing/2014/main" id="{7222DB7F-E221-45A4-A778-ED597BC47CAA}"/>
              </a:ext>
            </a:extLst>
          </p:cNvPr>
          <p:cNvSpPr/>
          <p:nvPr/>
        </p:nvSpPr>
        <p:spPr>
          <a:xfrm>
            <a:off x="10762234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7" name="Rectangle 1316">
            <a:extLst>
              <a:ext uri="{FF2B5EF4-FFF2-40B4-BE49-F238E27FC236}">
                <a16:creationId xmlns:a16="http://schemas.microsoft.com/office/drawing/2014/main" id="{7BB26B5B-31FF-406C-9EF4-6245D84AA4D1}"/>
              </a:ext>
            </a:extLst>
          </p:cNvPr>
          <p:cNvSpPr/>
          <p:nvPr/>
        </p:nvSpPr>
        <p:spPr>
          <a:xfrm>
            <a:off x="10928489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8" name="Rectangle 1317">
            <a:extLst>
              <a:ext uri="{FF2B5EF4-FFF2-40B4-BE49-F238E27FC236}">
                <a16:creationId xmlns:a16="http://schemas.microsoft.com/office/drawing/2014/main" id="{3FAE112C-0BC4-4048-9406-642E055E730B}"/>
              </a:ext>
            </a:extLst>
          </p:cNvPr>
          <p:cNvSpPr/>
          <p:nvPr/>
        </p:nvSpPr>
        <p:spPr>
          <a:xfrm>
            <a:off x="11094744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9" name="Rectangle 1318">
            <a:extLst>
              <a:ext uri="{FF2B5EF4-FFF2-40B4-BE49-F238E27FC236}">
                <a16:creationId xmlns:a16="http://schemas.microsoft.com/office/drawing/2014/main" id="{ED1974EA-4ACA-4FFE-8B40-5CE7972A02E5}"/>
              </a:ext>
            </a:extLst>
          </p:cNvPr>
          <p:cNvSpPr/>
          <p:nvPr/>
        </p:nvSpPr>
        <p:spPr>
          <a:xfrm>
            <a:off x="11260999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0" name="Rectangle 1319">
            <a:extLst>
              <a:ext uri="{FF2B5EF4-FFF2-40B4-BE49-F238E27FC236}">
                <a16:creationId xmlns:a16="http://schemas.microsoft.com/office/drawing/2014/main" id="{BA147F16-4B46-422B-9060-53A9D8586C9E}"/>
              </a:ext>
            </a:extLst>
          </p:cNvPr>
          <p:cNvSpPr/>
          <p:nvPr/>
        </p:nvSpPr>
        <p:spPr>
          <a:xfrm>
            <a:off x="11427254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1" name="Rectangle 1320">
            <a:extLst>
              <a:ext uri="{FF2B5EF4-FFF2-40B4-BE49-F238E27FC236}">
                <a16:creationId xmlns:a16="http://schemas.microsoft.com/office/drawing/2014/main" id="{D2A17875-0FBE-4BFE-947E-31C2F4441419}"/>
              </a:ext>
            </a:extLst>
          </p:cNvPr>
          <p:cNvSpPr/>
          <p:nvPr/>
        </p:nvSpPr>
        <p:spPr>
          <a:xfrm>
            <a:off x="11593509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2" name="Rectangle 1321">
            <a:extLst>
              <a:ext uri="{FF2B5EF4-FFF2-40B4-BE49-F238E27FC236}">
                <a16:creationId xmlns:a16="http://schemas.microsoft.com/office/drawing/2014/main" id="{AEF50E88-547B-4A1B-9320-7F943562E392}"/>
              </a:ext>
            </a:extLst>
          </p:cNvPr>
          <p:cNvSpPr/>
          <p:nvPr/>
        </p:nvSpPr>
        <p:spPr>
          <a:xfrm>
            <a:off x="11759764" y="5057415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3" name="Rectangle 1322">
            <a:extLst>
              <a:ext uri="{FF2B5EF4-FFF2-40B4-BE49-F238E27FC236}">
                <a16:creationId xmlns:a16="http://schemas.microsoft.com/office/drawing/2014/main" id="{19425199-6E72-44CF-A921-F2C610A03663}"/>
              </a:ext>
            </a:extLst>
          </p:cNvPr>
          <p:cNvSpPr/>
          <p:nvPr/>
        </p:nvSpPr>
        <p:spPr>
          <a:xfrm>
            <a:off x="6605859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4" name="Rectangle 1323">
            <a:extLst>
              <a:ext uri="{FF2B5EF4-FFF2-40B4-BE49-F238E27FC236}">
                <a16:creationId xmlns:a16="http://schemas.microsoft.com/office/drawing/2014/main" id="{FADEEC40-8127-47B5-B2E9-DFED3F884132}"/>
              </a:ext>
            </a:extLst>
          </p:cNvPr>
          <p:cNvSpPr/>
          <p:nvPr/>
        </p:nvSpPr>
        <p:spPr>
          <a:xfrm>
            <a:off x="6772114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5" name="Rectangle 1324">
            <a:extLst>
              <a:ext uri="{FF2B5EF4-FFF2-40B4-BE49-F238E27FC236}">
                <a16:creationId xmlns:a16="http://schemas.microsoft.com/office/drawing/2014/main" id="{FFC61E5E-2469-44CB-842C-88F51B717BBC}"/>
              </a:ext>
            </a:extLst>
          </p:cNvPr>
          <p:cNvSpPr/>
          <p:nvPr/>
        </p:nvSpPr>
        <p:spPr>
          <a:xfrm>
            <a:off x="6938369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6" name="Rectangle 1325">
            <a:extLst>
              <a:ext uri="{FF2B5EF4-FFF2-40B4-BE49-F238E27FC236}">
                <a16:creationId xmlns:a16="http://schemas.microsoft.com/office/drawing/2014/main" id="{0480DB92-657C-4327-8D4D-E0D5B117C433}"/>
              </a:ext>
            </a:extLst>
          </p:cNvPr>
          <p:cNvSpPr/>
          <p:nvPr/>
        </p:nvSpPr>
        <p:spPr>
          <a:xfrm>
            <a:off x="7104624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DBD5A134-645D-46E8-967B-27912A0FBA34}"/>
              </a:ext>
            </a:extLst>
          </p:cNvPr>
          <p:cNvSpPr/>
          <p:nvPr/>
        </p:nvSpPr>
        <p:spPr>
          <a:xfrm>
            <a:off x="7270879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8" name="Rectangle 1327">
            <a:extLst>
              <a:ext uri="{FF2B5EF4-FFF2-40B4-BE49-F238E27FC236}">
                <a16:creationId xmlns:a16="http://schemas.microsoft.com/office/drawing/2014/main" id="{B2458D99-BD53-449C-BAE8-82BF9625771A}"/>
              </a:ext>
            </a:extLst>
          </p:cNvPr>
          <p:cNvSpPr/>
          <p:nvPr/>
        </p:nvSpPr>
        <p:spPr>
          <a:xfrm>
            <a:off x="7437134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9" name="Rectangle 1328">
            <a:extLst>
              <a:ext uri="{FF2B5EF4-FFF2-40B4-BE49-F238E27FC236}">
                <a16:creationId xmlns:a16="http://schemas.microsoft.com/office/drawing/2014/main" id="{F628822F-43C2-492F-9F0E-E6872BED385E}"/>
              </a:ext>
            </a:extLst>
          </p:cNvPr>
          <p:cNvSpPr/>
          <p:nvPr/>
        </p:nvSpPr>
        <p:spPr>
          <a:xfrm>
            <a:off x="7603389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0" name="Rectangle 1329">
            <a:extLst>
              <a:ext uri="{FF2B5EF4-FFF2-40B4-BE49-F238E27FC236}">
                <a16:creationId xmlns:a16="http://schemas.microsoft.com/office/drawing/2014/main" id="{52E4197D-F11B-4C67-A2BD-C17B18D1C252}"/>
              </a:ext>
            </a:extLst>
          </p:cNvPr>
          <p:cNvSpPr/>
          <p:nvPr/>
        </p:nvSpPr>
        <p:spPr>
          <a:xfrm>
            <a:off x="7769644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" name="Rectangle 1330">
            <a:extLst>
              <a:ext uri="{FF2B5EF4-FFF2-40B4-BE49-F238E27FC236}">
                <a16:creationId xmlns:a16="http://schemas.microsoft.com/office/drawing/2014/main" id="{F3E653DE-3EC3-44E1-A9E0-76EE4E6BF3E7}"/>
              </a:ext>
            </a:extLst>
          </p:cNvPr>
          <p:cNvSpPr/>
          <p:nvPr/>
        </p:nvSpPr>
        <p:spPr>
          <a:xfrm>
            <a:off x="7935899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2" name="Rectangle 1331">
            <a:extLst>
              <a:ext uri="{FF2B5EF4-FFF2-40B4-BE49-F238E27FC236}">
                <a16:creationId xmlns:a16="http://schemas.microsoft.com/office/drawing/2014/main" id="{72184C59-9143-446A-88F6-90C884BD9155}"/>
              </a:ext>
            </a:extLst>
          </p:cNvPr>
          <p:cNvSpPr/>
          <p:nvPr/>
        </p:nvSpPr>
        <p:spPr>
          <a:xfrm>
            <a:off x="8102154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3" name="Rectangle 1332">
            <a:extLst>
              <a:ext uri="{FF2B5EF4-FFF2-40B4-BE49-F238E27FC236}">
                <a16:creationId xmlns:a16="http://schemas.microsoft.com/office/drawing/2014/main" id="{76B272D4-6252-4D0B-A311-CCDC471D9E76}"/>
              </a:ext>
            </a:extLst>
          </p:cNvPr>
          <p:cNvSpPr/>
          <p:nvPr/>
        </p:nvSpPr>
        <p:spPr>
          <a:xfrm>
            <a:off x="8268409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4" name="Rectangle 1333">
            <a:extLst>
              <a:ext uri="{FF2B5EF4-FFF2-40B4-BE49-F238E27FC236}">
                <a16:creationId xmlns:a16="http://schemas.microsoft.com/office/drawing/2014/main" id="{5EAE8080-6EA2-4F0E-A919-AFABDB005E51}"/>
              </a:ext>
            </a:extLst>
          </p:cNvPr>
          <p:cNvSpPr/>
          <p:nvPr/>
        </p:nvSpPr>
        <p:spPr>
          <a:xfrm>
            <a:off x="8434664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5" name="Rectangle 1334">
            <a:extLst>
              <a:ext uri="{FF2B5EF4-FFF2-40B4-BE49-F238E27FC236}">
                <a16:creationId xmlns:a16="http://schemas.microsoft.com/office/drawing/2014/main" id="{EC70CD3A-0F09-43FF-8AE4-50E59D3EE73D}"/>
              </a:ext>
            </a:extLst>
          </p:cNvPr>
          <p:cNvSpPr/>
          <p:nvPr/>
        </p:nvSpPr>
        <p:spPr>
          <a:xfrm>
            <a:off x="8600919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6" name="Rectangle 1335">
            <a:extLst>
              <a:ext uri="{FF2B5EF4-FFF2-40B4-BE49-F238E27FC236}">
                <a16:creationId xmlns:a16="http://schemas.microsoft.com/office/drawing/2014/main" id="{627318E6-9DE9-4A6C-9E38-5A6684A3AB3E}"/>
              </a:ext>
            </a:extLst>
          </p:cNvPr>
          <p:cNvSpPr/>
          <p:nvPr/>
        </p:nvSpPr>
        <p:spPr>
          <a:xfrm>
            <a:off x="8767174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7" name="Rectangle 1336">
            <a:extLst>
              <a:ext uri="{FF2B5EF4-FFF2-40B4-BE49-F238E27FC236}">
                <a16:creationId xmlns:a16="http://schemas.microsoft.com/office/drawing/2014/main" id="{CDB9CACF-F2C4-42FF-93DF-60AD20C8146A}"/>
              </a:ext>
            </a:extLst>
          </p:cNvPr>
          <p:cNvSpPr/>
          <p:nvPr/>
        </p:nvSpPr>
        <p:spPr>
          <a:xfrm>
            <a:off x="8933429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8" name="Rectangle 1337">
            <a:extLst>
              <a:ext uri="{FF2B5EF4-FFF2-40B4-BE49-F238E27FC236}">
                <a16:creationId xmlns:a16="http://schemas.microsoft.com/office/drawing/2014/main" id="{B434E6B4-FEE8-4E41-AB49-42D7CB46C8C5}"/>
              </a:ext>
            </a:extLst>
          </p:cNvPr>
          <p:cNvSpPr/>
          <p:nvPr/>
        </p:nvSpPr>
        <p:spPr>
          <a:xfrm>
            <a:off x="9099684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9" name="Rectangle 1338">
            <a:extLst>
              <a:ext uri="{FF2B5EF4-FFF2-40B4-BE49-F238E27FC236}">
                <a16:creationId xmlns:a16="http://schemas.microsoft.com/office/drawing/2014/main" id="{3096AD35-A76F-48D4-A2C0-8F6CFBBC871F}"/>
              </a:ext>
            </a:extLst>
          </p:cNvPr>
          <p:cNvSpPr/>
          <p:nvPr/>
        </p:nvSpPr>
        <p:spPr>
          <a:xfrm>
            <a:off x="9265939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0" name="Rectangle 1339">
            <a:extLst>
              <a:ext uri="{FF2B5EF4-FFF2-40B4-BE49-F238E27FC236}">
                <a16:creationId xmlns:a16="http://schemas.microsoft.com/office/drawing/2014/main" id="{2CF1D567-3CDC-4E07-ADCC-5F450F63FEBA}"/>
              </a:ext>
            </a:extLst>
          </p:cNvPr>
          <p:cNvSpPr/>
          <p:nvPr/>
        </p:nvSpPr>
        <p:spPr>
          <a:xfrm>
            <a:off x="9432194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1" name="Rectangle 1340">
            <a:extLst>
              <a:ext uri="{FF2B5EF4-FFF2-40B4-BE49-F238E27FC236}">
                <a16:creationId xmlns:a16="http://schemas.microsoft.com/office/drawing/2014/main" id="{D3EFC6B2-C624-4AB0-83D6-CD040ABFE1FF}"/>
              </a:ext>
            </a:extLst>
          </p:cNvPr>
          <p:cNvSpPr/>
          <p:nvPr/>
        </p:nvSpPr>
        <p:spPr>
          <a:xfrm>
            <a:off x="9598449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2" name="Rectangle 1341">
            <a:extLst>
              <a:ext uri="{FF2B5EF4-FFF2-40B4-BE49-F238E27FC236}">
                <a16:creationId xmlns:a16="http://schemas.microsoft.com/office/drawing/2014/main" id="{62BBA893-7858-4461-A41B-F7C34782DB29}"/>
              </a:ext>
            </a:extLst>
          </p:cNvPr>
          <p:cNvSpPr/>
          <p:nvPr/>
        </p:nvSpPr>
        <p:spPr>
          <a:xfrm>
            <a:off x="9764704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3" name="Rectangle 1342">
            <a:extLst>
              <a:ext uri="{FF2B5EF4-FFF2-40B4-BE49-F238E27FC236}">
                <a16:creationId xmlns:a16="http://schemas.microsoft.com/office/drawing/2014/main" id="{EC8DE0AF-A2DC-452E-8D14-0DB6173B62A7}"/>
              </a:ext>
            </a:extLst>
          </p:cNvPr>
          <p:cNvSpPr/>
          <p:nvPr/>
        </p:nvSpPr>
        <p:spPr>
          <a:xfrm>
            <a:off x="9930959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4" name="Rectangle 1343">
            <a:extLst>
              <a:ext uri="{FF2B5EF4-FFF2-40B4-BE49-F238E27FC236}">
                <a16:creationId xmlns:a16="http://schemas.microsoft.com/office/drawing/2014/main" id="{36BE3515-3C6E-41B6-941D-63BA1F05A1D2}"/>
              </a:ext>
            </a:extLst>
          </p:cNvPr>
          <p:cNvSpPr/>
          <p:nvPr/>
        </p:nvSpPr>
        <p:spPr>
          <a:xfrm>
            <a:off x="10097214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5" name="Rectangle 1344">
            <a:extLst>
              <a:ext uri="{FF2B5EF4-FFF2-40B4-BE49-F238E27FC236}">
                <a16:creationId xmlns:a16="http://schemas.microsoft.com/office/drawing/2014/main" id="{96EC7BCA-2988-41A6-A3F7-F346BADB35A9}"/>
              </a:ext>
            </a:extLst>
          </p:cNvPr>
          <p:cNvSpPr/>
          <p:nvPr/>
        </p:nvSpPr>
        <p:spPr>
          <a:xfrm>
            <a:off x="10263469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3497B092-BA93-4676-AD29-0FEC7814A465}"/>
              </a:ext>
            </a:extLst>
          </p:cNvPr>
          <p:cNvSpPr/>
          <p:nvPr/>
        </p:nvSpPr>
        <p:spPr>
          <a:xfrm>
            <a:off x="10429724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7" name="Rectangle 1346">
            <a:extLst>
              <a:ext uri="{FF2B5EF4-FFF2-40B4-BE49-F238E27FC236}">
                <a16:creationId xmlns:a16="http://schemas.microsoft.com/office/drawing/2014/main" id="{36589B77-E6FE-4EEE-81B6-977A2096FAB2}"/>
              </a:ext>
            </a:extLst>
          </p:cNvPr>
          <p:cNvSpPr/>
          <p:nvPr/>
        </p:nvSpPr>
        <p:spPr>
          <a:xfrm>
            <a:off x="10595979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8" name="Rectangle 1347">
            <a:extLst>
              <a:ext uri="{FF2B5EF4-FFF2-40B4-BE49-F238E27FC236}">
                <a16:creationId xmlns:a16="http://schemas.microsoft.com/office/drawing/2014/main" id="{7BF4E0FB-EE56-4F14-92CF-F05B4F62C7AF}"/>
              </a:ext>
            </a:extLst>
          </p:cNvPr>
          <p:cNvSpPr/>
          <p:nvPr/>
        </p:nvSpPr>
        <p:spPr>
          <a:xfrm>
            <a:off x="10762234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9" name="Rectangle 1348">
            <a:extLst>
              <a:ext uri="{FF2B5EF4-FFF2-40B4-BE49-F238E27FC236}">
                <a16:creationId xmlns:a16="http://schemas.microsoft.com/office/drawing/2014/main" id="{0B9DB2C5-8D08-4E73-9DCE-C74ED2B98C5C}"/>
              </a:ext>
            </a:extLst>
          </p:cNvPr>
          <p:cNvSpPr/>
          <p:nvPr/>
        </p:nvSpPr>
        <p:spPr>
          <a:xfrm>
            <a:off x="10928489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0" name="Rectangle 1349">
            <a:extLst>
              <a:ext uri="{FF2B5EF4-FFF2-40B4-BE49-F238E27FC236}">
                <a16:creationId xmlns:a16="http://schemas.microsoft.com/office/drawing/2014/main" id="{E9171CE7-87F1-4F52-B98F-54AE0F70EE1F}"/>
              </a:ext>
            </a:extLst>
          </p:cNvPr>
          <p:cNvSpPr/>
          <p:nvPr/>
        </p:nvSpPr>
        <p:spPr>
          <a:xfrm>
            <a:off x="11094744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1" name="Rectangle 1350">
            <a:extLst>
              <a:ext uri="{FF2B5EF4-FFF2-40B4-BE49-F238E27FC236}">
                <a16:creationId xmlns:a16="http://schemas.microsoft.com/office/drawing/2014/main" id="{4CD9EAE8-1774-4720-8D17-6DD79947A401}"/>
              </a:ext>
            </a:extLst>
          </p:cNvPr>
          <p:cNvSpPr/>
          <p:nvPr/>
        </p:nvSpPr>
        <p:spPr>
          <a:xfrm>
            <a:off x="11260999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C1345AC7-5220-4E1D-9F2F-AE66E080FC2A}"/>
              </a:ext>
            </a:extLst>
          </p:cNvPr>
          <p:cNvSpPr/>
          <p:nvPr/>
        </p:nvSpPr>
        <p:spPr>
          <a:xfrm>
            <a:off x="11427254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3" name="Rectangle 1352">
            <a:extLst>
              <a:ext uri="{FF2B5EF4-FFF2-40B4-BE49-F238E27FC236}">
                <a16:creationId xmlns:a16="http://schemas.microsoft.com/office/drawing/2014/main" id="{E1456325-95AA-44C2-9F29-F649AA0B6A3D}"/>
              </a:ext>
            </a:extLst>
          </p:cNvPr>
          <p:cNvSpPr/>
          <p:nvPr/>
        </p:nvSpPr>
        <p:spPr>
          <a:xfrm>
            <a:off x="11593509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4" name="Rectangle 1353">
            <a:extLst>
              <a:ext uri="{FF2B5EF4-FFF2-40B4-BE49-F238E27FC236}">
                <a16:creationId xmlns:a16="http://schemas.microsoft.com/office/drawing/2014/main" id="{A7E3D16A-FD33-4C37-BD9C-8936D4E4A12F}"/>
              </a:ext>
            </a:extLst>
          </p:cNvPr>
          <p:cNvSpPr/>
          <p:nvPr/>
        </p:nvSpPr>
        <p:spPr>
          <a:xfrm>
            <a:off x="11759764" y="5223670"/>
            <a:ext cx="166255" cy="166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5" name="TextBox 1354">
            <a:extLst>
              <a:ext uri="{FF2B5EF4-FFF2-40B4-BE49-F238E27FC236}">
                <a16:creationId xmlns:a16="http://schemas.microsoft.com/office/drawing/2014/main" id="{BDBADE2E-CC50-45A7-8036-7ED541B35F62}"/>
              </a:ext>
            </a:extLst>
          </p:cNvPr>
          <p:cNvSpPr txBox="1"/>
          <p:nvPr/>
        </p:nvSpPr>
        <p:spPr>
          <a:xfrm>
            <a:off x="6475034" y="1046642"/>
            <a:ext cx="1626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Imagine filtrată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151EF-87CC-4CC2-B565-2016E1EDF935}"/>
              </a:ext>
            </a:extLst>
          </p:cNvPr>
          <p:cNvSpPr txBox="1"/>
          <p:nvPr/>
        </p:nvSpPr>
        <p:spPr>
          <a:xfrm>
            <a:off x="75744" y="308582"/>
            <a:ext cx="1041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Din valori mască              și valori pixeli acoperiți de mască              rezultă valoare pixel filtrat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65CF91-4558-4497-AC43-4B8224FEDCAA}"/>
              </a:ext>
            </a:extLst>
          </p:cNvPr>
          <p:cNvGrpSpPr/>
          <p:nvPr/>
        </p:nvGrpSpPr>
        <p:grpSpPr>
          <a:xfrm>
            <a:off x="5597235" y="247086"/>
            <a:ext cx="498765" cy="498765"/>
            <a:chOff x="5597235" y="247086"/>
            <a:chExt cx="498765" cy="498765"/>
          </a:xfrm>
        </p:grpSpPr>
        <p:sp>
          <p:nvSpPr>
            <p:cNvPr id="1474" name="Rectangle 1473">
              <a:extLst>
                <a:ext uri="{FF2B5EF4-FFF2-40B4-BE49-F238E27FC236}">
                  <a16:creationId xmlns:a16="http://schemas.microsoft.com/office/drawing/2014/main" id="{C1075306-8043-431D-966B-F7404C4F3600}"/>
                </a:ext>
              </a:extLst>
            </p:cNvPr>
            <p:cNvSpPr/>
            <p:nvPr/>
          </p:nvSpPr>
          <p:spPr>
            <a:xfrm>
              <a:off x="5597235" y="247086"/>
              <a:ext cx="166255" cy="166255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5" name="Rectangle 1474">
              <a:extLst>
                <a:ext uri="{FF2B5EF4-FFF2-40B4-BE49-F238E27FC236}">
                  <a16:creationId xmlns:a16="http://schemas.microsoft.com/office/drawing/2014/main" id="{F6A1ABCE-D911-43F5-A562-C33BDF1C5824}"/>
                </a:ext>
              </a:extLst>
            </p:cNvPr>
            <p:cNvSpPr/>
            <p:nvPr/>
          </p:nvSpPr>
          <p:spPr>
            <a:xfrm>
              <a:off x="5763490" y="247086"/>
              <a:ext cx="166255" cy="166255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6" name="Rectangle 1475">
              <a:extLst>
                <a:ext uri="{FF2B5EF4-FFF2-40B4-BE49-F238E27FC236}">
                  <a16:creationId xmlns:a16="http://schemas.microsoft.com/office/drawing/2014/main" id="{B8B6BDA2-A31E-431D-99D5-07C20AD1545D}"/>
                </a:ext>
              </a:extLst>
            </p:cNvPr>
            <p:cNvSpPr/>
            <p:nvPr/>
          </p:nvSpPr>
          <p:spPr>
            <a:xfrm>
              <a:off x="5929745" y="247086"/>
              <a:ext cx="166255" cy="166255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7" name="Rectangle 1476">
              <a:extLst>
                <a:ext uri="{FF2B5EF4-FFF2-40B4-BE49-F238E27FC236}">
                  <a16:creationId xmlns:a16="http://schemas.microsoft.com/office/drawing/2014/main" id="{A8611A00-D24C-4391-A319-2A005E54B84F}"/>
                </a:ext>
              </a:extLst>
            </p:cNvPr>
            <p:cNvSpPr/>
            <p:nvPr/>
          </p:nvSpPr>
          <p:spPr>
            <a:xfrm>
              <a:off x="5597235" y="413341"/>
              <a:ext cx="166255" cy="166255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8" name="Rectangle 1477">
              <a:extLst>
                <a:ext uri="{FF2B5EF4-FFF2-40B4-BE49-F238E27FC236}">
                  <a16:creationId xmlns:a16="http://schemas.microsoft.com/office/drawing/2014/main" id="{90707007-8210-4E8F-8077-1033D3F3C052}"/>
                </a:ext>
              </a:extLst>
            </p:cNvPr>
            <p:cNvSpPr/>
            <p:nvPr/>
          </p:nvSpPr>
          <p:spPr>
            <a:xfrm>
              <a:off x="5929745" y="413341"/>
              <a:ext cx="166255" cy="166255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9" name="Rectangle 1478">
              <a:extLst>
                <a:ext uri="{FF2B5EF4-FFF2-40B4-BE49-F238E27FC236}">
                  <a16:creationId xmlns:a16="http://schemas.microsoft.com/office/drawing/2014/main" id="{CC25E129-677F-4F48-9EE6-56EA29D15710}"/>
                </a:ext>
              </a:extLst>
            </p:cNvPr>
            <p:cNvSpPr/>
            <p:nvPr/>
          </p:nvSpPr>
          <p:spPr>
            <a:xfrm>
              <a:off x="5597235" y="579596"/>
              <a:ext cx="166255" cy="166255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0" name="Rectangle 1479">
              <a:extLst>
                <a:ext uri="{FF2B5EF4-FFF2-40B4-BE49-F238E27FC236}">
                  <a16:creationId xmlns:a16="http://schemas.microsoft.com/office/drawing/2014/main" id="{552D8AEB-B7E6-4EE7-AC82-80CFF44B8422}"/>
                </a:ext>
              </a:extLst>
            </p:cNvPr>
            <p:cNvSpPr/>
            <p:nvPr/>
          </p:nvSpPr>
          <p:spPr>
            <a:xfrm>
              <a:off x="5763490" y="579596"/>
              <a:ext cx="166255" cy="166255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1" name="Rectangle 1480">
              <a:extLst>
                <a:ext uri="{FF2B5EF4-FFF2-40B4-BE49-F238E27FC236}">
                  <a16:creationId xmlns:a16="http://schemas.microsoft.com/office/drawing/2014/main" id="{D0316F50-60A6-4600-A97B-BD4E20A3581E}"/>
                </a:ext>
              </a:extLst>
            </p:cNvPr>
            <p:cNvSpPr/>
            <p:nvPr/>
          </p:nvSpPr>
          <p:spPr>
            <a:xfrm>
              <a:off x="5929745" y="579596"/>
              <a:ext cx="166255" cy="166255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2" name="Rectangle 1481">
              <a:extLst>
                <a:ext uri="{FF2B5EF4-FFF2-40B4-BE49-F238E27FC236}">
                  <a16:creationId xmlns:a16="http://schemas.microsoft.com/office/drawing/2014/main" id="{FC157A0D-9810-484C-9422-B2A073B9FF49}"/>
                </a:ext>
              </a:extLst>
            </p:cNvPr>
            <p:cNvSpPr/>
            <p:nvPr/>
          </p:nvSpPr>
          <p:spPr>
            <a:xfrm>
              <a:off x="5763490" y="413341"/>
              <a:ext cx="166255" cy="16625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85" name="Rectangle 1484">
            <a:extLst>
              <a:ext uri="{FF2B5EF4-FFF2-40B4-BE49-F238E27FC236}">
                <a16:creationId xmlns:a16="http://schemas.microsoft.com/office/drawing/2014/main" id="{195EC4E1-EBF8-4862-A7A8-61056DB55019}"/>
              </a:ext>
            </a:extLst>
          </p:cNvPr>
          <p:cNvSpPr/>
          <p:nvPr/>
        </p:nvSpPr>
        <p:spPr>
          <a:xfrm>
            <a:off x="8732755" y="413341"/>
            <a:ext cx="166255" cy="166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8" name="Group 1507">
            <a:extLst>
              <a:ext uri="{FF2B5EF4-FFF2-40B4-BE49-F238E27FC236}">
                <a16:creationId xmlns:a16="http://schemas.microsoft.com/office/drawing/2014/main" id="{AFB21072-261C-4F8A-A83E-9927A2C9D19F}"/>
              </a:ext>
            </a:extLst>
          </p:cNvPr>
          <p:cNvGrpSpPr/>
          <p:nvPr/>
        </p:nvGrpSpPr>
        <p:grpSpPr>
          <a:xfrm>
            <a:off x="291109" y="1480690"/>
            <a:ext cx="6589525" cy="2565095"/>
            <a:chOff x="291109" y="1480690"/>
            <a:chExt cx="6589525" cy="2565095"/>
          </a:xfrm>
        </p:grpSpPr>
        <p:sp>
          <p:nvSpPr>
            <p:cNvPr id="1486" name="Rectangle 1485">
              <a:extLst>
                <a:ext uri="{FF2B5EF4-FFF2-40B4-BE49-F238E27FC236}">
                  <a16:creationId xmlns:a16="http://schemas.microsoft.com/office/drawing/2014/main" id="{3A8A5396-BA4C-4EFC-97F9-D43F9771349F}"/>
                </a:ext>
              </a:extLst>
            </p:cNvPr>
            <p:cNvSpPr/>
            <p:nvPr/>
          </p:nvSpPr>
          <p:spPr>
            <a:xfrm>
              <a:off x="6602596" y="2227137"/>
              <a:ext cx="166255" cy="16625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73" name="Group 1472">
              <a:extLst>
                <a:ext uri="{FF2B5EF4-FFF2-40B4-BE49-F238E27FC236}">
                  <a16:creationId xmlns:a16="http://schemas.microsoft.com/office/drawing/2014/main" id="{A221A3DD-F9AB-4313-A4AB-2DB0D77DD821}"/>
                </a:ext>
              </a:extLst>
            </p:cNvPr>
            <p:cNvGrpSpPr/>
            <p:nvPr/>
          </p:nvGrpSpPr>
          <p:grpSpPr>
            <a:xfrm>
              <a:off x="291109" y="2063262"/>
              <a:ext cx="498765" cy="498765"/>
              <a:chOff x="8295177" y="919018"/>
              <a:chExt cx="498765" cy="498765"/>
            </a:xfrm>
          </p:grpSpPr>
          <p:sp>
            <p:nvSpPr>
              <p:cNvPr id="1483" name="Rectangle 1482">
                <a:extLst>
                  <a:ext uri="{FF2B5EF4-FFF2-40B4-BE49-F238E27FC236}">
                    <a16:creationId xmlns:a16="http://schemas.microsoft.com/office/drawing/2014/main" id="{887733C3-2FA2-4B1B-A041-1EF33CA30357}"/>
                  </a:ext>
                </a:extLst>
              </p:cNvPr>
              <p:cNvSpPr/>
              <p:nvPr/>
            </p:nvSpPr>
            <p:spPr>
              <a:xfrm>
                <a:off x="8295177" y="91901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4" name="Rectangle 1483">
                <a:extLst>
                  <a:ext uri="{FF2B5EF4-FFF2-40B4-BE49-F238E27FC236}">
                    <a16:creationId xmlns:a16="http://schemas.microsoft.com/office/drawing/2014/main" id="{B25883E7-B036-40FF-B4C8-9BFBECCD1EB8}"/>
                  </a:ext>
                </a:extLst>
              </p:cNvPr>
              <p:cNvSpPr/>
              <p:nvPr/>
            </p:nvSpPr>
            <p:spPr>
              <a:xfrm>
                <a:off x="8461432" y="91901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2" name="Rectangle 1491">
                <a:extLst>
                  <a:ext uri="{FF2B5EF4-FFF2-40B4-BE49-F238E27FC236}">
                    <a16:creationId xmlns:a16="http://schemas.microsoft.com/office/drawing/2014/main" id="{CDCC9D4D-C401-4616-98AB-2E137E606068}"/>
                  </a:ext>
                </a:extLst>
              </p:cNvPr>
              <p:cNvSpPr/>
              <p:nvPr/>
            </p:nvSpPr>
            <p:spPr>
              <a:xfrm>
                <a:off x="8627687" y="91901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3" name="Rectangle 1492">
                <a:extLst>
                  <a:ext uri="{FF2B5EF4-FFF2-40B4-BE49-F238E27FC236}">
                    <a16:creationId xmlns:a16="http://schemas.microsoft.com/office/drawing/2014/main" id="{E3BB60DD-B36C-46EB-8682-A07D80A35402}"/>
                  </a:ext>
                </a:extLst>
              </p:cNvPr>
              <p:cNvSpPr/>
              <p:nvPr/>
            </p:nvSpPr>
            <p:spPr>
              <a:xfrm>
                <a:off x="8295177" y="1085273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4" name="Rectangle 1493">
                <a:extLst>
                  <a:ext uri="{FF2B5EF4-FFF2-40B4-BE49-F238E27FC236}">
                    <a16:creationId xmlns:a16="http://schemas.microsoft.com/office/drawing/2014/main" id="{CCA3ACA3-EE2B-4CBE-B6A0-6CA9D1AD9695}"/>
                  </a:ext>
                </a:extLst>
              </p:cNvPr>
              <p:cNvSpPr/>
              <p:nvPr/>
            </p:nvSpPr>
            <p:spPr>
              <a:xfrm>
                <a:off x="8627687" y="1085273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5" name="Rectangle 1494">
                <a:extLst>
                  <a:ext uri="{FF2B5EF4-FFF2-40B4-BE49-F238E27FC236}">
                    <a16:creationId xmlns:a16="http://schemas.microsoft.com/office/drawing/2014/main" id="{5694FA83-F3EF-499E-A459-8FAC8A089C75}"/>
                  </a:ext>
                </a:extLst>
              </p:cNvPr>
              <p:cNvSpPr/>
              <p:nvPr/>
            </p:nvSpPr>
            <p:spPr>
              <a:xfrm>
                <a:off x="8295177" y="125152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6" name="Rectangle 1495">
                <a:extLst>
                  <a:ext uri="{FF2B5EF4-FFF2-40B4-BE49-F238E27FC236}">
                    <a16:creationId xmlns:a16="http://schemas.microsoft.com/office/drawing/2014/main" id="{C6AC9386-A0D8-4824-AC57-7A631C1008E5}"/>
                  </a:ext>
                </a:extLst>
              </p:cNvPr>
              <p:cNvSpPr/>
              <p:nvPr/>
            </p:nvSpPr>
            <p:spPr>
              <a:xfrm>
                <a:off x="8461432" y="125152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7" name="Rectangle 1496">
                <a:extLst>
                  <a:ext uri="{FF2B5EF4-FFF2-40B4-BE49-F238E27FC236}">
                    <a16:creationId xmlns:a16="http://schemas.microsoft.com/office/drawing/2014/main" id="{F56F279C-73C0-45F7-9BBF-AD46BF039F54}"/>
                  </a:ext>
                </a:extLst>
              </p:cNvPr>
              <p:cNvSpPr/>
              <p:nvPr/>
            </p:nvSpPr>
            <p:spPr>
              <a:xfrm>
                <a:off x="8627687" y="125152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8" name="Rectangle 1497">
                <a:extLst>
                  <a:ext uri="{FF2B5EF4-FFF2-40B4-BE49-F238E27FC236}">
                    <a16:creationId xmlns:a16="http://schemas.microsoft.com/office/drawing/2014/main" id="{AAB265BC-CE80-46B0-A202-1174D7A65A10}"/>
                  </a:ext>
                </a:extLst>
              </p:cNvPr>
              <p:cNvSpPr/>
              <p:nvPr/>
            </p:nvSpPr>
            <p:spPr>
              <a:xfrm>
                <a:off x="8461432" y="1085273"/>
                <a:ext cx="166255" cy="166255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" name="Arc 1">
              <a:extLst>
                <a:ext uri="{FF2B5EF4-FFF2-40B4-BE49-F238E27FC236}">
                  <a16:creationId xmlns:a16="http://schemas.microsoft.com/office/drawing/2014/main" id="{96164F83-6287-4C23-BFAC-AB3B36B4B7B2}"/>
                </a:ext>
              </a:extLst>
            </p:cNvPr>
            <p:cNvSpPr/>
            <p:nvPr/>
          </p:nvSpPr>
          <p:spPr>
            <a:xfrm>
              <a:off x="353084" y="1480690"/>
              <a:ext cx="6527550" cy="2565095"/>
            </a:xfrm>
            <a:prstGeom prst="arc">
              <a:avLst>
                <a:gd name="adj1" fmla="val 11310793"/>
                <a:gd name="adj2" fmla="val 21114099"/>
              </a:avLst>
            </a:prstGeom>
            <a:ln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92" name="Group 1591">
            <a:extLst>
              <a:ext uri="{FF2B5EF4-FFF2-40B4-BE49-F238E27FC236}">
                <a16:creationId xmlns:a16="http://schemas.microsoft.com/office/drawing/2014/main" id="{3ACADE9A-1181-401E-83E9-F90867B54445}"/>
              </a:ext>
            </a:extLst>
          </p:cNvPr>
          <p:cNvGrpSpPr/>
          <p:nvPr/>
        </p:nvGrpSpPr>
        <p:grpSpPr>
          <a:xfrm>
            <a:off x="289969" y="1651520"/>
            <a:ext cx="6589525" cy="2565095"/>
            <a:chOff x="291109" y="1480690"/>
            <a:chExt cx="6589525" cy="2565095"/>
          </a:xfrm>
        </p:grpSpPr>
        <p:sp>
          <p:nvSpPr>
            <p:cNvPr id="1593" name="Rectangle 1592">
              <a:extLst>
                <a:ext uri="{FF2B5EF4-FFF2-40B4-BE49-F238E27FC236}">
                  <a16:creationId xmlns:a16="http://schemas.microsoft.com/office/drawing/2014/main" id="{C5694D32-A80C-4B7D-BC3F-18B3CAF5DF5B}"/>
                </a:ext>
              </a:extLst>
            </p:cNvPr>
            <p:cNvSpPr/>
            <p:nvPr/>
          </p:nvSpPr>
          <p:spPr>
            <a:xfrm>
              <a:off x="6602596" y="2227137"/>
              <a:ext cx="166255" cy="16625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94" name="Group 1593">
              <a:extLst>
                <a:ext uri="{FF2B5EF4-FFF2-40B4-BE49-F238E27FC236}">
                  <a16:creationId xmlns:a16="http://schemas.microsoft.com/office/drawing/2014/main" id="{30B1B28A-F434-4EAB-83C9-3784B6EFBB30}"/>
                </a:ext>
              </a:extLst>
            </p:cNvPr>
            <p:cNvGrpSpPr/>
            <p:nvPr/>
          </p:nvGrpSpPr>
          <p:grpSpPr>
            <a:xfrm>
              <a:off x="291109" y="2063262"/>
              <a:ext cx="498765" cy="498765"/>
              <a:chOff x="8295177" y="919018"/>
              <a:chExt cx="498765" cy="498765"/>
            </a:xfrm>
          </p:grpSpPr>
          <p:sp>
            <p:nvSpPr>
              <p:cNvPr id="1596" name="Rectangle 1595">
                <a:extLst>
                  <a:ext uri="{FF2B5EF4-FFF2-40B4-BE49-F238E27FC236}">
                    <a16:creationId xmlns:a16="http://schemas.microsoft.com/office/drawing/2014/main" id="{5FDAFED0-C79E-4A44-A809-AFF2DA3A86F3}"/>
                  </a:ext>
                </a:extLst>
              </p:cNvPr>
              <p:cNvSpPr/>
              <p:nvPr/>
            </p:nvSpPr>
            <p:spPr>
              <a:xfrm>
                <a:off x="8295177" y="91901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7" name="Rectangle 1596">
                <a:extLst>
                  <a:ext uri="{FF2B5EF4-FFF2-40B4-BE49-F238E27FC236}">
                    <a16:creationId xmlns:a16="http://schemas.microsoft.com/office/drawing/2014/main" id="{46F4ADE8-4A4B-439F-AA99-FEAE066B1D92}"/>
                  </a:ext>
                </a:extLst>
              </p:cNvPr>
              <p:cNvSpPr/>
              <p:nvPr/>
            </p:nvSpPr>
            <p:spPr>
              <a:xfrm>
                <a:off x="8461432" y="91901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8" name="Rectangle 1597">
                <a:extLst>
                  <a:ext uri="{FF2B5EF4-FFF2-40B4-BE49-F238E27FC236}">
                    <a16:creationId xmlns:a16="http://schemas.microsoft.com/office/drawing/2014/main" id="{64D04A87-3AAF-41E1-9AB8-B62E938AD5EB}"/>
                  </a:ext>
                </a:extLst>
              </p:cNvPr>
              <p:cNvSpPr/>
              <p:nvPr/>
            </p:nvSpPr>
            <p:spPr>
              <a:xfrm>
                <a:off x="8627687" y="91901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9" name="Rectangle 1598">
                <a:extLst>
                  <a:ext uri="{FF2B5EF4-FFF2-40B4-BE49-F238E27FC236}">
                    <a16:creationId xmlns:a16="http://schemas.microsoft.com/office/drawing/2014/main" id="{9598C566-0F3B-40A8-9F88-2E27333AB3D1}"/>
                  </a:ext>
                </a:extLst>
              </p:cNvPr>
              <p:cNvSpPr/>
              <p:nvPr/>
            </p:nvSpPr>
            <p:spPr>
              <a:xfrm>
                <a:off x="8295177" y="1085273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0" name="Rectangle 1599">
                <a:extLst>
                  <a:ext uri="{FF2B5EF4-FFF2-40B4-BE49-F238E27FC236}">
                    <a16:creationId xmlns:a16="http://schemas.microsoft.com/office/drawing/2014/main" id="{96E1B378-5916-4E9C-B1E6-F62E01696396}"/>
                  </a:ext>
                </a:extLst>
              </p:cNvPr>
              <p:cNvSpPr/>
              <p:nvPr/>
            </p:nvSpPr>
            <p:spPr>
              <a:xfrm>
                <a:off x="8627687" y="1085273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1" name="Rectangle 1600">
                <a:extLst>
                  <a:ext uri="{FF2B5EF4-FFF2-40B4-BE49-F238E27FC236}">
                    <a16:creationId xmlns:a16="http://schemas.microsoft.com/office/drawing/2014/main" id="{C219FFEB-1BA7-4372-80C6-307D0E00E68D}"/>
                  </a:ext>
                </a:extLst>
              </p:cNvPr>
              <p:cNvSpPr/>
              <p:nvPr/>
            </p:nvSpPr>
            <p:spPr>
              <a:xfrm>
                <a:off x="8295177" y="125152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2" name="Rectangle 1601">
                <a:extLst>
                  <a:ext uri="{FF2B5EF4-FFF2-40B4-BE49-F238E27FC236}">
                    <a16:creationId xmlns:a16="http://schemas.microsoft.com/office/drawing/2014/main" id="{240623B1-810B-4716-89A0-03F3832ED1E9}"/>
                  </a:ext>
                </a:extLst>
              </p:cNvPr>
              <p:cNvSpPr/>
              <p:nvPr/>
            </p:nvSpPr>
            <p:spPr>
              <a:xfrm>
                <a:off x="8461432" y="125152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3" name="Rectangle 1602">
                <a:extLst>
                  <a:ext uri="{FF2B5EF4-FFF2-40B4-BE49-F238E27FC236}">
                    <a16:creationId xmlns:a16="http://schemas.microsoft.com/office/drawing/2014/main" id="{706F87F6-7C81-40E5-951B-7BFCA1C9E280}"/>
                  </a:ext>
                </a:extLst>
              </p:cNvPr>
              <p:cNvSpPr/>
              <p:nvPr/>
            </p:nvSpPr>
            <p:spPr>
              <a:xfrm>
                <a:off x="8627687" y="125152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4" name="Rectangle 1603">
                <a:extLst>
                  <a:ext uri="{FF2B5EF4-FFF2-40B4-BE49-F238E27FC236}">
                    <a16:creationId xmlns:a16="http://schemas.microsoft.com/office/drawing/2014/main" id="{E0FB4E27-1715-4C43-820E-6EE54AC8E8E8}"/>
                  </a:ext>
                </a:extLst>
              </p:cNvPr>
              <p:cNvSpPr/>
              <p:nvPr/>
            </p:nvSpPr>
            <p:spPr>
              <a:xfrm>
                <a:off x="8461432" y="1085273"/>
                <a:ext cx="166255" cy="166255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95" name="Arc 1594">
              <a:extLst>
                <a:ext uri="{FF2B5EF4-FFF2-40B4-BE49-F238E27FC236}">
                  <a16:creationId xmlns:a16="http://schemas.microsoft.com/office/drawing/2014/main" id="{EF5BF4FC-C937-4E7A-94E9-E56FEFCB9A2D}"/>
                </a:ext>
              </a:extLst>
            </p:cNvPr>
            <p:cNvSpPr/>
            <p:nvPr/>
          </p:nvSpPr>
          <p:spPr>
            <a:xfrm>
              <a:off x="353084" y="1480690"/>
              <a:ext cx="6527550" cy="2565095"/>
            </a:xfrm>
            <a:prstGeom prst="arc">
              <a:avLst>
                <a:gd name="adj1" fmla="val 11310793"/>
                <a:gd name="adj2" fmla="val 21114099"/>
              </a:avLst>
            </a:prstGeom>
            <a:ln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06" name="Group 1605">
            <a:extLst>
              <a:ext uri="{FF2B5EF4-FFF2-40B4-BE49-F238E27FC236}">
                <a16:creationId xmlns:a16="http://schemas.microsoft.com/office/drawing/2014/main" id="{04EEDD6A-EED1-4353-AC9D-4E21786CACF5}"/>
              </a:ext>
            </a:extLst>
          </p:cNvPr>
          <p:cNvGrpSpPr/>
          <p:nvPr/>
        </p:nvGrpSpPr>
        <p:grpSpPr>
          <a:xfrm>
            <a:off x="291557" y="1814871"/>
            <a:ext cx="6589525" cy="2565095"/>
            <a:chOff x="291109" y="1480690"/>
            <a:chExt cx="6589525" cy="2565095"/>
          </a:xfrm>
        </p:grpSpPr>
        <p:sp>
          <p:nvSpPr>
            <p:cNvPr id="1607" name="Rectangle 1606">
              <a:extLst>
                <a:ext uri="{FF2B5EF4-FFF2-40B4-BE49-F238E27FC236}">
                  <a16:creationId xmlns:a16="http://schemas.microsoft.com/office/drawing/2014/main" id="{1ABCFBDD-E476-4391-BF29-30AAC770E9E8}"/>
                </a:ext>
              </a:extLst>
            </p:cNvPr>
            <p:cNvSpPr/>
            <p:nvPr/>
          </p:nvSpPr>
          <p:spPr>
            <a:xfrm>
              <a:off x="6602596" y="2227137"/>
              <a:ext cx="166255" cy="16625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08" name="Group 1607">
              <a:extLst>
                <a:ext uri="{FF2B5EF4-FFF2-40B4-BE49-F238E27FC236}">
                  <a16:creationId xmlns:a16="http://schemas.microsoft.com/office/drawing/2014/main" id="{E4C07ECA-6C07-48F7-943D-BA76A8866C33}"/>
                </a:ext>
              </a:extLst>
            </p:cNvPr>
            <p:cNvGrpSpPr/>
            <p:nvPr/>
          </p:nvGrpSpPr>
          <p:grpSpPr>
            <a:xfrm>
              <a:off x="291109" y="2063262"/>
              <a:ext cx="498765" cy="498765"/>
              <a:chOff x="8295177" y="919018"/>
              <a:chExt cx="498765" cy="498765"/>
            </a:xfrm>
          </p:grpSpPr>
          <p:sp>
            <p:nvSpPr>
              <p:cNvPr id="1610" name="Rectangle 1609">
                <a:extLst>
                  <a:ext uri="{FF2B5EF4-FFF2-40B4-BE49-F238E27FC236}">
                    <a16:creationId xmlns:a16="http://schemas.microsoft.com/office/drawing/2014/main" id="{32020256-3F0E-44BD-90AD-F7F8BF663FDF}"/>
                  </a:ext>
                </a:extLst>
              </p:cNvPr>
              <p:cNvSpPr/>
              <p:nvPr/>
            </p:nvSpPr>
            <p:spPr>
              <a:xfrm>
                <a:off x="8295177" y="91901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1" name="Rectangle 1610">
                <a:extLst>
                  <a:ext uri="{FF2B5EF4-FFF2-40B4-BE49-F238E27FC236}">
                    <a16:creationId xmlns:a16="http://schemas.microsoft.com/office/drawing/2014/main" id="{292C719F-EB85-4985-81F1-D082F995346E}"/>
                  </a:ext>
                </a:extLst>
              </p:cNvPr>
              <p:cNvSpPr/>
              <p:nvPr/>
            </p:nvSpPr>
            <p:spPr>
              <a:xfrm>
                <a:off x="8461432" y="91901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2" name="Rectangle 1611">
                <a:extLst>
                  <a:ext uri="{FF2B5EF4-FFF2-40B4-BE49-F238E27FC236}">
                    <a16:creationId xmlns:a16="http://schemas.microsoft.com/office/drawing/2014/main" id="{34442487-1F4B-475B-8383-87077078FA31}"/>
                  </a:ext>
                </a:extLst>
              </p:cNvPr>
              <p:cNvSpPr/>
              <p:nvPr/>
            </p:nvSpPr>
            <p:spPr>
              <a:xfrm>
                <a:off x="8627687" y="91901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3" name="Rectangle 1612">
                <a:extLst>
                  <a:ext uri="{FF2B5EF4-FFF2-40B4-BE49-F238E27FC236}">
                    <a16:creationId xmlns:a16="http://schemas.microsoft.com/office/drawing/2014/main" id="{EA122473-C456-4AEF-883B-5D1FBB6C192D}"/>
                  </a:ext>
                </a:extLst>
              </p:cNvPr>
              <p:cNvSpPr/>
              <p:nvPr/>
            </p:nvSpPr>
            <p:spPr>
              <a:xfrm>
                <a:off x="8295177" y="1085273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4" name="Rectangle 1613">
                <a:extLst>
                  <a:ext uri="{FF2B5EF4-FFF2-40B4-BE49-F238E27FC236}">
                    <a16:creationId xmlns:a16="http://schemas.microsoft.com/office/drawing/2014/main" id="{5DB7541B-4036-4B80-8548-0F9D9FCB2186}"/>
                  </a:ext>
                </a:extLst>
              </p:cNvPr>
              <p:cNvSpPr/>
              <p:nvPr/>
            </p:nvSpPr>
            <p:spPr>
              <a:xfrm>
                <a:off x="8627687" y="1085273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5" name="Rectangle 1614">
                <a:extLst>
                  <a:ext uri="{FF2B5EF4-FFF2-40B4-BE49-F238E27FC236}">
                    <a16:creationId xmlns:a16="http://schemas.microsoft.com/office/drawing/2014/main" id="{2830FA12-73B6-4F42-B0DA-0C1B443526ED}"/>
                  </a:ext>
                </a:extLst>
              </p:cNvPr>
              <p:cNvSpPr/>
              <p:nvPr/>
            </p:nvSpPr>
            <p:spPr>
              <a:xfrm>
                <a:off x="8295177" y="125152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6" name="Rectangle 1615">
                <a:extLst>
                  <a:ext uri="{FF2B5EF4-FFF2-40B4-BE49-F238E27FC236}">
                    <a16:creationId xmlns:a16="http://schemas.microsoft.com/office/drawing/2014/main" id="{89D02BA9-2141-4927-81DB-646541B9C53F}"/>
                  </a:ext>
                </a:extLst>
              </p:cNvPr>
              <p:cNvSpPr/>
              <p:nvPr/>
            </p:nvSpPr>
            <p:spPr>
              <a:xfrm>
                <a:off x="8461432" y="125152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7" name="Rectangle 1616">
                <a:extLst>
                  <a:ext uri="{FF2B5EF4-FFF2-40B4-BE49-F238E27FC236}">
                    <a16:creationId xmlns:a16="http://schemas.microsoft.com/office/drawing/2014/main" id="{78F40206-19D8-49C7-AFF2-B1E1378C222D}"/>
                  </a:ext>
                </a:extLst>
              </p:cNvPr>
              <p:cNvSpPr/>
              <p:nvPr/>
            </p:nvSpPr>
            <p:spPr>
              <a:xfrm>
                <a:off x="8627687" y="1251528"/>
                <a:ext cx="166255" cy="166255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8" name="Rectangle 1617">
                <a:extLst>
                  <a:ext uri="{FF2B5EF4-FFF2-40B4-BE49-F238E27FC236}">
                    <a16:creationId xmlns:a16="http://schemas.microsoft.com/office/drawing/2014/main" id="{E15F5852-28BE-4560-BF95-C747784BC876}"/>
                  </a:ext>
                </a:extLst>
              </p:cNvPr>
              <p:cNvSpPr/>
              <p:nvPr/>
            </p:nvSpPr>
            <p:spPr>
              <a:xfrm>
                <a:off x="8461432" y="1085273"/>
                <a:ext cx="166255" cy="166255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09" name="Arc 1608">
              <a:extLst>
                <a:ext uri="{FF2B5EF4-FFF2-40B4-BE49-F238E27FC236}">
                  <a16:creationId xmlns:a16="http://schemas.microsoft.com/office/drawing/2014/main" id="{CB7947C4-0AB2-49CB-8130-1EA503DCFE44}"/>
                </a:ext>
              </a:extLst>
            </p:cNvPr>
            <p:cNvSpPr/>
            <p:nvPr/>
          </p:nvSpPr>
          <p:spPr>
            <a:xfrm>
              <a:off x="353084" y="1480690"/>
              <a:ext cx="6527550" cy="2565095"/>
            </a:xfrm>
            <a:prstGeom prst="arc">
              <a:avLst>
                <a:gd name="adj1" fmla="val 11310793"/>
                <a:gd name="adj2" fmla="val 21114099"/>
              </a:avLst>
            </a:prstGeom>
            <a:ln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87" name="Group 1486">
            <a:extLst>
              <a:ext uri="{FF2B5EF4-FFF2-40B4-BE49-F238E27FC236}">
                <a16:creationId xmlns:a16="http://schemas.microsoft.com/office/drawing/2014/main" id="{4A32AC9A-FC4F-462B-869E-B5FFBE07EC82}"/>
              </a:ext>
            </a:extLst>
          </p:cNvPr>
          <p:cNvGrpSpPr/>
          <p:nvPr/>
        </p:nvGrpSpPr>
        <p:grpSpPr>
          <a:xfrm>
            <a:off x="291619" y="2729844"/>
            <a:ext cx="498765" cy="498765"/>
            <a:chOff x="8295177" y="919018"/>
            <a:chExt cx="498765" cy="498765"/>
          </a:xfrm>
        </p:grpSpPr>
        <p:sp>
          <p:nvSpPr>
            <p:cNvPr id="1488" name="Rectangle 1487">
              <a:extLst>
                <a:ext uri="{FF2B5EF4-FFF2-40B4-BE49-F238E27FC236}">
                  <a16:creationId xmlns:a16="http://schemas.microsoft.com/office/drawing/2014/main" id="{725E88AC-A21A-4936-9FA9-61A141DC12EC}"/>
                </a:ext>
              </a:extLst>
            </p:cNvPr>
            <p:cNvSpPr/>
            <p:nvPr/>
          </p:nvSpPr>
          <p:spPr>
            <a:xfrm>
              <a:off x="829517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9" name="Rectangle 1488">
              <a:extLst>
                <a:ext uri="{FF2B5EF4-FFF2-40B4-BE49-F238E27FC236}">
                  <a16:creationId xmlns:a16="http://schemas.microsoft.com/office/drawing/2014/main" id="{E783CDD2-2D2D-4480-BF35-A602ACBA59E5}"/>
                </a:ext>
              </a:extLst>
            </p:cNvPr>
            <p:cNvSpPr/>
            <p:nvPr/>
          </p:nvSpPr>
          <p:spPr>
            <a:xfrm>
              <a:off x="8461432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0" name="Rectangle 1489">
              <a:extLst>
                <a:ext uri="{FF2B5EF4-FFF2-40B4-BE49-F238E27FC236}">
                  <a16:creationId xmlns:a16="http://schemas.microsoft.com/office/drawing/2014/main" id="{17B36468-4435-4C90-8BCF-23557DD305C1}"/>
                </a:ext>
              </a:extLst>
            </p:cNvPr>
            <p:cNvSpPr/>
            <p:nvPr/>
          </p:nvSpPr>
          <p:spPr>
            <a:xfrm>
              <a:off x="862768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1" name="Rectangle 1490">
              <a:extLst>
                <a:ext uri="{FF2B5EF4-FFF2-40B4-BE49-F238E27FC236}">
                  <a16:creationId xmlns:a16="http://schemas.microsoft.com/office/drawing/2014/main" id="{D4F3002D-6975-4A63-B1EC-E41776EA9EF0}"/>
                </a:ext>
              </a:extLst>
            </p:cNvPr>
            <p:cNvSpPr/>
            <p:nvPr/>
          </p:nvSpPr>
          <p:spPr>
            <a:xfrm>
              <a:off x="829517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9" name="Rectangle 1498">
              <a:extLst>
                <a:ext uri="{FF2B5EF4-FFF2-40B4-BE49-F238E27FC236}">
                  <a16:creationId xmlns:a16="http://schemas.microsoft.com/office/drawing/2014/main" id="{721724A7-DE4C-4BB6-B6FF-D3D8F898B4EF}"/>
                </a:ext>
              </a:extLst>
            </p:cNvPr>
            <p:cNvSpPr/>
            <p:nvPr/>
          </p:nvSpPr>
          <p:spPr>
            <a:xfrm>
              <a:off x="862768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0" name="Rectangle 1499">
              <a:extLst>
                <a:ext uri="{FF2B5EF4-FFF2-40B4-BE49-F238E27FC236}">
                  <a16:creationId xmlns:a16="http://schemas.microsoft.com/office/drawing/2014/main" id="{8DE481E7-B7DB-4418-9227-C7584F844076}"/>
                </a:ext>
              </a:extLst>
            </p:cNvPr>
            <p:cNvSpPr/>
            <p:nvPr/>
          </p:nvSpPr>
          <p:spPr>
            <a:xfrm>
              <a:off x="829517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1" name="Rectangle 1500">
              <a:extLst>
                <a:ext uri="{FF2B5EF4-FFF2-40B4-BE49-F238E27FC236}">
                  <a16:creationId xmlns:a16="http://schemas.microsoft.com/office/drawing/2014/main" id="{1C0949F3-5040-42EA-9ABB-EDE0A80A4222}"/>
                </a:ext>
              </a:extLst>
            </p:cNvPr>
            <p:cNvSpPr/>
            <p:nvPr/>
          </p:nvSpPr>
          <p:spPr>
            <a:xfrm>
              <a:off x="8461432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2" name="Rectangle 1501">
              <a:extLst>
                <a:ext uri="{FF2B5EF4-FFF2-40B4-BE49-F238E27FC236}">
                  <a16:creationId xmlns:a16="http://schemas.microsoft.com/office/drawing/2014/main" id="{FB72FF4D-44ED-4905-AD97-052086D99886}"/>
                </a:ext>
              </a:extLst>
            </p:cNvPr>
            <p:cNvSpPr/>
            <p:nvPr/>
          </p:nvSpPr>
          <p:spPr>
            <a:xfrm>
              <a:off x="862768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3" name="Rectangle 1502">
              <a:extLst>
                <a:ext uri="{FF2B5EF4-FFF2-40B4-BE49-F238E27FC236}">
                  <a16:creationId xmlns:a16="http://schemas.microsoft.com/office/drawing/2014/main" id="{4D4133A3-B1D4-4526-B0E9-867E57E84A75}"/>
                </a:ext>
              </a:extLst>
            </p:cNvPr>
            <p:cNvSpPr/>
            <p:nvPr/>
          </p:nvSpPr>
          <p:spPr>
            <a:xfrm>
              <a:off x="8461432" y="1085273"/>
              <a:ext cx="166255" cy="16625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1" name="Group 1860">
            <a:extLst>
              <a:ext uri="{FF2B5EF4-FFF2-40B4-BE49-F238E27FC236}">
                <a16:creationId xmlns:a16="http://schemas.microsoft.com/office/drawing/2014/main" id="{DEDBE807-40FD-4770-90A8-D3419049E0F4}"/>
              </a:ext>
            </a:extLst>
          </p:cNvPr>
          <p:cNvGrpSpPr/>
          <p:nvPr/>
        </p:nvGrpSpPr>
        <p:grpSpPr>
          <a:xfrm>
            <a:off x="291620" y="5057414"/>
            <a:ext cx="498765" cy="498765"/>
            <a:chOff x="8295177" y="919018"/>
            <a:chExt cx="498765" cy="498765"/>
          </a:xfrm>
        </p:grpSpPr>
        <p:sp>
          <p:nvSpPr>
            <p:cNvPr id="1862" name="Rectangle 1861">
              <a:extLst>
                <a:ext uri="{FF2B5EF4-FFF2-40B4-BE49-F238E27FC236}">
                  <a16:creationId xmlns:a16="http://schemas.microsoft.com/office/drawing/2014/main" id="{0E477A64-A6DD-42DE-847B-98DEFA8BD5AE}"/>
                </a:ext>
              </a:extLst>
            </p:cNvPr>
            <p:cNvSpPr/>
            <p:nvPr/>
          </p:nvSpPr>
          <p:spPr>
            <a:xfrm>
              <a:off x="829517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3" name="Rectangle 1862">
              <a:extLst>
                <a:ext uri="{FF2B5EF4-FFF2-40B4-BE49-F238E27FC236}">
                  <a16:creationId xmlns:a16="http://schemas.microsoft.com/office/drawing/2014/main" id="{F6BE4442-3D92-4643-95A7-F24DB442B64E}"/>
                </a:ext>
              </a:extLst>
            </p:cNvPr>
            <p:cNvSpPr/>
            <p:nvPr/>
          </p:nvSpPr>
          <p:spPr>
            <a:xfrm>
              <a:off x="8461432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4" name="Rectangle 1863">
              <a:extLst>
                <a:ext uri="{FF2B5EF4-FFF2-40B4-BE49-F238E27FC236}">
                  <a16:creationId xmlns:a16="http://schemas.microsoft.com/office/drawing/2014/main" id="{DAA62922-00EC-4940-860B-DC3C6CD1FC6B}"/>
                </a:ext>
              </a:extLst>
            </p:cNvPr>
            <p:cNvSpPr/>
            <p:nvPr/>
          </p:nvSpPr>
          <p:spPr>
            <a:xfrm>
              <a:off x="8627687" y="91901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5" name="Rectangle 1864">
              <a:extLst>
                <a:ext uri="{FF2B5EF4-FFF2-40B4-BE49-F238E27FC236}">
                  <a16:creationId xmlns:a16="http://schemas.microsoft.com/office/drawing/2014/main" id="{391E58F3-93AD-45A7-87FB-397C1AFBD59D}"/>
                </a:ext>
              </a:extLst>
            </p:cNvPr>
            <p:cNvSpPr/>
            <p:nvPr/>
          </p:nvSpPr>
          <p:spPr>
            <a:xfrm>
              <a:off x="829517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6" name="Rectangle 1865">
              <a:extLst>
                <a:ext uri="{FF2B5EF4-FFF2-40B4-BE49-F238E27FC236}">
                  <a16:creationId xmlns:a16="http://schemas.microsoft.com/office/drawing/2014/main" id="{C9D5316D-24A0-4A49-93E1-B2C0CC8C2C09}"/>
                </a:ext>
              </a:extLst>
            </p:cNvPr>
            <p:cNvSpPr/>
            <p:nvPr/>
          </p:nvSpPr>
          <p:spPr>
            <a:xfrm>
              <a:off x="8627687" y="1085273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7" name="Rectangle 1866">
              <a:extLst>
                <a:ext uri="{FF2B5EF4-FFF2-40B4-BE49-F238E27FC236}">
                  <a16:creationId xmlns:a16="http://schemas.microsoft.com/office/drawing/2014/main" id="{AC50E905-4B8F-4B5B-B48A-915350E4C589}"/>
                </a:ext>
              </a:extLst>
            </p:cNvPr>
            <p:cNvSpPr/>
            <p:nvPr/>
          </p:nvSpPr>
          <p:spPr>
            <a:xfrm>
              <a:off x="829517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8" name="Rectangle 1867">
              <a:extLst>
                <a:ext uri="{FF2B5EF4-FFF2-40B4-BE49-F238E27FC236}">
                  <a16:creationId xmlns:a16="http://schemas.microsoft.com/office/drawing/2014/main" id="{CDF17F03-F1B8-4B92-AFF6-9F3074D1549C}"/>
                </a:ext>
              </a:extLst>
            </p:cNvPr>
            <p:cNvSpPr/>
            <p:nvPr/>
          </p:nvSpPr>
          <p:spPr>
            <a:xfrm>
              <a:off x="8461432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9" name="Rectangle 1868">
              <a:extLst>
                <a:ext uri="{FF2B5EF4-FFF2-40B4-BE49-F238E27FC236}">
                  <a16:creationId xmlns:a16="http://schemas.microsoft.com/office/drawing/2014/main" id="{9EA31BE5-D923-4B4D-8041-52C0053EC991}"/>
                </a:ext>
              </a:extLst>
            </p:cNvPr>
            <p:cNvSpPr/>
            <p:nvPr/>
          </p:nvSpPr>
          <p:spPr>
            <a:xfrm>
              <a:off x="8627687" y="1251528"/>
              <a:ext cx="166255" cy="166255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0" name="Rectangle 1869">
              <a:extLst>
                <a:ext uri="{FF2B5EF4-FFF2-40B4-BE49-F238E27FC236}">
                  <a16:creationId xmlns:a16="http://schemas.microsoft.com/office/drawing/2014/main" id="{41FF48F3-B7A9-4C51-A7C5-219B34AC303E}"/>
                </a:ext>
              </a:extLst>
            </p:cNvPr>
            <p:cNvSpPr/>
            <p:nvPr/>
          </p:nvSpPr>
          <p:spPr>
            <a:xfrm>
              <a:off x="8461432" y="1085273"/>
              <a:ext cx="166255" cy="16625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891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7.40741E-7 L 0.01458 0.00047 " pathEditMode="fixed" rAng="0" ptsTypes="AA">
                                      <p:cBhvr>
                                        <p:cTn id="17" dur="2000" fill="hold"/>
                                        <p:tgtEl>
                                          <p:spTgt spid="15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458 0.00046 L 0.02799 7.40741E-7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5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500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7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799 -2.22222E-6 L 0.42227 -0.00023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5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40" y="-46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000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9" dur="2000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20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000" fill="hold"/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7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7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7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2000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200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2000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4" dur="2000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2000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9" dur="2000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2000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4" dur="2000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5" dur="2000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2000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200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9" dur="200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200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2000" fill="hold"/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4" dur="2000" fill="hold"/>
                                        <p:tgtEl>
                                          <p:spTgt spid="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5" dur="2000" fill="hold"/>
                                        <p:tgtEl>
                                          <p:spTgt spid="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2000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9" dur="2000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0" dur="2000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2000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2000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4" dur="2000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5" dur="2000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2000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2000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9" dur="2000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0" dur="2000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2000" fill="hold"/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4" dur="2000" fill="hold"/>
                                        <p:tgtEl>
                                          <p:spTgt spid="7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5" dur="2000" fill="hold"/>
                                        <p:tgtEl>
                                          <p:spTgt spid="7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2000" fill="hold"/>
                                        <p:tgtEl>
                                          <p:spTgt spid="7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2000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9" dur="2000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0" dur="2000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2000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2000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4" dur="2000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5" dur="2000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2000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200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9" dur="200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0" dur="200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200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20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4" dur="20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5" dur="20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20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20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9" dur="20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0" dur="20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" dur="20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2000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4" dur="2000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5" dur="2000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2000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2000" fill="hold"/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9" dur="2000" fill="hold"/>
                                        <p:tgtEl>
                                          <p:spTgt spid="7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0" dur="2000" fill="hold"/>
                                        <p:tgtEl>
                                          <p:spTgt spid="7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2000" fill="hold"/>
                                        <p:tgtEl>
                                          <p:spTgt spid="7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" dur="2000" fill="hold"/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4" dur="2000" fill="hold"/>
                                        <p:tgtEl>
                                          <p:spTgt spid="7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5" dur="2000" fill="hold"/>
                                        <p:tgtEl>
                                          <p:spTgt spid="7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2000" fill="hold"/>
                                        <p:tgtEl>
                                          <p:spTgt spid="7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200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9" dur="200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0" dur="200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200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2000" fill="hold"/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4" dur="2000" fill="hold"/>
                                        <p:tgtEl>
                                          <p:spTgt spid="7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5" dur="2000" fill="hold"/>
                                        <p:tgtEl>
                                          <p:spTgt spid="7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2000" fill="hold"/>
                                        <p:tgtEl>
                                          <p:spTgt spid="7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2000" fill="hold"/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9" dur="2000" fill="hold"/>
                                        <p:tgtEl>
                                          <p:spTgt spid="7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0" dur="2000" fill="hold"/>
                                        <p:tgtEl>
                                          <p:spTgt spid="7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2000" fill="hold"/>
                                        <p:tgtEl>
                                          <p:spTgt spid="7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20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4" dur="20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5" dur="20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20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" dur="2000" fill="hold"/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9" dur="2000" fill="hold"/>
                                        <p:tgtEl>
                                          <p:spTgt spid="7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0" dur="2000" fill="hold"/>
                                        <p:tgtEl>
                                          <p:spTgt spid="7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2000" fill="hold"/>
                                        <p:tgtEl>
                                          <p:spTgt spid="7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" dur="2000" fill="hold"/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4" dur="2000" fill="hold"/>
                                        <p:tgtEl>
                                          <p:spTgt spid="7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5" dur="2000" fill="hold"/>
                                        <p:tgtEl>
                                          <p:spTgt spid="7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2000" fill="hold"/>
                                        <p:tgtEl>
                                          <p:spTgt spid="7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2000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9" dur="2000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0" dur="2000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2000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000"/>
                            </p:stCondLst>
                            <p:childTnLst>
                              <p:par>
                                <p:cTn id="18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2.22222E-6 L 0.42227 -0.00023 " pathEditMode="relative" rAng="0" ptsTypes="AA">
                                      <p:cBhvr>
                                        <p:cTn id="193" dur="2000" fill="hold"/>
                                        <p:tgtEl>
                                          <p:spTgt spid="15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81" y="-23"/>
                                    </p:animMotion>
                                  </p:childTnLst>
                                </p:cTn>
                              </p:par>
                              <p:par>
                                <p:cTn id="19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" dur="2000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6" dur="2000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7" dur="2000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" dur="2000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2000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1" dur="2000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2" dur="2000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2000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2000" fill="hold"/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6" dur="2000" fill="hold"/>
                                        <p:tgtEl>
                                          <p:spTgt spid="7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7" dur="2000" fill="hold"/>
                                        <p:tgtEl>
                                          <p:spTgt spid="7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2000" fill="hold"/>
                                        <p:tgtEl>
                                          <p:spTgt spid="7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20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1" dur="20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2" dur="20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20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" dur="20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6" dur="20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7" dur="20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20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20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1" dur="20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2" dur="20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20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5" dur="2000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6" dur="2000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7" dur="2000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8" dur="2000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0" dur="2000" fill="hold"/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1" dur="2000" fill="hold"/>
                                        <p:tgtEl>
                                          <p:spTgt spid="7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2" dur="2000" fill="hold"/>
                                        <p:tgtEl>
                                          <p:spTgt spid="7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2000" fill="hold"/>
                                        <p:tgtEl>
                                          <p:spTgt spid="7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5" dur="2000" fill="hold"/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6" dur="2000" fill="hold"/>
                                        <p:tgtEl>
                                          <p:spTgt spid="7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7" dur="2000" fill="hold"/>
                                        <p:tgtEl>
                                          <p:spTgt spid="7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2000" fill="hold"/>
                                        <p:tgtEl>
                                          <p:spTgt spid="7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0" dur="2000" fill="hold"/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1" dur="2000" fill="hold"/>
                                        <p:tgtEl>
                                          <p:spTgt spid="7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2" dur="2000" fill="hold"/>
                                        <p:tgtEl>
                                          <p:spTgt spid="7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2000" fill="hold"/>
                                        <p:tgtEl>
                                          <p:spTgt spid="7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5" dur="2000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6" dur="2000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7" dur="2000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2000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2000" fill="hold"/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1" dur="2000" fill="hold"/>
                                        <p:tgtEl>
                                          <p:spTgt spid="7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2" dur="2000" fill="hold"/>
                                        <p:tgtEl>
                                          <p:spTgt spid="7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3" dur="2000" fill="hold"/>
                                        <p:tgtEl>
                                          <p:spTgt spid="7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5" dur="20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6" dur="20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7" dur="20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8" dur="20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0" dur="2000" fill="hold"/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1" dur="2000" fill="hold"/>
                                        <p:tgtEl>
                                          <p:spTgt spid="7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2" dur="2000" fill="hold"/>
                                        <p:tgtEl>
                                          <p:spTgt spid="7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3" dur="2000" fill="hold"/>
                                        <p:tgtEl>
                                          <p:spTgt spid="7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2000" fill="hold"/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6" dur="2000" fill="hold"/>
                                        <p:tgtEl>
                                          <p:spTgt spid="7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7" dur="2000" fill="hold"/>
                                        <p:tgtEl>
                                          <p:spTgt spid="7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" dur="2000" fill="hold"/>
                                        <p:tgtEl>
                                          <p:spTgt spid="7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20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1" dur="20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2" dur="20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3" dur="20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5" dur="200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6" dur="200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7" dur="200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200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0" dur="200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1" dur="200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2" dur="200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3" dur="200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5" dur="2000" fill="hold"/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6" dur="2000" fill="hold"/>
                                        <p:tgtEl>
                                          <p:spTgt spid="7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7" dur="2000" fill="hold"/>
                                        <p:tgtEl>
                                          <p:spTgt spid="7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8" dur="2000" fill="hold"/>
                                        <p:tgtEl>
                                          <p:spTgt spid="7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20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1" dur="20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2" dur="20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3" dur="20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5" dur="2000" fill="hold"/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6" dur="2000" fill="hold"/>
                                        <p:tgtEl>
                                          <p:spTgt spid="7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7" dur="2000" fill="hold"/>
                                        <p:tgtEl>
                                          <p:spTgt spid="7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8" dur="2000" fill="hold"/>
                                        <p:tgtEl>
                                          <p:spTgt spid="7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0" dur="2000" fill="hold"/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1" dur="2000" fill="hold"/>
                                        <p:tgtEl>
                                          <p:spTgt spid="8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2" dur="2000" fill="hold"/>
                                        <p:tgtEl>
                                          <p:spTgt spid="8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2000" fill="hold"/>
                                        <p:tgtEl>
                                          <p:spTgt spid="8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5" dur="2000" fill="hold"/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6" dur="2000" fill="hold"/>
                                        <p:tgtEl>
                                          <p:spTgt spid="8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7" dur="2000" fill="hold"/>
                                        <p:tgtEl>
                                          <p:spTgt spid="8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8" dur="2000" fill="hold"/>
                                        <p:tgtEl>
                                          <p:spTgt spid="8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0" dur="2000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1" dur="2000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2" dur="2000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2000" fill="hold"/>
                                        <p:tgtEl>
                                          <p:spTgt spid="8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5" dur="2000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6" dur="2000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7" dur="2000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8" dur="2000" fill="hold"/>
                                        <p:tgtEl>
                                          <p:spTgt spid="8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0" dur="2000" fill="hold"/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1" dur="2000" fill="hold"/>
                                        <p:tgtEl>
                                          <p:spTgt spid="8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2" dur="2000" fill="hold"/>
                                        <p:tgtEl>
                                          <p:spTgt spid="8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3" dur="2000" fill="hold"/>
                                        <p:tgtEl>
                                          <p:spTgt spid="8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" dur="2000" fill="hold"/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6" dur="2000" fill="hold"/>
                                        <p:tgtEl>
                                          <p:spTgt spid="8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7" dur="2000" fill="hold"/>
                                        <p:tgtEl>
                                          <p:spTgt spid="8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8" dur="2000" fill="hold"/>
                                        <p:tgtEl>
                                          <p:spTgt spid="8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2000" fill="hold"/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1" dur="2000" fill="hold"/>
                                        <p:tgtEl>
                                          <p:spTgt spid="8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2" dur="2000" fill="hold"/>
                                        <p:tgtEl>
                                          <p:spTgt spid="8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" dur="2000" fill="hold"/>
                                        <p:tgtEl>
                                          <p:spTgt spid="8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5" dur="2000" fill="hold"/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6" dur="2000" fill="hold"/>
                                        <p:tgtEl>
                                          <p:spTgt spid="8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7" dur="2000" fill="hold"/>
                                        <p:tgtEl>
                                          <p:spTgt spid="8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2000" fill="hold"/>
                                        <p:tgtEl>
                                          <p:spTgt spid="8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0" dur="2000" fill="hold"/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1" dur="2000" fill="hold"/>
                                        <p:tgtEl>
                                          <p:spTgt spid="8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2" dur="2000" fill="hold"/>
                                        <p:tgtEl>
                                          <p:spTgt spid="8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3" dur="2000" fill="hold"/>
                                        <p:tgtEl>
                                          <p:spTgt spid="8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5" dur="2000" fill="hold"/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6" dur="2000" fill="hold"/>
                                        <p:tgtEl>
                                          <p:spTgt spid="8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7" dur="2000" fill="hold"/>
                                        <p:tgtEl>
                                          <p:spTgt spid="8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8" dur="2000" fill="hold"/>
                                        <p:tgtEl>
                                          <p:spTgt spid="8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2000" fill="hold"/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51" dur="2000" fill="hold"/>
                                        <p:tgtEl>
                                          <p:spTgt spid="8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2" dur="2000" fill="hold"/>
                                        <p:tgtEl>
                                          <p:spTgt spid="8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3" dur="2000" fill="hold"/>
                                        <p:tgtEl>
                                          <p:spTgt spid="8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1" dur="500"/>
                                        <p:tgtEl>
                                          <p:spTgt spid="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3.7037E-7 L 0.42227 -0.00023 " pathEditMode="relative" rAng="0" ptsTypes="AA">
                                      <p:cBhvr>
                                        <p:cTn id="365" dur="20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81" y="-23"/>
                                    </p:animMotion>
                                  </p:childTnLst>
                                </p:cTn>
                              </p:par>
                              <p:par>
                                <p:cTn id="36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2000" fill="hold"/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68" dur="2000" fill="hold"/>
                                        <p:tgtEl>
                                          <p:spTgt spid="8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9" dur="2000" fill="hold"/>
                                        <p:tgtEl>
                                          <p:spTgt spid="8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0" dur="2000" fill="hold"/>
                                        <p:tgtEl>
                                          <p:spTgt spid="8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2" dur="2000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73" dur="2000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74" dur="2000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5" dur="2000" fill="hold"/>
                                        <p:tgtEl>
                                          <p:spTgt spid="8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7" dur="2000" fill="hold"/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78" dur="2000" fill="hold"/>
                                        <p:tgtEl>
                                          <p:spTgt spid="8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79" dur="2000" fill="hold"/>
                                        <p:tgtEl>
                                          <p:spTgt spid="8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2000" fill="hold"/>
                                        <p:tgtEl>
                                          <p:spTgt spid="8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2" dur="2000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83" dur="2000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84" dur="2000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5" dur="2000" fill="hold"/>
                                        <p:tgtEl>
                                          <p:spTgt spid="8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7" dur="2000" fill="hold"/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88" dur="2000" fill="hold"/>
                                        <p:tgtEl>
                                          <p:spTgt spid="8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89" dur="2000" fill="hold"/>
                                        <p:tgtEl>
                                          <p:spTgt spid="8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0" dur="2000" fill="hold"/>
                                        <p:tgtEl>
                                          <p:spTgt spid="8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2" dur="2000" fill="hold"/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93" dur="2000" fill="hold"/>
                                        <p:tgtEl>
                                          <p:spTgt spid="8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4" dur="2000" fill="hold"/>
                                        <p:tgtEl>
                                          <p:spTgt spid="8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5" dur="2000" fill="hold"/>
                                        <p:tgtEl>
                                          <p:spTgt spid="8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7" dur="2000" fill="hold"/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98" dur="2000" fill="hold"/>
                                        <p:tgtEl>
                                          <p:spTgt spid="8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9" dur="2000" fill="hold"/>
                                        <p:tgtEl>
                                          <p:spTgt spid="8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0" dur="2000" fill="hold"/>
                                        <p:tgtEl>
                                          <p:spTgt spid="8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2000" fill="hold"/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03" dur="2000" fill="hold"/>
                                        <p:tgtEl>
                                          <p:spTgt spid="8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04" dur="2000" fill="hold"/>
                                        <p:tgtEl>
                                          <p:spTgt spid="8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5" dur="2000" fill="hold"/>
                                        <p:tgtEl>
                                          <p:spTgt spid="8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2000" fill="hold"/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08" dur="2000" fill="hold"/>
                                        <p:tgtEl>
                                          <p:spTgt spid="8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09" dur="2000" fill="hold"/>
                                        <p:tgtEl>
                                          <p:spTgt spid="8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2000" fill="hold"/>
                                        <p:tgtEl>
                                          <p:spTgt spid="8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2" dur="2000" fill="hold"/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13" dur="2000" fill="hold"/>
                                        <p:tgtEl>
                                          <p:spTgt spid="8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4" dur="2000" fill="hold"/>
                                        <p:tgtEl>
                                          <p:spTgt spid="8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5" dur="2000" fill="hold"/>
                                        <p:tgtEl>
                                          <p:spTgt spid="8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7" dur="2000" fill="hold"/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18" dur="2000" fill="hold"/>
                                        <p:tgtEl>
                                          <p:spTgt spid="8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9" dur="2000" fill="hold"/>
                                        <p:tgtEl>
                                          <p:spTgt spid="8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0" dur="2000" fill="hold"/>
                                        <p:tgtEl>
                                          <p:spTgt spid="8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2" dur="2000" fill="hold"/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23" dur="2000" fill="hold"/>
                                        <p:tgtEl>
                                          <p:spTgt spid="8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4" dur="2000" fill="hold"/>
                                        <p:tgtEl>
                                          <p:spTgt spid="8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5" dur="2000" fill="hold"/>
                                        <p:tgtEl>
                                          <p:spTgt spid="8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7" dur="2000" fill="hold"/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28" dur="2000" fill="hold"/>
                                        <p:tgtEl>
                                          <p:spTgt spid="8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9" dur="2000" fill="hold"/>
                                        <p:tgtEl>
                                          <p:spTgt spid="8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0" dur="2000" fill="hold"/>
                                        <p:tgtEl>
                                          <p:spTgt spid="8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2" dur="2000" fill="hold"/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33" dur="2000" fill="hold"/>
                                        <p:tgtEl>
                                          <p:spTgt spid="8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4" dur="2000" fill="hold"/>
                                        <p:tgtEl>
                                          <p:spTgt spid="8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5" dur="2000" fill="hold"/>
                                        <p:tgtEl>
                                          <p:spTgt spid="8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7" dur="2000" fill="hold"/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38" dur="2000" fill="hold"/>
                                        <p:tgtEl>
                                          <p:spTgt spid="8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9" dur="2000" fill="hold"/>
                                        <p:tgtEl>
                                          <p:spTgt spid="8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2000" fill="hold"/>
                                        <p:tgtEl>
                                          <p:spTgt spid="8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2" dur="2000" fill="hold"/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43" dur="2000" fill="hold"/>
                                        <p:tgtEl>
                                          <p:spTgt spid="8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44" dur="2000" fill="hold"/>
                                        <p:tgtEl>
                                          <p:spTgt spid="8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2000" fill="hold"/>
                                        <p:tgtEl>
                                          <p:spTgt spid="8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7" dur="2000" fill="hold"/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48" dur="2000" fill="hold"/>
                                        <p:tgtEl>
                                          <p:spTgt spid="8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49" dur="2000" fill="hold"/>
                                        <p:tgtEl>
                                          <p:spTgt spid="8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0" dur="2000" fill="hold"/>
                                        <p:tgtEl>
                                          <p:spTgt spid="8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2" dur="2000" fill="hold"/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53" dur="2000" fill="hold"/>
                                        <p:tgtEl>
                                          <p:spTgt spid="8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54" dur="2000" fill="hold"/>
                                        <p:tgtEl>
                                          <p:spTgt spid="8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5" dur="2000" fill="hold"/>
                                        <p:tgtEl>
                                          <p:spTgt spid="8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7" dur="2000" fill="hold"/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58" dur="2000" fill="hold"/>
                                        <p:tgtEl>
                                          <p:spTgt spid="8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59" dur="2000" fill="hold"/>
                                        <p:tgtEl>
                                          <p:spTgt spid="8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0" dur="2000" fill="hold"/>
                                        <p:tgtEl>
                                          <p:spTgt spid="8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2" dur="2000" fill="hold"/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63" dur="2000" fill="hold"/>
                                        <p:tgtEl>
                                          <p:spTgt spid="8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64" dur="2000" fill="hold"/>
                                        <p:tgtEl>
                                          <p:spTgt spid="8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5" dur="2000" fill="hold"/>
                                        <p:tgtEl>
                                          <p:spTgt spid="8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7" dur="2000" fill="hold"/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68" dur="2000" fill="hold"/>
                                        <p:tgtEl>
                                          <p:spTgt spid="8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69" dur="2000" fill="hold"/>
                                        <p:tgtEl>
                                          <p:spTgt spid="8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0" dur="2000" fill="hold"/>
                                        <p:tgtEl>
                                          <p:spTgt spid="8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2" dur="2000" fill="hold"/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73" dur="2000" fill="hold"/>
                                        <p:tgtEl>
                                          <p:spTgt spid="8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74" dur="2000" fill="hold"/>
                                        <p:tgtEl>
                                          <p:spTgt spid="8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5" dur="2000" fill="hold"/>
                                        <p:tgtEl>
                                          <p:spTgt spid="8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7" dur="2000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78" dur="2000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79" dur="2000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0" dur="2000" fill="hold"/>
                                        <p:tgtEl>
                                          <p:spTgt spid="8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2" dur="2000" fill="hold"/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83" dur="2000" fill="hold"/>
                                        <p:tgtEl>
                                          <p:spTgt spid="8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84" dur="2000" fill="hold"/>
                                        <p:tgtEl>
                                          <p:spTgt spid="8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5" dur="2000" fill="hold"/>
                                        <p:tgtEl>
                                          <p:spTgt spid="8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7" dur="2000" fill="hold"/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88" dur="2000" fill="hold"/>
                                        <p:tgtEl>
                                          <p:spTgt spid="8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89" dur="2000" fill="hold"/>
                                        <p:tgtEl>
                                          <p:spTgt spid="8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0" dur="2000" fill="hold"/>
                                        <p:tgtEl>
                                          <p:spTgt spid="8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2" dur="20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93" dur="20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4" dur="20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5" dur="20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2000" fill="hold"/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98" dur="2000" fill="hold"/>
                                        <p:tgtEl>
                                          <p:spTgt spid="8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9" dur="2000" fill="hold"/>
                                        <p:tgtEl>
                                          <p:spTgt spid="8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0" dur="2000" fill="hold"/>
                                        <p:tgtEl>
                                          <p:spTgt spid="8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2" dur="2000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03" dur="2000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4" dur="2000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5" dur="2000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7" dur="2000" fill="hold"/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08" dur="2000" fill="hold"/>
                                        <p:tgtEl>
                                          <p:spTgt spid="8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9" dur="2000" fill="hold"/>
                                        <p:tgtEl>
                                          <p:spTgt spid="8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0" dur="2000" fill="hold"/>
                                        <p:tgtEl>
                                          <p:spTgt spid="8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2" dur="2000" fill="hold"/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13" dur="2000" fill="hold"/>
                                        <p:tgtEl>
                                          <p:spTgt spid="8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14" dur="2000" fill="hold"/>
                                        <p:tgtEl>
                                          <p:spTgt spid="8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5" dur="2000" fill="hold"/>
                                        <p:tgtEl>
                                          <p:spTgt spid="8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2000" fill="hold"/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18" dur="2000" fill="hold"/>
                                        <p:tgtEl>
                                          <p:spTgt spid="8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19" dur="2000" fill="hold"/>
                                        <p:tgtEl>
                                          <p:spTgt spid="8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0" dur="2000" fill="hold"/>
                                        <p:tgtEl>
                                          <p:spTgt spid="8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2000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23" dur="2000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24" dur="2000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5" dur="2000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6" fill="hold">
                            <p:stCondLst>
                              <p:cond delay="2000"/>
                            </p:stCondLst>
                            <p:childTnLst>
                              <p:par>
                                <p:cTn id="52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9" fill="hold">
                            <p:stCondLst>
                              <p:cond delay="2000"/>
                            </p:stCondLst>
                            <p:childTnLst>
                              <p:par>
                                <p:cTn id="5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7.40741E-7 L 0.42175 0.00046 " pathEditMode="relative" rAng="0" ptsTypes="AA">
                                      <p:cBhvr>
                                        <p:cTn id="534" dur="2000" fill="hold"/>
                                        <p:tgtEl>
                                          <p:spTgt spid="14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81" y="23"/>
                                    </p:animMotion>
                                  </p:childTnLst>
                                </p:cTn>
                              </p:par>
                              <p:par>
                                <p:cTn id="53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6" dur="2000" fill="hold"/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37" dur="2000" fill="hold"/>
                                        <p:tgtEl>
                                          <p:spTgt spid="8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38" dur="2000" fill="hold"/>
                                        <p:tgtEl>
                                          <p:spTgt spid="8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9" dur="2000" fill="hold"/>
                                        <p:tgtEl>
                                          <p:spTgt spid="8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2000" fill="hold"/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42" dur="2000" fill="hold"/>
                                        <p:tgtEl>
                                          <p:spTgt spid="8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43" dur="2000" fill="hold"/>
                                        <p:tgtEl>
                                          <p:spTgt spid="8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4" dur="2000" fill="hold"/>
                                        <p:tgtEl>
                                          <p:spTgt spid="8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6" dur="2000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47" dur="2000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48" dur="2000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9" dur="2000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1" dur="20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52" dur="20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3" dur="20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4" dur="2000" fill="hold"/>
                                        <p:tgtEl>
                                          <p:spTgt spid="8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6" dur="2000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57" dur="2000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58" dur="2000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9" dur="2000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1" dur="2000" fill="hold"/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62" dur="2000" fill="hold"/>
                                        <p:tgtEl>
                                          <p:spTgt spid="8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3" dur="2000" fill="hold"/>
                                        <p:tgtEl>
                                          <p:spTgt spid="8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4" dur="2000" fill="hold"/>
                                        <p:tgtEl>
                                          <p:spTgt spid="8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6" dur="2000" fill="hold"/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67" dur="2000" fill="hold"/>
                                        <p:tgtEl>
                                          <p:spTgt spid="8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8" dur="2000" fill="hold"/>
                                        <p:tgtEl>
                                          <p:spTgt spid="8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9" dur="2000" fill="hold"/>
                                        <p:tgtEl>
                                          <p:spTgt spid="8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1" dur="2000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72" dur="2000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3" dur="2000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4" dur="2000" fill="hold"/>
                                        <p:tgtEl>
                                          <p:spTgt spid="8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6" dur="2000" fill="hold"/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77" dur="2000" fill="hold"/>
                                        <p:tgtEl>
                                          <p:spTgt spid="8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8" dur="2000" fill="hold"/>
                                        <p:tgtEl>
                                          <p:spTgt spid="8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9" dur="2000" fill="hold"/>
                                        <p:tgtEl>
                                          <p:spTgt spid="8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1" dur="2000" fill="hold"/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82" dur="2000" fill="hold"/>
                                        <p:tgtEl>
                                          <p:spTgt spid="8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83" dur="2000" fill="hold"/>
                                        <p:tgtEl>
                                          <p:spTgt spid="8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2000" fill="hold"/>
                                        <p:tgtEl>
                                          <p:spTgt spid="8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6" dur="2000" fill="hold"/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87" dur="2000" fill="hold"/>
                                        <p:tgtEl>
                                          <p:spTgt spid="8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88" dur="2000" fill="hold"/>
                                        <p:tgtEl>
                                          <p:spTgt spid="8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9" dur="2000" fill="hold"/>
                                        <p:tgtEl>
                                          <p:spTgt spid="8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1" dur="2000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92" dur="2000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93" dur="2000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4" dur="2000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6" dur="2000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97" dur="2000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98" dur="2000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9" dur="2000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1" dur="2000" fill="hold"/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02" dur="2000" fill="hold"/>
                                        <p:tgtEl>
                                          <p:spTgt spid="8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03" dur="2000" fill="hold"/>
                                        <p:tgtEl>
                                          <p:spTgt spid="8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4" dur="2000" fill="hold"/>
                                        <p:tgtEl>
                                          <p:spTgt spid="8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2000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07" dur="2000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08" dur="2000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9" dur="2000" fill="hold"/>
                                        <p:tgtEl>
                                          <p:spTgt spid="8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1" dur="2000" fill="hold"/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12" dur="2000" fill="hold"/>
                                        <p:tgtEl>
                                          <p:spTgt spid="8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13" dur="2000" fill="hold"/>
                                        <p:tgtEl>
                                          <p:spTgt spid="8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4" dur="2000" fill="hold"/>
                                        <p:tgtEl>
                                          <p:spTgt spid="8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6" dur="2000" fill="hold"/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17" dur="2000" fill="hold"/>
                                        <p:tgtEl>
                                          <p:spTgt spid="8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18" dur="2000" fill="hold"/>
                                        <p:tgtEl>
                                          <p:spTgt spid="8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9" dur="2000" fill="hold"/>
                                        <p:tgtEl>
                                          <p:spTgt spid="8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1" dur="2000" fill="hold"/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22" dur="2000" fill="hold"/>
                                        <p:tgtEl>
                                          <p:spTgt spid="8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23" dur="2000" fill="hold"/>
                                        <p:tgtEl>
                                          <p:spTgt spid="8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4" dur="2000" fill="hold"/>
                                        <p:tgtEl>
                                          <p:spTgt spid="8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6" dur="2000" fill="hold"/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27" dur="2000" fill="hold"/>
                                        <p:tgtEl>
                                          <p:spTgt spid="8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28" dur="2000" fill="hold"/>
                                        <p:tgtEl>
                                          <p:spTgt spid="8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9" dur="2000" fill="hold"/>
                                        <p:tgtEl>
                                          <p:spTgt spid="8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1" dur="2000" fill="hold"/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32" dur="2000" fill="hold"/>
                                        <p:tgtEl>
                                          <p:spTgt spid="8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33" dur="2000" fill="hold"/>
                                        <p:tgtEl>
                                          <p:spTgt spid="8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4" dur="2000" fill="hold"/>
                                        <p:tgtEl>
                                          <p:spTgt spid="8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6" dur="200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37" dur="200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38" dur="200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9" dur="200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1" dur="2000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42" dur="2000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43" dur="2000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4" dur="2000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6" dur="2000" fill="hold"/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47" dur="2000" fill="hold"/>
                                        <p:tgtEl>
                                          <p:spTgt spid="8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48" dur="2000" fill="hold"/>
                                        <p:tgtEl>
                                          <p:spTgt spid="8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9" dur="2000" fill="hold"/>
                                        <p:tgtEl>
                                          <p:spTgt spid="8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1" dur="2000" fill="hold"/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52" dur="2000" fill="hold"/>
                                        <p:tgtEl>
                                          <p:spTgt spid="8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53" dur="2000" fill="hold"/>
                                        <p:tgtEl>
                                          <p:spTgt spid="8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4" dur="2000" fill="hold"/>
                                        <p:tgtEl>
                                          <p:spTgt spid="8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6" dur="2000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57" dur="2000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58" dur="2000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9" dur="2000" fill="hold"/>
                                        <p:tgtEl>
                                          <p:spTgt spid="8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1" dur="200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62" dur="200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63" dur="200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4" dur="200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6" dur="2000" fill="hold"/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67" dur="2000" fill="hold"/>
                                        <p:tgtEl>
                                          <p:spTgt spid="8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68" dur="2000" fill="hold"/>
                                        <p:tgtEl>
                                          <p:spTgt spid="8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9" dur="2000" fill="hold"/>
                                        <p:tgtEl>
                                          <p:spTgt spid="8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1" dur="2000" fill="hold"/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72" dur="2000" fill="hold"/>
                                        <p:tgtEl>
                                          <p:spTgt spid="8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73" dur="2000" fill="hold"/>
                                        <p:tgtEl>
                                          <p:spTgt spid="8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4" dur="2000" fill="hold"/>
                                        <p:tgtEl>
                                          <p:spTgt spid="8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6" dur="2000" fill="hold"/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77" dur="2000" fill="hold"/>
                                        <p:tgtEl>
                                          <p:spTgt spid="8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78" dur="2000" fill="hold"/>
                                        <p:tgtEl>
                                          <p:spTgt spid="8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9" dur="2000" fill="hold"/>
                                        <p:tgtEl>
                                          <p:spTgt spid="8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1" dur="2000" fill="hold"/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82" dur="2000" fill="hold"/>
                                        <p:tgtEl>
                                          <p:spTgt spid="8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83" dur="2000" fill="hold"/>
                                        <p:tgtEl>
                                          <p:spTgt spid="8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4" dur="2000" fill="hold"/>
                                        <p:tgtEl>
                                          <p:spTgt spid="8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6" dur="2000" fill="hold"/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87" dur="2000" fill="hold"/>
                                        <p:tgtEl>
                                          <p:spTgt spid="8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88" dur="2000" fill="hold"/>
                                        <p:tgtEl>
                                          <p:spTgt spid="8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9" dur="2000" fill="hold"/>
                                        <p:tgtEl>
                                          <p:spTgt spid="8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1" dur="2000" fill="hold"/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92" dur="2000" fill="hold"/>
                                        <p:tgtEl>
                                          <p:spTgt spid="8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93" dur="2000" fill="hold"/>
                                        <p:tgtEl>
                                          <p:spTgt spid="8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4" dur="2000" fill="hold"/>
                                        <p:tgtEl>
                                          <p:spTgt spid="8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5" fill="hold">
                            <p:stCondLst>
                              <p:cond delay="4000"/>
                            </p:stCondLst>
                            <p:childTnLst>
                              <p:par>
                                <p:cTn id="69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0" dur="10" fill="hold"/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01" dur="10" fill="hold"/>
                                        <p:tgtEl>
                                          <p:spTgt spid="8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02" dur="10" fill="hold"/>
                                        <p:tgtEl>
                                          <p:spTgt spid="8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3" dur="10" fill="hold"/>
                                        <p:tgtEl>
                                          <p:spTgt spid="8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4" fill="hold">
                            <p:stCondLst>
                              <p:cond delay="4010"/>
                            </p:stCondLst>
                            <p:childTnLst>
                              <p:par>
                                <p:cTn id="70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6" dur="10" fill="hold"/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07" dur="10" fill="hold"/>
                                        <p:tgtEl>
                                          <p:spTgt spid="8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08" dur="10" fill="hold"/>
                                        <p:tgtEl>
                                          <p:spTgt spid="8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9" dur="10" fill="hold"/>
                                        <p:tgtEl>
                                          <p:spTgt spid="8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0" fill="hold">
                            <p:stCondLst>
                              <p:cond delay="4020"/>
                            </p:stCondLst>
                            <p:childTnLst>
                              <p:par>
                                <p:cTn id="71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2" dur="10" fill="hold"/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13" dur="10" fill="hold"/>
                                        <p:tgtEl>
                                          <p:spTgt spid="8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14" dur="10" fill="hold"/>
                                        <p:tgtEl>
                                          <p:spTgt spid="8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5" dur="10" fill="hold"/>
                                        <p:tgtEl>
                                          <p:spTgt spid="8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6" fill="hold">
                            <p:stCondLst>
                              <p:cond delay="4030"/>
                            </p:stCondLst>
                            <p:childTnLst>
                              <p:par>
                                <p:cTn id="71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8" dur="10" fill="hold"/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19" dur="10" fill="hold"/>
                                        <p:tgtEl>
                                          <p:spTgt spid="8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20" dur="10" fill="hold"/>
                                        <p:tgtEl>
                                          <p:spTgt spid="8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1" dur="10" fill="hold"/>
                                        <p:tgtEl>
                                          <p:spTgt spid="8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2" fill="hold">
                            <p:stCondLst>
                              <p:cond delay="4040"/>
                            </p:stCondLst>
                            <p:childTnLst>
                              <p:par>
                                <p:cTn id="72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4" dur="10" fill="hold"/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25" dur="10" fill="hold"/>
                                        <p:tgtEl>
                                          <p:spTgt spid="8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26" dur="10" fill="hold"/>
                                        <p:tgtEl>
                                          <p:spTgt spid="8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7" dur="10" fill="hold"/>
                                        <p:tgtEl>
                                          <p:spTgt spid="8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8" fill="hold">
                            <p:stCondLst>
                              <p:cond delay="4050"/>
                            </p:stCondLst>
                            <p:childTnLst>
                              <p:par>
                                <p:cTn id="72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0" dur="10" fill="hold"/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31" dur="10" fill="hold"/>
                                        <p:tgtEl>
                                          <p:spTgt spid="8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32" dur="10" fill="hold"/>
                                        <p:tgtEl>
                                          <p:spTgt spid="8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3" dur="10" fill="hold"/>
                                        <p:tgtEl>
                                          <p:spTgt spid="8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4" fill="hold">
                            <p:stCondLst>
                              <p:cond delay="4060"/>
                            </p:stCondLst>
                            <p:childTnLst>
                              <p:par>
                                <p:cTn id="73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6" dur="10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37" dur="10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38" dur="10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9" dur="10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0" fill="hold">
                            <p:stCondLst>
                              <p:cond delay="4070"/>
                            </p:stCondLst>
                            <p:childTnLst>
                              <p:par>
                                <p:cTn id="74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2" dur="10" fill="hold"/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43" dur="10" fill="hold"/>
                                        <p:tgtEl>
                                          <p:spTgt spid="8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4" dur="10" fill="hold"/>
                                        <p:tgtEl>
                                          <p:spTgt spid="8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5" dur="10" fill="hold"/>
                                        <p:tgtEl>
                                          <p:spTgt spid="8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6" fill="hold">
                            <p:stCondLst>
                              <p:cond delay="4080"/>
                            </p:stCondLst>
                            <p:childTnLst>
                              <p:par>
                                <p:cTn id="74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8" dur="10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49" dur="10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50" dur="10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1" dur="10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2" fill="hold">
                            <p:stCondLst>
                              <p:cond delay="4090"/>
                            </p:stCondLst>
                            <p:childTnLst>
                              <p:par>
                                <p:cTn id="75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4" dur="10" fill="hold"/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55" dur="10" fill="hold"/>
                                        <p:tgtEl>
                                          <p:spTgt spid="8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56" dur="10" fill="hold"/>
                                        <p:tgtEl>
                                          <p:spTgt spid="8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7" dur="10" fill="hold"/>
                                        <p:tgtEl>
                                          <p:spTgt spid="8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8" fill="hold">
                            <p:stCondLst>
                              <p:cond delay="4100"/>
                            </p:stCondLst>
                            <p:childTnLst>
                              <p:par>
                                <p:cTn id="75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0" dur="10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61" dur="10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62" dur="10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3" dur="10" fill="hold"/>
                                        <p:tgtEl>
                                          <p:spTgt spid="8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4" fill="hold">
                            <p:stCondLst>
                              <p:cond delay="4110"/>
                            </p:stCondLst>
                            <p:childTnLst>
                              <p:par>
                                <p:cTn id="76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6" dur="1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67" dur="1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68" dur="1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9" dur="10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0" fill="hold">
                            <p:stCondLst>
                              <p:cond delay="4120"/>
                            </p:stCondLst>
                            <p:childTnLst>
                              <p:par>
                                <p:cTn id="77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2" dur="10" fill="hold"/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73" dur="10" fill="hold"/>
                                        <p:tgtEl>
                                          <p:spTgt spid="8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74" dur="10" fill="hold"/>
                                        <p:tgtEl>
                                          <p:spTgt spid="8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5" dur="10" fill="hold"/>
                                        <p:tgtEl>
                                          <p:spTgt spid="8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6" fill="hold">
                            <p:stCondLst>
                              <p:cond delay="4130"/>
                            </p:stCondLst>
                            <p:childTnLst>
                              <p:par>
                                <p:cTn id="77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8" dur="10" fill="hold"/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79" dur="10" fill="hold"/>
                                        <p:tgtEl>
                                          <p:spTgt spid="8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80" dur="10" fill="hold"/>
                                        <p:tgtEl>
                                          <p:spTgt spid="8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1" dur="10" fill="hold"/>
                                        <p:tgtEl>
                                          <p:spTgt spid="8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2" fill="hold">
                            <p:stCondLst>
                              <p:cond delay="4140"/>
                            </p:stCondLst>
                            <p:childTnLst>
                              <p:par>
                                <p:cTn id="78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4" dur="1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85" dur="1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86" dur="1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7" dur="10" fill="hold"/>
                                        <p:tgtEl>
                                          <p:spTgt spid="8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8" fill="hold">
                            <p:stCondLst>
                              <p:cond delay="4150"/>
                            </p:stCondLst>
                            <p:childTnLst>
                              <p:par>
                                <p:cTn id="78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0" dur="1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91" dur="1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92" dur="1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3" dur="10" fill="hold"/>
                                        <p:tgtEl>
                                          <p:spTgt spid="8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4" fill="hold">
                            <p:stCondLst>
                              <p:cond delay="4160"/>
                            </p:stCondLst>
                            <p:childTnLst>
                              <p:par>
                                <p:cTn id="79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6" dur="1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97" dur="1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98" dur="1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9" dur="10" fill="hold"/>
                                        <p:tgtEl>
                                          <p:spTgt spid="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0" fill="hold">
                            <p:stCondLst>
                              <p:cond delay="4170"/>
                            </p:stCondLst>
                            <p:childTnLst>
                              <p:par>
                                <p:cTn id="80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2" dur="10" fill="hold"/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03" dur="10" fill="hold"/>
                                        <p:tgtEl>
                                          <p:spTgt spid="8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04" dur="10" fill="hold"/>
                                        <p:tgtEl>
                                          <p:spTgt spid="8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5" dur="10" fill="hold"/>
                                        <p:tgtEl>
                                          <p:spTgt spid="8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6" fill="hold">
                            <p:stCondLst>
                              <p:cond delay="4180"/>
                            </p:stCondLst>
                            <p:childTnLst>
                              <p:par>
                                <p:cTn id="80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8" dur="10" fill="hold"/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09" dur="10" fill="hold"/>
                                        <p:tgtEl>
                                          <p:spTgt spid="8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10" dur="10" fill="hold"/>
                                        <p:tgtEl>
                                          <p:spTgt spid="8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1" dur="10" fill="hold"/>
                                        <p:tgtEl>
                                          <p:spTgt spid="8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2" fill="hold">
                            <p:stCondLst>
                              <p:cond delay="4190"/>
                            </p:stCondLst>
                            <p:childTnLst>
                              <p:par>
                                <p:cTn id="81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4" dur="10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15" dur="10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16" dur="10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7" dur="10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8" fill="hold">
                            <p:stCondLst>
                              <p:cond delay="4200"/>
                            </p:stCondLst>
                            <p:childTnLst>
                              <p:par>
                                <p:cTn id="81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0" dur="1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21" dur="1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22" dur="1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3" dur="10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4" fill="hold">
                            <p:stCondLst>
                              <p:cond delay="4210"/>
                            </p:stCondLst>
                            <p:childTnLst>
                              <p:par>
                                <p:cTn id="82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6" dur="10" fill="hold"/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27" dur="10" fill="hold"/>
                                        <p:tgtEl>
                                          <p:spTgt spid="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28" dur="10" fill="hold"/>
                                        <p:tgtEl>
                                          <p:spTgt spid="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9" dur="10" fill="hold"/>
                                        <p:tgtEl>
                                          <p:spTgt spid="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0" fill="hold">
                            <p:stCondLst>
                              <p:cond delay="4220"/>
                            </p:stCondLst>
                            <p:childTnLst>
                              <p:par>
                                <p:cTn id="83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2" dur="10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33" dur="10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34" dur="10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5" dur="10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6" fill="hold">
                            <p:stCondLst>
                              <p:cond delay="4230"/>
                            </p:stCondLst>
                            <p:childTnLst>
                              <p:par>
                                <p:cTn id="83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8" dur="10" fill="hold"/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39" dur="10" fill="hold"/>
                                        <p:tgtEl>
                                          <p:spTgt spid="8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40" dur="10" fill="hold"/>
                                        <p:tgtEl>
                                          <p:spTgt spid="8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1" dur="10" fill="hold"/>
                                        <p:tgtEl>
                                          <p:spTgt spid="8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2" fill="hold">
                            <p:stCondLst>
                              <p:cond delay="4240"/>
                            </p:stCondLst>
                            <p:childTnLst>
                              <p:par>
                                <p:cTn id="84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4" dur="10" fill="hold"/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45" dur="10" fill="hold"/>
                                        <p:tgtEl>
                                          <p:spTgt spid="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46" dur="10" fill="hold"/>
                                        <p:tgtEl>
                                          <p:spTgt spid="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7" dur="10" fill="hold"/>
                                        <p:tgtEl>
                                          <p:spTgt spid="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8" fill="hold">
                            <p:stCondLst>
                              <p:cond delay="4250"/>
                            </p:stCondLst>
                            <p:childTnLst>
                              <p:par>
                                <p:cTn id="84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0" dur="1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51" dur="1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52" dur="1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10" fill="hold"/>
                                        <p:tgtEl>
                                          <p:spTgt spid="9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4" fill="hold">
                            <p:stCondLst>
                              <p:cond delay="4260"/>
                            </p:stCondLst>
                            <p:childTnLst>
                              <p:par>
                                <p:cTn id="85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6" dur="1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57" dur="1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58" dur="1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9" dur="1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0" fill="hold">
                            <p:stCondLst>
                              <p:cond delay="4270"/>
                            </p:stCondLst>
                            <p:childTnLst>
                              <p:par>
                                <p:cTn id="86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2" dur="10" fill="hold"/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63" dur="10" fill="hold"/>
                                        <p:tgtEl>
                                          <p:spTgt spid="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64" dur="10" fill="hold"/>
                                        <p:tgtEl>
                                          <p:spTgt spid="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5" dur="10" fill="hold"/>
                                        <p:tgtEl>
                                          <p:spTgt spid="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6" fill="hold">
                            <p:stCondLst>
                              <p:cond delay="4280"/>
                            </p:stCondLst>
                            <p:childTnLst>
                              <p:par>
                                <p:cTn id="86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8" dur="1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69" dur="1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70" dur="1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1" dur="1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2" fill="hold">
                            <p:stCondLst>
                              <p:cond delay="4290"/>
                            </p:stCondLst>
                            <p:childTnLst>
                              <p:par>
                                <p:cTn id="87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4" dur="1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75" dur="1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76" dur="1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7" dur="1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8" fill="hold">
                            <p:stCondLst>
                              <p:cond delay="4300"/>
                            </p:stCondLst>
                            <p:childTnLst>
                              <p:par>
                                <p:cTn id="87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0" dur="1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81" dur="1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82" dur="1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3" dur="10" fill="hold"/>
                                        <p:tgtEl>
                                          <p:spTgt spid="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4" fill="hold">
                            <p:stCondLst>
                              <p:cond delay="4310"/>
                            </p:stCondLst>
                            <p:childTnLst>
                              <p:par>
                                <p:cTn id="88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6" dur="1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87" dur="1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88" dur="1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9" dur="10" fill="hold"/>
                                        <p:tgtEl>
                                          <p:spTgt spid="9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0" fill="hold">
                            <p:stCondLst>
                              <p:cond delay="4320"/>
                            </p:stCondLst>
                            <p:childTnLst>
                              <p:par>
                                <p:cTn id="89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2" dur="1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93" dur="1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94" dur="1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5" dur="10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6" fill="hold">
                            <p:stCondLst>
                              <p:cond delay="4330"/>
                            </p:stCondLst>
                            <p:childTnLst>
                              <p:par>
                                <p:cTn id="89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8" dur="1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99" dur="1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00" dur="1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1" dur="10" fill="hold"/>
                                        <p:tgtEl>
                                          <p:spTgt spid="9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2" fill="hold">
                            <p:stCondLst>
                              <p:cond delay="4340"/>
                            </p:stCondLst>
                            <p:childTnLst>
                              <p:par>
                                <p:cTn id="90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4" dur="1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05" dur="1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06" dur="1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7" dur="10" fill="hold"/>
                                        <p:tgtEl>
                                          <p:spTgt spid="9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8" fill="hold">
                            <p:stCondLst>
                              <p:cond delay="4350"/>
                            </p:stCondLst>
                            <p:childTnLst>
                              <p:par>
                                <p:cTn id="90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0" dur="1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11" dur="1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12" dur="1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3" dur="10" fill="hold"/>
                                        <p:tgtEl>
                                          <p:spTgt spid="9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4" fill="hold">
                            <p:stCondLst>
                              <p:cond delay="4360"/>
                            </p:stCondLst>
                            <p:childTnLst>
                              <p:par>
                                <p:cTn id="91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6" dur="1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17" dur="1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18" dur="1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9" dur="1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0" fill="hold">
                            <p:stCondLst>
                              <p:cond delay="4370"/>
                            </p:stCondLst>
                            <p:childTnLst>
                              <p:par>
                                <p:cTn id="92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2" dur="1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23" dur="1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4" dur="1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5" dur="1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6" fill="hold">
                            <p:stCondLst>
                              <p:cond delay="4380"/>
                            </p:stCondLst>
                            <p:childTnLst>
                              <p:par>
                                <p:cTn id="92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8" dur="10" fill="hold"/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29" dur="10" fill="hold"/>
                                        <p:tgtEl>
                                          <p:spTgt spid="9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30" dur="10" fill="hold"/>
                                        <p:tgtEl>
                                          <p:spTgt spid="9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1" dur="10" fill="hold"/>
                                        <p:tgtEl>
                                          <p:spTgt spid="9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2" fill="hold">
                            <p:stCondLst>
                              <p:cond delay="4390"/>
                            </p:stCondLst>
                            <p:childTnLst>
                              <p:par>
                                <p:cTn id="93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4" dur="10" fill="hold"/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35" dur="10" fill="hold"/>
                                        <p:tgtEl>
                                          <p:spTgt spid="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36" dur="10" fill="hold"/>
                                        <p:tgtEl>
                                          <p:spTgt spid="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7" dur="10" fill="hold"/>
                                        <p:tgtEl>
                                          <p:spTgt spid="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8" fill="hold">
                            <p:stCondLst>
                              <p:cond delay="4400"/>
                            </p:stCondLst>
                            <p:childTnLst>
                              <p:par>
                                <p:cTn id="93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0" dur="10" fill="hold"/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41" dur="10" fill="hold"/>
                                        <p:tgtEl>
                                          <p:spTgt spid="9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42" dur="10" fill="hold"/>
                                        <p:tgtEl>
                                          <p:spTgt spid="9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3" dur="10" fill="hold"/>
                                        <p:tgtEl>
                                          <p:spTgt spid="9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4" fill="hold">
                            <p:stCondLst>
                              <p:cond delay="4410"/>
                            </p:stCondLst>
                            <p:childTnLst>
                              <p:par>
                                <p:cTn id="94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6" dur="10" fill="hold"/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47" dur="10" fill="hold"/>
                                        <p:tgtEl>
                                          <p:spTgt spid="9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48" dur="10" fill="hold"/>
                                        <p:tgtEl>
                                          <p:spTgt spid="9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9" dur="10" fill="hold"/>
                                        <p:tgtEl>
                                          <p:spTgt spid="9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0" fill="hold">
                            <p:stCondLst>
                              <p:cond delay="4420"/>
                            </p:stCondLst>
                            <p:childTnLst>
                              <p:par>
                                <p:cTn id="95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2" dur="10" fill="hold"/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53" dur="10" fill="hold"/>
                                        <p:tgtEl>
                                          <p:spTgt spid="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54" dur="10" fill="hold"/>
                                        <p:tgtEl>
                                          <p:spTgt spid="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5" dur="10" fill="hold"/>
                                        <p:tgtEl>
                                          <p:spTgt spid="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6" fill="hold">
                            <p:stCondLst>
                              <p:cond delay="4430"/>
                            </p:stCondLst>
                            <p:childTnLst>
                              <p:par>
                                <p:cTn id="95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8" dur="10" fill="hold"/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59" dur="10" fill="hold"/>
                                        <p:tgtEl>
                                          <p:spTgt spid="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60" dur="10" fill="hold"/>
                                        <p:tgtEl>
                                          <p:spTgt spid="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1" dur="10" fill="hold"/>
                                        <p:tgtEl>
                                          <p:spTgt spid="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2" fill="hold">
                            <p:stCondLst>
                              <p:cond delay="4440"/>
                            </p:stCondLst>
                            <p:childTnLst>
                              <p:par>
                                <p:cTn id="96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4" dur="10" fill="hold"/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65" dur="10" fill="hold"/>
                                        <p:tgtEl>
                                          <p:spTgt spid="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66" dur="10" fill="hold"/>
                                        <p:tgtEl>
                                          <p:spTgt spid="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7" dur="10" fill="hold"/>
                                        <p:tgtEl>
                                          <p:spTgt spid="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8" fill="hold">
                            <p:stCondLst>
                              <p:cond delay="4450"/>
                            </p:stCondLst>
                            <p:childTnLst>
                              <p:par>
                                <p:cTn id="96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0" dur="1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71" dur="1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72" dur="1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3" dur="1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4" fill="hold">
                            <p:stCondLst>
                              <p:cond delay="4460"/>
                            </p:stCondLst>
                            <p:childTnLst>
                              <p:par>
                                <p:cTn id="97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6" dur="10" fill="hold"/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77" dur="10" fill="hold"/>
                                        <p:tgtEl>
                                          <p:spTgt spid="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78" dur="10" fill="hold"/>
                                        <p:tgtEl>
                                          <p:spTgt spid="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9" dur="10" fill="hold"/>
                                        <p:tgtEl>
                                          <p:spTgt spid="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0" fill="hold">
                            <p:stCondLst>
                              <p:cond delay="4470"/>
                            </p:stCondLst>
                            <p:childTnLst>
                              <p:par>
                                <p:cTn id="98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2" dur="10" fill="hold"/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83" dur="10" fill="hold"/>
                                        <p:tgtEl>
                                          <p:spTgt spid="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84" dur="10" fill="hold"/>
                                        <p:tgtEl>
                                          <p:spTgt spid="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5" dur="10" fill="hold"/>
                                        <p:tgtEl>
                                          <p:spTgt spid="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6" fill="hold">
                            <p:stCondLst>
                              <p:cond delay="4480"/>
                            </p:stCondLst>
                            <p:childTnLst>
                              <p:par>
                                <p:cTn id="98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8" dur="1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89" dur="1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90" dur="1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1" dur="10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2" fill="hold">
                            <p:stCondLst>
                              <p:cond delay="4490"/>
                            </p:stCondLst>
                            <p:childTnLst>
                              <p:par>
                                <p:cTn id="99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4" dur="10" fill="hold"/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95" dur="10" fill="hold"/>
                                        <p:tgtEl>
                                          <p:spTgt spid="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96" dur="10" fill="hold"/>
                                        <p:tgtEl>
                                          <p:spTgt spid="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7" dur="10" fill="hold"/>
                                        <p:tgtEl>
                                          <p:spTgt spid="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8" fill="hold">
                            <p:stCondLst>
                              <p:cond delay="4500"/>
                            </p:stCondLst>
                            <p:childTnLst>
                              <p:par>
                                <p:cTn id="99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0" dur="10" fill="hold"/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01" dur="10" fill="hold"/>
                                        <p:tgtEl>
                                          <p:spTgt spid="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02" dur="10" fill="hold"/>
                                        <p:tgtEl>
                                          <p:spTgt spid="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3" dur="10" fill="hold"/>
                                        <p:tgtEl>
                                          <p:spTgt spid="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4" fill="hold">
                            <p:stCondLst>
                              <p:cond delay="4510"/>
                            </p:stCondLst>
                            <p:childTnLst>
                              <p:par>
                                <p:cTn id="100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6" dur="10" fill="hold"/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07" dur="10" fill="hold"/>
                                        <p:tgtEl>
                                          <p:spTgt spid="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08" dur="10" fill="hold"/>
                                        <p:tgtEl>
                                          <p:spTgt spid="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9" dur="10" fill="hold"/>
                                        <p:tgtEl>
                                          <p:spTgt spid="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0" fill="hold">
                            <p:stCondLst>
                              <p:cond delay="4520"/>
                            </p:stCondLst>
                            <p:childTnLst>
                              <p:par>
                                <p:cTn id="101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2" dur="10" fill="hold"/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13" dur="10" fill="hold"/>
                                        <p:tgtEl>
                                          <p:spTgt spid="9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14" dur="10" fill="hold"/>
                                        <p:tgtEl>
                                          <p:spTgt spid="9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5" dur="10" fill="hold"/>
                                        <p:tgtEl>
                                          <p:spTgt spid="9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6" fill="hold">
                            <p:stCondLst>
                              <p:cond delay="4530"/>
                            </p:stCondLst>
                            <p:childTnLst>
                              <p:par>
                                <p:cTn id="101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8" dur="10" fill="hold"/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19" dur="10" fill="hold"/>
                                        <p:tgtEl>
                                          <p:spTgt spid="9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20" dur="10" fill="hold"/>
                                        <p:tgtEl>
                                          <p:spTgt spid="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1" dur="10" fill="hold"/>
                                        <p:tgtEl>
                                          <p:spTgt spid="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2" fill="hold">
                            <p:stCondLst>
                              <p:cond delay="4540"/>
                            </p:stCondLst>
                            <p:childTnLst>
                              <p:par>
                                <p:cTn id="102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4" dur="10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25" dur="10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26" dur="10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7" dur="10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8" fill="hold">
                            <p:stCondLst>
                              <p:cond delay="4550"/>
                            </p:stCondLst>
                            <p:childTnLst>
                              <p:par>
                                <p:cTn id="102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0" dur="10" fill="hold"/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31" dur="10" fill="hold"/>
                                        <p:tgtEl>
                                          <p:spTgt spid="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32" dur="10" fill="hold"/>
                                        <p:tgtEl>
                                          <p:spTgt spid="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3" dur="10" fill="hold"/>
                                        <p:tgtEl>
                                          <p:spTgt spid="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4" fill="hold">
                            <p:stCondLst>
                              <p:cond delay="4560"/>
                            </p:stCondLst>
                            <p:childTnLst>
                              <p:par>
                                <p:cTn id="103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6" dur="10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37" dur="10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38" dur="10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9" dur="10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0" fill="hold">
                            <p:stCondLst>
                              <p:cond delay="4570"/>
                            </p:stCondLst>
                            <p:childTnLst>
                              <p:par>
                                <p:cTn id="104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2" dur="10" fill="hold"/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43" dur="10" fill="hold"/>
                                        <p:tgtEl>
                                          <p:spTgt spid="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44" dur="10" fill="hold"/>
                                        <p:tgtEl>
                                          <p:spTgt spid="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5" dur="10" fill="hold"/>
                                        <p:tgtEl>
                                          <p:spTgt spid="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6" fill="hold">
                            <p:stCondLst>
                              <p:cond delay="4580"/>
                            </p:stCondLst>
                            <p:childTnLst>
                              <p:par>
                                <p:cTn id="104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8" dur="10" fill="hold"/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49" dur="10" fill="hold"/>
                                        <p:tgtEl>
                                          <p:spTgt spid="9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50" dur="10" fill="hold"/>
                                        <p:tgtEl>
                                          <p:spTgt spid="9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1" dur="10" fill="hold"/>
                                        <p:tgtEl>
                                          <p:spTgt spid="9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2" fill="hold">
                            <p:stCondLst>
                              <p:cond delay="4590"/>
                            </p:stCondLst>
                            <p:childTnLst>
                              <p:par>
                                <p:cTn id="105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4" dur="10" fill="hold"/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55" dur="10" fill="hold"/>
                                        <p:tgtEl>
                                          <p:spTgt spid="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56" dur="10" fill="hold"/>
                                        <p:tgtEl>
                                          <p:spTgt spid="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7" dur="10" fill="hold"/>
                                        <p:tgtEl>
                                          <p:spTgt spid="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8" fill="hold">
                            <p:stCondLst>
                              <p:cond delay="4600"/>
                            </p:stCondLst>
                            <p:childTnLst>
                              <p:par>
                                <p:cTn id="105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0" dur="10" fill="hold"/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61" dur="10" fill="hold"/>
                                        <p:tgtEl>
                                          <p:spTgt spid="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62" dur="10" fill="hold"/>
                                        <p:tgtEl>
                                          <p:spTgt spid="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3" dur="10" fill="hold"/>
                                        <p:tgtEl>
                                          <p:spTgt spid="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4" fill="hold">
                            <p:stCondLst>
                              <p:cond delay="4610"/>
                            </p:stCondLst>
                            <p:childTnLst>
                              <p:par>
                                <p:cTn id="106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6" dur="10" fill="hold"/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67" dur="10" fill="hold"/>
                                        <p:tgtEl>
                                          <p:spTgt spid="9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68" dur="10" fill="hold"/>
                                        <p:tgtEl>
                                          <p:spTgt spid="9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9" dur="10" fill="hold"/>
                                        <p:tgtEl>
                                          <p:spTgt spid="9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0" fill="hold">
                            <p:stCondLst>
                              <p:cond delay="4620"/>
                            </p:stCondLst>
                            <p:childTnLst>
                              <p:par>
                                <p:cTn id="107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2" dur="10" fill="hold"/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73" dur="10" fill="hold"/>
                                        <p:tgtEl>
                                          <p:spTgt spid="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74" dur="10" fill="hold"/>
                                        <p:tgtEl>
                                          <p:spTgt spid="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5" dur="10" fill="hold"/>
                                        <p:tgtEl>
                                          <p:spTgt spid="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6" fill="hold">
                            <p:stCondLst>
                              <p:cond delay="4630"/>
                            </p:stCondLst>
                            <p:childTnLst>
                              <p:par>
                                <p:cTn id="107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8" dur="10" fill="hold"/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79" dur="10" fill="hold"/>
                                        <p:tgtEl>
                                          <p:spTgt spid="9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80" dur="10" fill="hold"/>
                                        <p:tgtEl>
                                          <p:spTgt spid="9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1" dur="10" fill="hold"/>
                                        <p:tgtEl>
                                          <p:spTgt spid="9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2" fill="hold">
                            <p:stCondLst>
                              <p:cond delay="4640"/>
                            </p:stCondLst>
                            <p:childTnLst>
                              <p:par>
                                <p:cTn id="108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4" dur="10" fill="hold"/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85" dur="10" fill="hold"/>
                                        <p:tgtEl>
                                          <p:spTgt spid="9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86" dur="10" fill="hold"/>
                                        <p:tgtEl>
                                          <p:spTgt spid="9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7" dur="10" fill="hold"/>
                                        <p:tgtEl>
                                          <p:spTgt spid="9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8" fill="hold">
                            <p:stCondLst>
                              <p:cond delay="4650"/>
                            </p:stCondLst>
                            <p:childTnLst>
                              <p:par>
                                <p:cTn id="108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0" dur="10" fill="hold"/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91" dur="10" fill="hold"/>
                                        <p:tgtEl>
                                          <p:spTgt spid="9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92" dur="10" fill="hold"/>
                                        <p:tgtEl>
                                          <p:spTgt spid="9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3" dur="10" fill="hold"/>
                                        <p:tgtEl>
                                          <p:spTgt spid="9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4" fill="hold">
                            <p:stCondLst>
                              <p:cond delay="4660"/>
                            </p:stCondLst>
                            <p:childTnLst>
                              <p:par>
                                <p:cTn id="109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6" dur="10" fill="hold"/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97" dur="10" fill="hold"/>
                                        <p:tgtEl>
                                          <p:spTgt spid="9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98" dur="10" fill="hold"/>
                                        <p:tgtEl>
                                          <p:spTgt spid="9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9" dur="10" fill="hold"/>
                                        <p:tgtEl>
                                          <p:spTgt spid="9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0" fill="hold">
                            <p:stCondLst>
                              <p:cond delay="4670"/>
                            </p:stCondLst>
                            <p:childTnLst>
                              <p:par>
                                <p:cTn id="110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2" dur="10" fill="hold"/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03" dur="10" fill="hold"/>
                                        <p:tgtEl>
                                          <p:spTgt spid="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04" dur="10" fill="hold"/>
                                        <p:tgtEl>
                                          <p:spTgt spid="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5" dur="10" fill="hold"/>
                                        <p:tgtEl>
                                          <p:spTgt spid="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6" fill="hold">
                            <p:stCondLst>
                              <p:cond delay="4680"/>
                            </p:stCondLst>
                            <p:childTnLst>
                              <p:par>
                                <p:cTn id="110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8" dur="10" fill="hold"/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09" dur="10" fill="hold"/>
                                        <p:tgtEl>
                                          <p:spTgt spid="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10" dur="10" fill="hold"/>
                                        <p:tgtEl>
                                          <p:spTgt spid="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1" dur="10" fill="hold"/>
                                        <p:tgtEl>
                                          <p:spTgt spid="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2" fill="hold">
                            <p:stCondLst>
                              <p:cond delay="4690"/>
                            </p:stCondLst>
                            <p:childTnLst>
                              <p:par>
                                <p:cTn id="111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4" dur="10" fill="hold"/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15" dur="10" fill="hold"/>
                                        <p:tgtEl>
                                          <p:spTgt spid="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16" dur="10" fill="hold"/>
                                        <p:tgtEl>
                                          <p:spTgt spid="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7" dur="10" fill="hold"/>
                                        <p:tgtEl>
                                          <p:spTgt spid="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8" fill="hold">
                            <p:stCondLst>
                              <p:cond delay="4700"/>
                            </p:stCondLst>
                            <p:childTnLst>
                              <p:par>
                                <p:cTn id="111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0" dur="10" fill="hold"/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21" dur="10" fill="hold"/>
                                        <p:tgtEl>
                                          <p:spTgt spid="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22" dur="10" fill="hold"/>
                                        <p:tgtEl>
                                          <p:spTgt spid="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3" dur="10" fill="hold"/>
                                        <p:tgtEl>
                                          <p:spTgt spid="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4" fill="hold">
                            <p:stCondLst>
                              <p:cond delay="4710"/>
                            </p:stCondLst>
                            <p:childTnLst>
                              <p:par>
                                <p:cTn id="112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6" dur="10" fill="hold"/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27" dur="10" fill="hold"/>
                                        <p:tgtEl>
                                          <p:spTgt spid="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28" dur="10" fill="hold"/>
                                        <p:tgtEl>
                                          <p:spTgt spid="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9" dur="10" fill="hold"/>
                                        <p:tgtEl>
                                          <p:spTgt spid="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0" fill="hold">
                            <p:stCondLst>
                              <p:cond delay="4720"/>
                            </p:stCondLst>
                            <p:childTnLst>
                              <p:par>
                                <p:cTn id="113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2" dur="10" fill="hold"/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33" dur="10" fill="hold"/>
                                        <p:tgtEl>
                                          <p:spTgt spid="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34" dur="10" fill="hold"/>
                                        <p:tgtEl>
                                          <p:spTgt spid="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5" dur="10" fill="hold"/>
                                        <p:tgtEl>
                                          <p:spTgt spid="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6" fill="hold">
                            <p:stCondLst>
                              <p:cond delay="4730"/>
                            </p:stCondLst>
                            <p:childTnLst>
                              <p:par>
                                <p:cTn id="113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8" dur="10" fill="hold"/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39" dur="10" fill="hold"/>
                                        <p:tgtEl>
                                          <p:spTgt spid="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40" dur="10" fill="hold"/>
                                        <p:tgtEl>
                                          <p:spTgt spid="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1" dur="10" fill="hold"/>
                                        <p:tgtEl>
                                          <p:spTgt spid="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2" fill="hold">
                            <p:stCondLst>
                              <p:cond delay="4740"/>
                            </p:stCondLst>
                            <p:childTnLst>
                              <p:par>
                                <p:cTn id="114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4" dur="10" fill="hold"/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45" dur="10" fill="hold"/>
                                        <p:tgtEl>
                                          <p:spTgt spid="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46" dur="10" fill="hold"/>
                                        <p:tgtEl>
                                          <p:spTgt spid="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7" dur="10" fill="hold"/>
                                        <p:tgtEl>
                                          <p:spTgt spid="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8" fill="hold">
                            <p:stCondLst>
                              <p:cond delay="4750"/>
                            </p:stCondLst>
                            <p:childTnLst>
                              <p:par>
                                <p:cTn id="114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0" dur="10" fill="hold"/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51" dur="10" fill="hold"/>
                                        <p:tgtEl>
                                          <p:spTgt spid="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52" dur="10" fill="hold"/>
                                        <p:tgtEl>
                                          <p:spTgt spid="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3" dur="10" fill="hold"/>
                                        <p:tgtEl>
                                          <p:spTgt spid="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4" fill="hold">
                            <p:stCondLst>
                              <p:cond delay="4760"/>
                            </p:stCondLst>
                            <p:childTnLst>
                              <p:par>
                                <p:cTn id="115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6" dur="10" fill="hold"/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57" dur="10" fill="hold"/>
                                        <p:tgtEl>
                                          <p:spTgt spid="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58" dur="10" fill="hold"/>
                                        <p:tgtEl>
                                          <p:spTgt spid="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9" dur="10" fill="hold"/>
                                        <p:tgtEl>
                                          <p:spTgt spid="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0" fill="hold">
                            <p:stCondLst>
                              <p:cond delay="4770"/>
                            </p:stCondLst>
                            <p:childTnLst>
                              <p:par>
                                <p:cTn id="116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2" dur="10" fill="hold"/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63" dur="10" fill="hold"/>
                                        <p:tgtEl>
                                          <p:spTgt spid="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64" dur="10" fill="hold"/>
                                        <p:tgtEl>
                                          <p:spTgt spid="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5" dur="10" fill="hold"/>
                                        <p:tgtEl>
                                          <p:spTgt spid="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6" fill="hold">
                            <p:stCondLst>
                              <p:cond delay="4780"/>
                            </p:stCondLst>
                            <p:childTnLst>
                              <p:par>
                                <p:cTn id="116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8" dur="10" fill="hold"/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69" dur="10" fill="hold"/>
                                        <p:tgtEl>
                                          <p:spTgt spid="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70" dur="10" fill="hold"/>
                                        <p:tgtEl>
                                          <p:spTgt spid="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1" dur="10" fill="hold"/>
                                        <p:tgtEl>
                                          <p:spTgt spid="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2" fill="hold">
                            <p:stCondLst>
                              <p:cond delay="4790"/>
                            </p:stCondLst>
                            <p:childTnLst>
                              <p:par>
                                <p:cTn id="117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4" dur="10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75" dur="10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76" dur="10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7" dur="10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8" fill="hold">
                            <p:stCondLst>
                              <p:cond delay="4800"/>
                            </p:stCondLst>
                            <p:childTnLst>
                              <p:par>
                                <p:cTn id="117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0" dur="10" fill="hold"/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81" dur="10" fill="hold"/>
                                        <p:tgtEl>
                                          <p:spTgt spid="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82" dur="10" fill="hold"/>
                                        <p:tgtEl>
                                          <p:spTgt spid="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3" dur="10" fill="hold"/>
                                        <p:tgtEl>
                                          <p:spTgt spid="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4" fill="hold">
                            <p:stCondLst>
                              <p:cond delay="4810"/>
                            </p:stCondLst>
                            <p:childTnLst>
                              <p:par>
                                <p:cTn id="118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6" dur="10" fill="hold"/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87" dur="10" fill="hold"/>
                                        <p:tgtEl>
                                          <p:spTgt spid="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88" dur="10" fill="hold"/>
                                        <p:tgtEl>
                                          <p:spTgt spid="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9" dur="10" fill="hold"/>
                                        <p:tgtEl>
                                          <p:spTgt spid="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0" fill="hold">
                            <p:stCondLst>
                              <p:cond delay="4820"/>
                            </p:stCondLst>
                            <p:childTnLst>
                              <p:par>
                                <p:cTn id="119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2" dur="10" fill="hold"/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93" dur="10" fill="hold"/>
                                        <p:tgtEl>
                                          <p:spTgt spid="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94" dur="10" fill="hold"/>
                                        <p:tgtEl>
                                          <p:spTgt spid="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5" dur="10" fill="hold"/>
                                        <p:tgtEl>
                                          <p:spTgt spid="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6" fill="hold">
                            <p:stCondLst>
                              <p:cond delay="4830"/>
                            </p:stCondLst>
                            <p:childTnLst>
                              <p:par>
                                <p:cTn id="119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8" dur="10" fill="hold"/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199" dur="10" fill="hold"/>
                                        <p:tgtEl>
                                          <p:spTgt spid="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00" dur="10" fill="hold"/>
                                        <p:tgtEl>
                                          <p:spTgt spid="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1" dur="10" fill="hold"/>
                                        <p:tgtEl>
                                          <p:spTgt spid="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2" fill="hold">
                            <p:stCondLst>
                              <p:cond delay="4840"/>
                            </p:stCondLst>
                            <p:childTnLst>
                              <p:par>
                                <p:cTn id="120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4" dur="10" fill="hold"/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05" dur="10" fill="hold"/>
                                        <p:tgtEl>
                                          <p:spTgt spid="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06" dur="10" fill="hold"/>
                                        <p:tgtEl>
                                          <p:spTgt spid="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7" dur="10" fill="hold"/>
                                        <p:tgtEl>
                                          <p:spTgt spid="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8" fill="hold">
                            <p:stCondLst>
                              <p:cond delay="4850"/>
                            </p:stCondLst>
                            <p:childTnLst>
                              <p:par>
                                <p:cTn id="120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0" dur="10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11" dur="10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12" dur="10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3" dur="10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4" fill="hold">
                            <p:stCondLst>
                              <p:cond delay="4860"/>
                            </p:stCondLst>
                            <p:childTnLst>
                              <p:par>
                                <p:cTn id="121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6" dur="10" fill="hold"/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17" dur="10" fill="hold"/>
                                        <p:tgtEl>
                                          <p:spTgt spid="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18" dur="10" fill="hold"/>
                                        <p:tgtEl>
                                          <p:spTgt spid="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9" dur="10" fill="hold"/>
                                        <p:tgtEl>
                                          <p:spTgt spid="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0" fill="hold">
                            <p:stCondLst>
                              <p:cond delay="4870"/>
                            </p:stCondLst>
                            <p:childTnLst>
                              <p:par>
                                <p:cTn id="122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2" dur="10" fill="hold"/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23" dur="10" fill="hold"/>
                                        <p:tgtEl>
                                          <p:spTgt spid="9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24" dur="10" fill="hold"/>
                                        <p:tgtEl>
                                          <p:spTgt spid="9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5" dur="10" fill="hold"/>
                                        <p:tgtEl>
                                          <p:spTgt spid="9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6" fill="hold">
                            <p:stCondLst>
                              <p:cond delay="4880"/>
                            </p:stCondLst>
                            <p:childTnLst>
                              <p:par>
                                <p:cTn id="122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8" dur="10" fill="hold"/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29" dur="10" fill="hold"/>
                                        <p:tgtEl>
                                          <p:spTgt spid="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30" dur="10" fill="hold"/>
                                        <p:tgtEl>
                                          <p:spTgt spid="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1" dur="10" fill="hold"/>
                                        <p:tgtEl>
                                          <p:spTgt spid="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2" fill="hold">
                            <p:stCondLst>
                              <p:cond delay="4890"/>
                            </p:stCondLst>
                            <p:childTnLst>
                              <p:par>
                                <p:cTn id="123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4" dur="10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35" dur="10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36" dur="10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7" dur="10" fill="hold"/>
                                        <p:tgtEl>
                                          <p:spTgt spid="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8" fill="hold">
                            <p:stCondLst>
                              <p:cond delay="4900"/>
                            </p:stCondLst>
                            <p:childTnLst>
                              <p:par>
                                <p:cTn id="123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0" dur="10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41" dur="10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42" dur="10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3" dur="10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4" fill="hold">
                            <p:stCondLst>
                              <p:cond delay="4910"/>
                            </p:stCondLst>
                            <p:childTnLst>
                              <p:par>
                                <p:cTn id="124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6" dur="10" fill="hold"/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47" dur="10" fill="hold"/>
                                        <p:tgtEl>
                                          <p:spTgt spid="9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48" dur="10" fill="hold"/>
                                        <p:tgtEl>
                                          <p:spTgt spid="9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9" dur="10" fill="hold"/>
                                        <p:tgtEl>
                                          <p:spTgt spid="9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0" fill="hold">
                            <p:stCondLst>
                              <p:cond delay="4920"/>
                            </p:stCondLst>
                            <p:childTnLst>
                              <p:par>
                                <p:cTn id="125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2" dur="10" fill="hold"/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53" dur="10" fill="hold"/>
                                        <p:tgtEl>
                                          <p:spTgt spid="9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54" dur="10" fill="hold"/>
                                        <p:tgtEl>
                                          <p:spTgt spid="9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5" dur="10" fill="hold"/>
                                        <p:tgtEl>
                                          <p:spTgt spid="9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6" fill="hold">
                            <p:stCondLst>
                              <p:cond delay="4930"/>
                            </p:stCondLst>
                            <p:childTnLst>
                              <p:par>
                                <p:cTn id="125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8" dur="10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59" dur="10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60" dur="10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1" dur="10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4940"/>
                            </p:stCondLst>
                            <p:childTnLst>
                              <p:par>
                                <p:cTn id="126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4" dur="10" fill="hold"/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65" dur="10" fill="hold"/>
                                        <p:tgtEl>
                                          <p:spTgt spid="9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66" dur="10" fill="hold"/>
                                        <p:tgtEl>
                                          <p:spTgt spid="9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7" dur="10" fill="hold"/>
                                        <p:tgtEl>
                                          <p:spTgt spid="9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8" fill="hold">
                            <p:stCondLst>
                              <p:cond delay="4950"/>
                            </p:stCondLst>
                            <p:childTnLst>
                              <p:par>
                                <p:cTn id="126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0" dur="10" fill="hold"/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71" dur="10" fill="hold"/>
                                        <p:tgtEl>
                                          <p:spTgt spid="9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72" dur="10" fill="hold"/>
                                        <p:tgtEl>
                                          <p:spTgt spid="9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3" dur="10" fill="hold"/>
                                        <p:tgtEl>
                                          <p:spTgt spid="9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4" fill="hold">
                            <p:stCondLst>
                              <p:cond delay="4960"/>
                            </p:stCondLst>
                            <p:childTnLst>
                              <p:par>
                                <p:cTn id="127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6" dur="10" fill="hold"/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77" dur="10" fill="hold"/>
                                        <p:tgtEl>
                                          <p:spTgt spid="9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78" dur="10" fill="hold"/>
                                        <p:tgtEl>
                                          <p:spTgt spid="9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9" dur="10" fill="hold"/>
                                        <p:tgtEl>
                                          <p:spTgt spid="9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0" fill="hold">
                            <p:stCondLst>
                              <p:cond delay="4970"/>
                            </p:stCondLst>
                            <p:childTnLst>
                              <p:par>
                                <p:cTn id="128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2" dur="10" fill="hold"/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83" dur="10" fill="hold"/>
                                        <p:tgtEl>
                                          <p:spTgt spid="9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84" dur="10" fill="hold"/>
                                        <p:tgtEl>
                                          <p:spTgt spid="9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5" dur="10" fill="hold"/>
                                        <p:tgtEl>
                                          <p:spTgt spid="9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6" fill="hold">
                            <p:stCondLst>
                              <p:cond delay="4980"/>
                            </p:stCondLst>
                            <p:childTnLst>
                              <p:par>
                                <p:cTn id="128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8" dur="10" fill="hold"/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89" dur="10" fill="hold"/>
                                        <p:tgtEl>
                                          <p:spTgt spid="9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90" dur="10" fill="hold"/>
                                        <p:tgtEl>
                                          <p:spTgt spid="9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1" dur="10" fill="hold"/>
                                        <p:tgtEl>
                                          <p:spTgt spid="9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2" fill="hold">
                            <p:stCondLst>
                              <p:cond delay="4990"/>
                            </p:stCondLst>
                            <p:childTnLst>
                              <p:par>
                                <p:cTn id="129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4" dur="10" fill="hold"/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95" dur="10" fill="hold"/>
                                        <p:tgtEl>
                                          <p:spTgt spid="9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296" dur="10" fill="hold"/>
                                        <p:tgtEl>
                                          <p:spTgt spid="9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7" dur="10" fill="hold"/>
                                        <p:tgtEl>
                                          <p:spTgt spid="9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8" fill="hold">
                            <p:stCondLst>
                              <p:cond delay="5000"/>
                            </p:stCondLst>
                            <p:childTnLst>
                              <p:par>
                                <p:cTn id="129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0" dur="10" fill="hold"/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01" dur="10" fill="hold"/>
                                        <p:tgtEl>
                                          <p:spTgt spid="9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02" dur="10" fill="hold"/>
                                        <p:tgtEl>
                                          <p:spTgt spid="9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3" dur="10" fill="hold"/>
                                        <p:tgtEl>
                                          <p:spTgt spid="9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4" fill="hold">
                            <p:stCondLst>
                              <p:cond delay="5010"/>
                            </p:stCondLst>
                            <p:childTnLst>
                              <p:par>
                                <p:cTn id="130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6" dur="10" fill="hold"/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07" dur="10" fill="hold"/>
                                        <p:tgtEl>
                                          <p:spTgt spid="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08" dur="10" fill="hold"/>
                                        <p:tgtEl>
                                          <p:spTgt spid="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9" dur="10" fill="hold"/>
                                        <p:tgtEl>
                                          <p:spTgt spid="9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0" fill="hold">
                            <p:stCondLst>
                              <p:cond delay="5020"/>
                            </p:stCondLst>
                            <p:childTnLst>
                              <p:par>
                                <p:cTn id="131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2" dur="10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13" dur="10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14" dur="10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5" dur="10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6" fill="hold">
                            <p:stCondLst>
                              <p:cond delay="5030"/>
                            </p:stCondLst>
                            <p:childTnLst>
                              <p:par>
                                <p:cTn id="131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8" dur="10" fill="hold"/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19" dur="10" fill="hold"/>
                                        <p:tgtEl>
                                          <p:spTgt spid="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20" dur="10" fill="hold"/>
                                        <p:tgtEl>
                                          <p:spTgt spid="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1" dur="10" fill="hold"/>
                                        <p:tgtEl>
                                          <p:spTgt spid="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2" fill="hold">
                            <p:stCondLst>
                              <p:cond delay="5040"/>
                            </p:stCondLst>
                            <p:childTnLst>
                              <p:par>
                                <p:cTn id="132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4" dur="10" fill="hold"/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25" dur="10" fill="hold"/>
                                        <p:tgtEl>
                                          <p:spTgt spid="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26" dur="10" fill="hold"/>
                                        <p:tgtEl>
                                          <p:spTgt spid="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7" dur="10" fill="hold"/>
                                        <p:tgtEl>
                                          <p:spTgt spid="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8" fill="hold">
                            <p:stCondLst>
                              <p:cond delay="5050"/>
                            </p:stCondLst>
                            <p:childTnLst>
                              <p:par>
                                <p:cTn id="132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0" dur="10" fill="hold"/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31" dur="10" fill="hold"/>
                                        <p:tgtEl>
                                          <p:spTgt spid="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32" dur="10" fill="hold"/>
                                        <p:tgtEl>
                                          <p:spTgt spid="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3" dur="10" fill="hold"/>
                                        <p:tgtEl>
                                          <p:spTgt spid="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4" fill="hold">
                            <p:stCondLst>
                              <p:cond delay="5060"/>
                            </p:stCondLst>
                            <p:childTnLst>
                              <p:par>
                                <p:cTn id="133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6" dur="10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37" dur="10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38" dur="10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9" dur="10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0" fill="hold">
                            <p:stCondLst>
                              <p:cond delay="5070"/>
                            </p:stCondLst>
                            <p:childTnLst>
                              <p:par>
                                <p:cTn id="134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2" dur="10" fill="hold"/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43" dur="10" fill="hold"/>
                                        <p:tgtEl>
                                          <p:spTgt spid="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44" dur="10" fill="hold"/>
                                        <p:tgtEl>
                                          <p:spTgt spid="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5" dur="10" fill="hold"/>
                                        <p:tgtEl>
                                          <p:spTgt spid="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6" fill="hold">
                            <p:stCondLst>
                              <p:cond delay="5080"/>
                            </p:stCondLst>
                            <p:childTnLst>
                              <p:par>
                                <p:cTn id="134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8" dur="10" fill="hold"/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49" dur="10" fill="hold"/>
                                        <p:tgtEl>
                                          <p:spTgt spid="9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50" dur="10" fill="hold"/>
                                        <p:tgtEl>
                                          <p:spTgt spid="9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1" dur="10" fill="hold"/>
                                        <p:tgtEl>
                                          <p:spTgt spid="9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2" fill="hold">
                            <p:stCondLst>
                              <p:cond delay="5090"/>
                            </p:stCondLst>
                            <p:childTnLst>
                              <p:par>
                                <p:cTn id="135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4" dur="10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55" dur="10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56" dur="10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7" dur="10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8" fill="hold">
                            <p:stCondLst>
                              <p:cond delay="5100"/>
                            </p:stCondLst>
                            <p:childTnLst>
                              <p:par>
                                <p:cTn id="135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0" dur="10" fill="hold"/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61" dur="10" fill="hold"/>
                                        <p:tgtEl>
                                          <p:spTgt spid="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62" dur="10" fill="hold"/>
                                        <p:tgtEl>
                                          <p:spTgt spid="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3" dur="10" fill="hold"/>
                                        <p:tgtEl>
                                          <p:spTgt spid="9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4" fill="hold">
                            <p:stCondLst>
                              <p:cond delay="5110"/>
                            </p:stCondLst>
                            <p:childTnLst>
                              <p:par>
                                <p:cTn id="136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6" dur="10" fill="hold"/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67" dur="10" fill="hold"/>
                                        <p:tgtEl>
                                          <p:spTgt spid="9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68" dur="10" fill="hold"/>
                                        <p:tgtEl>
                                          <p:spTgt spid="9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9" dur="10" fill="hold"/>
                                        <p:tgtEl>
                                          <p:spTgt spid="9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0" fill="hold">
                            <p:stCondLst>
                              <p:cond delay="5120"/>
                            </p:stCondLst>
                            <p:childTnLst>
                              <p:par>
                                <p:cTn id="137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2" dur="10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73" dur="10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74" dur="10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5" dur="10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6" fill="hold">
                            <p:stCondLst>
                              <p:cond delay="5130"/>
                            </p:stCondLst>
                            <p:childTnLst>
                              <p:par>
                                <p:cTn id="137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8" dur="10" fill="hold"/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79" dur="10" fill="hold"/>
                                        <p:tgtEl>
                                          <p:spTgt spid="9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80" dur="10" fill="hold"/>
                                        <p:tgtEl>
                                          <p:spTgt spid="9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1" dur="10" fill="hold"/>
                                        <p:tgtEl>
                                          <p:spTgt spid="9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2" fill="hold">
                            <p:stCondLst>
                              <p:cond delay="5140"/>
                            </p:stCondLst>
                            <p:childTnLst>
                              <p:par>
                                <p:cTn id="138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4" dur="10" fill="hold"/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85" dur="10" fill="hold"/>
                                        <p:tgtEl>
                                          <p:spTgt spid="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86" dur="10" fill="hold"/>
                                        <p:tgtEl>
                                          <p:spTgt spid="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7" dur="10" fill="hold"/>
                                        <p:tgtEl>
                                          <p:spTgt spid="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8" fill="hold">
                            <p:stCondLst>
                              <p:cond delay="5150"/>
                            </p:stCondLst>
                            <p:childTnLst>
                              <p:par>
                                <p:cTn id="138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0" dur="10" fill="hold"/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91" dur="10" fill="hold"/>
                                        <p:tgtEl>
                                          <p:spTgt spid="9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92" dur="10" fill="hold"/>
                                        <p:tgtEl>
                                          <p:spTgt spid="9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3" dur="10" fill="hold"/>
                                        <p:tgtEl>
                                          <p:spTgt spid="9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4" fill="hold">
                            <p:stCondLst>
                              <p:cond delay="5160"/>
                            </p:stCondLst>
                            <p:childTnLst>
                              <p:par>
                                <p:cTn id="139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6" dur="10" fill="hold"/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97" dur="10" fill="hold"/>
                                        <p:tgtEl>
                                          <p:spTgt spid="9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98" dur="10" fill="hold"/>
                                        <p:tgtEl>
                                          <p:spTgt spid="9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9" dur="10" fill="hold"/>
                                        <p:tgtEl>
                                          <p:spTgt spid="9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0" fill="hold">
                            <p:stCondLst>
                              <p:cond delay="5170"/>
                            </p:stCondLst>
                            <p:childTnLst>
                              <p:par>
                                <p:cTn id="140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2" dur="10" fill="hold"/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03" dur="10" fill="hold"/>
                                        <p:tgtEl>
                                          <p:spTgt spid="9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04" dur="10" fill="hold"/>
                                        <p:tgtEl>
                                          <p:spTgt spid="9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5" dur="10" fill="hold"/>
                                        <p:tgtEl>
                                          <p:spTgt spid="9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6" fill="hold">
                            <p:stCondLst>
                              <p:cond delay="5180"/>
                            </p:stCondLst>
                            <p:childTnLst>
                              <p:par>
                                <p:cTn id="140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8" dur="10" fill="hold"/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09" dur="10" fill="hold"/>
                                        <p:tgtEl>
                                          <p:spTgt spid="9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10" dur="10" fill="hold"/>
                                        <p:tgtEl>
                                          <p:spTgt spid="9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1" dur="10" fill="hold"/>
                                        <p:tgtEl>
                                          <p:spTgt spid="9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2" fill="hold">
                            <p:stCondLst>
                              <p:cond delay="5190"/>
                            </p:stCondLst>
                            <p:childTnLst>
                              <p:par>
                                <p:cTn id="141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4" dur="10" fill="hold"/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15" dur="10" fill="hold"/>
                                        <p:tgtEl>
                                          <p:spTgt spid="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16" dur="10" fill="hold"/>
                                        <p:tgtEl>
                                          <p:spTgt spid="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7" dur="10" fill="hold"/>
                                        <p:tgtEl>
                                          <p:spTgt spid="9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8" fill="hold">
                            <p:stCondLst>
                              <p:cond delay="5200"/>
                            </p:stCondLst>
                            <p:childTnLst>
                              <p:par>
                                <p:cTn id="141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0" dur="10" fill="hold"/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21" dur="10" fill="hold"/>
                                        <p:tgtEl>
                                          <p:spTgt spid="9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22" dur="10" fill="hold"/>
                                        <p:tgtEl>
                                          <p:spTgt spid="9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3" dur="10" fill="hold"/>
                                        <p:tgtEl>
                                          <p:spTgt spid="9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4" fill="hold">
                            <p:stCondLst>
                              <p:cond delay="5210"/>
                            </p:stCondLst>
                            <p:childTnLst>
                              <p:par>
                                <p:cTn id="142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6" dur="10" fill="hold"/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27" dur="10" fill="hold"/>
                                        <p:tgtEl>
                                          <p:spTgt spid="9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28" dur="10" fill="hold"/>
                                        <p:tgtEl>
                                          <p:spTgt spid="9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9" dur="10" fill="hold"/>
                                        <p:tgtEl>
                                          <p:spTgt spid="9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0" fill="hold">
                            <p:stCondLst>
                              <p:cond delay="5220"/>
                            </p:stCondLst>
                            <p:childTnLst>
                              <p:par>
                                <p:cTn id="143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2" dur="10" fill="hold"/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33" dur="10" fill="hold"/>
                                        <p:tgtEl>
                                          <p:spTgt spid="9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34" dur="10" fill="hold"/>
                                        <p:tgtEl>
                                          <p:spTgt spid="9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5" dur="10" fill="hold"/>
                                        <p:tgtEl>
                                          <p:spTgt spid="9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6" fill="hold">
                            <p:stCondLst>
                              <p:cond delay="5230"/>
                            </p:stCondLst>
                            <p:childTnLst>
                              <p:par>
                                <p:cTn id="143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8" dur="10" fill="hold"/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39" dur="10" fill="hold"/>
                                        <p:tgtEl>
                                          <p:spTgt spid="9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40" dur="10" fill="hold"/>
                                        <p:tgtEl>
                                          <p:spTgt spid="9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1" dur="10" fill="hold"/>
                                        <p:tgtEl>
                                          <p:spTgt spid="9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2" fill="hold">
                            <p:stCondLst>
                              <p:cond delay="5240"/>
                            </p:stCondLst>
                            <p:childTnLst>
                              <p:par>
                                <p:cTn id="144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4" dur="10" fill="hold"/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45" dur="10" fill="hold"/>
                                        <p:tgtEl>
                                          <p:spTgt spid="9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46" dur="10" fill="hold"/>
                                        <p:tgtEl>
                                          <p:spTgt spid="9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7" dur="10" fill="hold"/>
                                        <p:tgtEl>
                                          <p:spTgt spid="9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8" fill="hold">
                            <p:stCondLst>
                              <p:cond delay="5250"/>
                            </p:stCondLst>
                            <p:childTnLst>
                              <p:par>
                                <p:cTn id="144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0" dur="10" fill="hold"/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51" dur="10" fill="hold"/>
                                        <p:tgtEl>
                                          <p:spTgt spid="10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52" dur="10" fill="hold"/>
                                        <p:tgtEl>
                                          <p:spTgt spid="10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3" dur="10" fill="hold"/>
                                        <p:tgtEl>
                                          <p:spTgt spid="10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4" fill="hold">
                            <p:stCondLst>
                              <p:cond delay="5260"/>
                            </p:stCondLst>
                            <p:childTnLst>
                              <p:par>
                                <p:cTn id="145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6" dur="10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57" dur="10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58" dur="10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9" dur="10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0" fill="hold">
                            <p:stCondLst>
                              <p:cond delay="5270"/>
                            </p:stCondLst>
                            <p:childTnLst>
                              <p:par>
                                <p:cTn id="146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62" dur="10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63" dur="10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64" dur="10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5" dur="10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6" fill="hold">
                            <p:stCondLst>
                              <p:cond delay="5280"/>
                            </p:stCondLst>
                            <p:childTnLst>
                              <p:par>
                                <p:cTn id="146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68" dur="1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69" dur="1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70" dur="1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1" dur="10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2" fill="hold">
                            <p:stCondLst>
                              <p:cond delay="5290"/>
                            </p:stCondLst>
                            <p:childTnLst>
                              <p:par>
                                <p:cTn id="147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4" dur="10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75" dur="10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76" dur="10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7" dur="10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8" fill="hold">
                            <p:stCondLst>
                              <p:cond delay="5300"/>
                            </p:stCondLst>
                            <p:childTnLst>
                              <p:par>
                                <p:cTn id="147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0" dur="10" fill="hold"/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81" dur="10" fill="hold"/>
                                        <p:tgtEl>
                                          <p:spTgt spid="1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82" dur="10" fill="hold"/>
                                        <p:tgtEl>
                                          <p:spTgt spid="1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3" dur="10" fill="hold"/>
                                        <p:tgtEl>
                                          <p:spTgt spid="1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4" fill="hold">
                            <p:stCondLst>
                              <p:cond delay="5310"/>
                            </p:stCondLst>
                            <p:childTnLst>
                              <p:par>
                                <p:cTn id="148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6" dur="10" fill="hold"/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87" dur="10" fill="hold"/>
                                        <p:tgtEl>
                                          <p:spTgt spid="1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88" dur="10" fill="hold"/>
                                        <p:tgtEl>
                                          <p:spTgt spid="1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9" dur="10" fill="hold"/>
                                        <p:tgtEl>
                                          <p:spTgt spid="1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0" fill="hold">
                            <p:stCondLst>
                              <p:cond delay="5320"/>
                            </p:stCondLst>
                            <p:childTnLst>
                              <p:par>
                                <p:cTn id="149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2" dur="10" fill="hold"/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93" dur="10" fill="hold"/>
                                        <p:tgtEl>
                                          <p:spTgt spid="1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94" dur="10" fill="hold"/>
                                        <p:tgtEl>
                                          <p:spTgt spid="1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5" dur="10" fill="hold"/>
                                        <p:tgtEl>
                                          <p:spTgt spid="1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6" fill="hold">
                            <p:stCondLst>
                              <p:cond delay="5330"/>
                            </p:stCondLst>
                            <p:childTnLst>
                              <p:par>
                                <p:cTn id="149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8" dur="10" fill="hold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499" dur="10" fill="hold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00" dur="10" fill="hold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1" dur="10" fill="hold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2" fill="hold">
                            <p:stCondLst>
                              <p:cond delay="5340"/>
                            </p:stCondLst>
                            <p:childTnLst>
                              <p:par>
                                <p:cTn id="150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4" dur="10" fill="hold"/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05" dur="10" fill="hold"/>
                                        <p:tgtEl>
                                          <p:spTgt spid="10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06" dur="10" fill="hold"/>
                                        <p:tgtEl>
                                          <p:spTgt spid="10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7" dur="10" fill="hold"/>
                                        <p:tgtEl>
                                          <p:spTgt spid="10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8" fill="hold">
                            <p:stCondLst>
                              <p:cond delay="5350"/>
                            </p:stCondLst>
                            <p:childTnLst>
                              <p:par>
                                <p:cTn id="150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0" dur="10" fill="hold"/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11" dur="10" fill="hold"/>
                                        <p:tgtEl>
                                          <p:spTgt spid="10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12" dur="10" fill="hold"/>
                                        <p:tgtEl>
                                          <p:spTgt spid="10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3" dur="10" fill="hold"/>
                                        <p:tgtEl>
                                          <p:spTgt spid="10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4" fill="hold">
                            <p:stCondLst>
                              <p:cond delay="5360"/>
                            </p:stCondLst>
                            <p:childTnLst>
                              <p:par>
                                <p:cTn id="151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6" dur="10" fill="hold"/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17" dur="10" fill="hold"/>
                                        <p:tgtEl>
                                          <p:spTgt spid="10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18" dur="10" fill="hold"/>
                                        <p:tgtEl>
                                          <p:spTgt spid="10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9" dur="10" fill="hold"/>
                                        <p:tgtEl>
                                          <p:spTgt spid="10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0" fill="hold">
                            <p:stCondLst>
                              <p:cond delay="5370"/>
                            </p:stCondLst>
                            <p:childTnLst>
                              <p:par>
                                <p:cTn id="152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2" dur="10" fill="hold"/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23" dur="10" fill="hold"/>
                                        <p:tgtEl>
                                          <p:spTgt spid="10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24" dur="10" fill="hold"/>
                                        <p:tgtEl>
                                          <p:spTgt spid="10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5" dur="10" fill="hold"/>
                                        <p:tgtEl>
                                          <p:spTgt spid="10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6" fill="hold">
                            <p:stCondLst>
                              <p:cond delay="5380"/>
                            </p:stCondLst>
                            <p:childTnLst>
                              <p:par>
                                <p:cTn id="152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8" dur="10" fill="hold"/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29" dur="10" fill="hold"/>
                                        <p:tgtEl>
                                          <p:spTgt spid="10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30" dur="10" fill="hold"/>
                                        <p:tgtEl>
                                          <p:spTgt spid="10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1" dur="10" fill="hold"/>
                                        <p:tgtEl>
                                          <p:spTgt spid="10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2" fill="hold">
                            <p:stCondLst>
                              <p:cond delay="5390"/>
                            </p:stCondLst>
                            <p:childTnLst>
                              <p:par>
                                <p:cTn id="153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4" dur="10" fill="hold"/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35" dur="10" fill="hold"/>
                                        <p:tgtEl>
                                          <p:spTgt spid="1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36" dur="10" fill="hold"/>
                                        <p:tgtEl>
                                          <p:spTgt spid="1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7" dur="10" fill="hold"/>
                                        <p:tgtEl>
                                          <p:spTgt spid="1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8" fill="hold">
                            <p:stCondLst>
                              <p:cond delay="5400"/>
                            </p:stCondLst>
                            <p:childTnLst>
                              <p:par>
                                <p:cTn id="153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0" dur="10" fill="hold"/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41" dur="10" fill="hold"/>
                                        <p:tgtEl>
                                          <p:spTgt spid="10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42" dur="10" fill="hold"/>
                                        <p:tgtEl>
                                          <p:spTgt spid="10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3" dur="10" fill="hold"/>
                                        <p:tgtEl>
                                          <p:spTgt spid="10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4" fill="hold">
                            <p:stCondLst>
                              <p:cond delay="5410"/>
                            </p:stCondLst>
                            <p:childTnLst>
                              <p:par>
                                <p:cTn id="154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6" dur="10" fill="hold"/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47" dur="10" fill="hold"/>
                                        <p:tgtEl>
                                          <p:spTgt spid="10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48" dur="10" fill="hold"/>
                                        <p:tgtEl>
                                          <p:spTgt spid="10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9" dur="10" fill="hold"/>
                                        <p:tgtEl>
                                          <p:spTgt spid="10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0" fill="hold">
                            <p:stCondLst>
                              <p:cond delay="5420"/>
                            </p:stCondLst>
                            <p:childTnLst>
                              <p:par>
                                <p:cTn id="155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2" dur="10" fill="hold"/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53" dur="10" fill="hold"/>
                                        <p:tgtEl>
                                          <p:spTgt spid="10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54" dur="10" fill="hold"/>
                                        <p:tgtEl>
                                          <p:spTgt spid="10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5" dur="10" fill="hold"/>
                                        <p:tgtEl>
                                          <p:spTgt spid="10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6" fill="hold">
                            <p:stCondLst>
                              <p:cond delay="5430"/>
                            </p:stCondLst>
                            <p:childTnLst>
                              <p:par>
                                <p:cTn id="155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8" dur="10" fill="hold"/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59" dur="10" fill="hold"/>
                                        <p:tgtEl>
                                          <p:spTgt spid="10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60" dur="10" fill="hold"/>
                                        <p:tgtEl>
                                          <p:spTgt spid="10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1" dur="10" fill="hold"/>
                                        <p:tgtEl>
                                          <p:spTgt spid="10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2" fill="hold">
                            <p:stCondLst>
                              <p:cond delay="5440"/>
                            </p:stCondLst>
                            <p:childTnLst>
                              <p:par>
                                <p:cTn id="156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4" dur="10" fill="hold"/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65" dur="10" fill="hold"/>
                                        <p:tgtEl>
                                          <p:spTgt spid="10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66" dur="10" fill="hold"/>
                                        <p:tgtEl>
                                          <p:spTgt spid="10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7" dur="10" fill="hold"/>
                                        <p:tgtEl>
                                          <p:spTgt spid="10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8" fill="hold">
                            <p:stCondLst>
                              <p:cond delay="5450"/>
                            </p:stCondLst>
                            <p:childTnLst>
                              <p:par>
                                <p:cTn id="156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0" dur="10" fill="hold"/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71" dur="10" fill="hold"/>
                                        <p:tgtEl>
                                          <p:spTgt spid="10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72" dur="10" fill="hold"/>
                                        <p:tgtEl>
                                          <p:spTgt spid="10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3" dur="10" fill="hold"/>
                                        <p:tgtEl>
                                          <p:spTgt spid="10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4" fill="hold">
                            <p:stCondLst>
                              <p:cond delay="5460"/>
                            </p:stCondLst>
                            <p:childTnLst>
                              <p:par>
                                <p:cTn id="157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6" dur="10" fill="hold"/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77" dur="10" fill="hold"/>
                                        <p:tgtEl>
                                          <p:spTgt spid="10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78" dur="10" fill="hold"/>
                                        <p:tgtEl>
                                          <p:spTgt spid="10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9" dur="10" fill="hold"/>
                                        <p:tgtEl>
                                          <p:spTgt spid="10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0" fill="hold">
                            <p:stCondLst>
                              <p:cond delay="5470"/>
                            </p:stCondLst>
                            <p:childTnLst>
                              <p:par>
                                <p:cTn id="158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2" dur="10" fill="hold"/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83" dur="10" fill="hold"/>
                                        <p:tgtEl>
                                          <p:spTgt spid="10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84" dur="10" fill="hold"/>
                                        <p:tgtEl>
                                          <p:spTgt spid="10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5" dur="10" fill="hold"/>
                                        <p:tgtEl>
                                          <p:spTgt spid="10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6" fill="hold">
                            <p:stCondLst>
                              <p:cond delay="5480"/>
                            </p:stCondLst>
                            <p:childTnLst>
                              <p:par>
                                <p:cTn id="158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8" dur="10" fill="hold"/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89" dur="10" fill="hold"/>
                                        <p:tgtEl>
                                          <p:spTgt spid="10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90" dur="10" fill="hold"/>
                                        <p:tgtEl>
                                          <p:spTgt spid="10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1" dur="10" fill="hold"/>
                                        <p:tgtEl>
                                          <p:spTgt spid="10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2" fill="hold">
                            <p:stCondLst>
                              <p:cond delay="5490"/>
                            </p:stCondLst>
                            <p:childTnLst>
                              <p:par>
                                <p:cTn id="159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4" dur="1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595" dur="1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596" dur="1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7" dur="1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8" fill="hold">
                            <p:stCondLst>
                              <p:cond delay="5500"/>
                            </p:stCondLst>
                            <p:childTnLst>
                              <p:par>
                                <p:cTn id="159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0" dur="1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01" dur="1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02" dur="1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3" dur="1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4" fill="hold">
                            <p:stCondLst>
                              <p:cond delay="5510"/>
                            </p:stCondLst>
                            <p:childTnLst>
                              <p:par>
                                <p:cTn id="160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6" dur="1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07" dur="1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08" dur="1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9" dur="1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0" fill="hold">
                            <p:stCondLst>
                              <p:cond delay="5520"/>
                            </p:stCondLst>
                            <p:childTnLst>
                              <p:par>
                                <p:cTn id="161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2" dur="1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13" dur="1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14" dur="1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5" dur="1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6" fill="hold">
                            <p:stCondLst>
                              <p:cond delay="5530"/>
                            </p:stCondLst>
                            <p:childTnLst>
                              <p:par>
                                <p:cTn id="161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8" dur="1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19" dur="1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20" dur="1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1" dur="1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2" fill="hold">
                            <p:stCondLst>
                              <p:cond delay="5540"/>
                            </p:stCondLst>
                            <p:childTnLst>
                              <p:par>
                                <p:cTn id="162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4" dur="1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25" dur="1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26" dur="1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7" dur="1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8" fill="hold">
                            <p:stCondLst>
                              <p:cond delay="5550"/>
                            </p:stCondLst>
                            <p:childTnLst>
                              <p:par>
                                <p:cTn id="162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0" dur="1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31" dur="1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32" dur="1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3" dur="1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4" fill="hold">
                            <p:stCondLst>
                              <p:cond delay="5560"/>
                            </p:stCondLst>
                            <p:childTnLst>
                              <p:par>
                                <p:cTn id="163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6" dur="1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37" dur="1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38" dur="1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9" dur="1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0" fill="hold">
                            <p:stCondLst>
                              <p:cond delay="5570"/>
                            </p:stCondLst>
                            <p:childTnLst>
                              <p:par>
                                <p:cTn id="164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2" dur="1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43" dur="1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44" dur="1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5" dur="1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6" fill="hold">
                            <p:stCondLst>
                              <p:cond delay="5580"/>
                            </p:stCondLst>
                            <p:childTnLst>
                              <p:par>
                                <p:cTn id="164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8" dur="1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49" dur="1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50" dur="1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1" dur="1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2" fill="hold">
                            <p:stCondLst>
                              <p:cond delay="5590"/>
                            </p:stCondLst>
                            <p:childTnLst>
                              <p:par>
                                <p:cTn id="165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4" dur="1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55" dur="1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56" dur="1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7" dur="1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8" fill="hold">
                            <p:stCondLst>
                              <p:cond delay="5600"/>
                            </p:stCondLst>
                            <p:childTnLst>
                              <p:par>
                                <p:cTn id="165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0" dur="1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61" dur="1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62" dur="1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3" dur="1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4" fill="hold">
                            <p:stCondLst>
                              <p:cond delay="5610"/>
                            </p:stCondLst>
                            <p:childTnLst>
                              <p:par>
                                <p:cTn id="166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6" dur="1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67" dur="1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68" dur="1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9" dur="1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0" fill="hold">
                            <p:stCondLst>
                              <p:cond delay="5620"/>
                            </p:stCondLst>
                            <p:childTnLst>
                              <p:par>
                                <p:cTn id="167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2" dur="1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73" dur="1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74" dur="1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5" dur="1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6" fill="hold">
                            <p:stCondLst>
                              <p:cond delay="5630"/>
                            </p:stCondLst>
                            <p:childTnLst>
                              <p:par>
                                <p:cTn id="167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8" dur="1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79" dur="1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80" dur="1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1" dur="1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2" fill="hold">
                            <p:stCondLst>
                              <p:cond delay="5640"/>
                            </p:stCondLst>
                            <p:childTnLst>
                              <p:par>
                                <p:cTn id="168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4" dur="1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85" dur="1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86" dur="1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7" dur="1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8" fill="hold">
                            <p:stCondLst>
                              <p:cond delay="5650"/>
                            </p:stCondLst>
                            <p:childTnLst>
                              <p:par>
                                <p:cTn id="168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0" dur="1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91" dur="1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92" dur="1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3" dur="1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4" fill="hold">
                            <p:stCondLst>
                              <p:cond delay="5660"/>
                            </p:stCondLst>
                            <p:childTnLst>
                              <p:par>
                                <p:cTn id="169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6" dur="1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697" dur="1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98" dur="1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9" dur="1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0" fill="hold">
                            <p:stCondLst>
                              <p:cond delay="5670"/>
                            </p:stCondLst>
                            <p:childTnLst>
                              <p:par>
                                <p:cTn id="170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2" dur="1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03" dur="1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04" dur="1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5" dur="1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6" fill="hold">
                            <p:stCondLst>
                              <p:cond delay="5680"/>
                            </p:stCondLst>
                            <p:childTnLst>
                              <p:par>
                                <p:cTn id="170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8" dur="10" fill="hold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09" dur="10" fill="hold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10" dur="10" fill="hold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1" dur="10" fill="hold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2" fill="hold">
                            <p:stCondLst>
                              <p:cond delay="5690"/>
                            </p:stCondLst>
                            <p:childTnLst>
                              <p:par>
                                <p:cTn id="171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4" dur="1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15" dur="1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16" dur="1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7" dur="1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8" fill="hold">
                            <p:stCondLst>
                              <p:cond delay="5700"/>
                            </p:stCondLst>
                            <p:childTnLst>
                              <p:par>
                                <p:cTn id="171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0" dur="1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21" dur="1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22" dur="1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3" dur="1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4" fill="hold">
                            <p:stCondLst>
                              <p:cond delay="5710"/>
                            </p:stCondLst>
                            <p:childTnLst>
                              <p:par>
                                <p:cTn id="172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6" dur="1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27" dur="1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28" dur="1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9" dur="1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0" fill="hold">
                            <p:stCondLst>
                              <p:cond delay="5720"/>
                            </p:stCondLst>
                            <p:childTnLst>
                              <p:par>
                                <p:cTn id="173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2" dur="1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33" dur="1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34" dur="1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5" dur="1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6" fill="hold">
                            <p:stCondLst>
                              <p:cond delay="5730"/>
                            </p:stCondLst>
                            <p:childTnLst>
                              <p:par>
                                <p:cTn id="173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8" dur="1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39" dur="1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40" dur="1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1" dur="1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2" fill="hold">
                            <p:stCondLst>
                              <p:cond delay="5740"/>
                            </p:stCondLst>
                            <p:childTnLst>
                              <p:par>
                                <p:cTn id="174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4" dur="1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45" dur="1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46" dur="1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7" dur="1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8" fill="hold">
                            <p:stCondLst>
                              <p:cond delay="5750"/>
                            </p:stCondLst>
                            <p:childTnLst>
                              <p:par>
                                <p:cTn id="174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0" dur="1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51" dur="1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52" dur="1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3" dur="1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4" fill="hold">
                            <p:stCondLst>
                              <p:cond delay="5760"/>
                            </p:stCondLst>
                            <p:childTnLst>
                              <p:par>
                                <p:cTn id="175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6" dur="1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57" dur="1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58" dur="1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9" dur="1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0" fill="hold">
                            <p:stCondLst>
                              <p:cond delay="5770"/>
                            </p:stCondLst>
                            <p:childTnLst>
                              <p:par>
                                <p:cTn id="176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2" dur="1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63" dur="1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64" dur="1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5" dur="1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6" fill="hold">
                            <p:stCondLst>
                              <p:cond delay="5780"/>
                            </p:stCondLst>
                            <p:childTnLst>
                              <p:par>
                                <p:cTn id="176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8" dur="10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69" dur="10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70" dur="10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1" dur="10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2" fill="hold">
                            <p:stCondLst>
                              <p:cond delay="5790"/>
                            </p:stCondLst>
                            <p:childTnLst>
                              <p:par>
                                <p:cTn id="177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4" dur="10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75" dur="10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76" dur="10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7" dur="10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8" fill="hold">
                            <p:stCondLst>
                              <p:cond delay="5800"/>
                            </p:stCondLst>
                            <p:childTnLst>
                              <p:par>
                                <p:cTn id="177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0" dur="10" fill="hold"/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81" dur="10" fill="hold"/>
                                        <p:tgtEl>
                                          <p:spTgt spid="10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82" dur="10" fill="hold"/>
                                        <p:tgtEl>
                                          <p:spTgt spid="10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3" dur="10" fill="hold"/>
                                        <p:tgtEl>
                                          <p:spTgt spid="10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4" fill="hold">
                            <p:stCondLst>
                              <p:cond delay="5810"/>
                            </p:stCondLst>
                            <p:childTnLst>
                              <p:par>
                                <p:cTn id="178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6" dur="10" fill="hold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87" dur="10" fill="hold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88" dur="10" fill="hold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9" dur="10" fill="hold"/>
                                        <p:tgtEl>
                                          <p:spTgt spid="10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0" fill="hold">
                            <p:stCondLst>
                              <p:cond delay="5820"/>
                            </p:stCondLst>
                            <p:childTnLst>
                              <p:par>
                                <p:cTn id="179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2" dur="10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93" dur="10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94" dur="10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5" dur="10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6" fill="hold">
                            <p:stCondLst>
                              <p:cond delay="5830"/>
                            </p:stCondLst>
                            <p:childTnLst>
                              <p:par>
                                <p:cTn id="179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8" dur="1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99" dur="1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00" dur="1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1" dur="1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2" fill="hold">
                            <p:stCondLst>
                              <p:cond delay="5840"/>
                            </p:stCondLst>
                            <p:childTnLst>
                              <p:par>
                                <p:cTn id="180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4" dur="10" fill="hold"/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05" dur="10" fill="hold"/>
                                        <p:tgtEl>
                                          <p:spTgt spid="10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06" dur="10" fill="hold"/>
                                        <p:tgtEl>
                                          <p:spTgt spid="10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7" dur="10" fill="hold"/>
                                        <p:tgtEl>
                                          <p:spTgt spid="10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8" fill="hold">
                            <p:stCondLst>
                              <p:cond delay="5850"/>
                            </p:stCondLst>
                            <p:childTnLst>
                              <p:par>
                                <p:cTn id="180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0" dur="1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11" dur="1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12" dur="1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3" dur="1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4" fill="hold">
                            <p:stCondLst>
                              <p:cond delay="5860"/>
                            </p:stCondLst>
                            <p:childTnLst>
                              <p:par>
                                <p:cTn id="181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6" dur="10" fill="hold"/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17" dur="10" fill="hold"/>
                                        <p:tgtEl>
                                          <p:spTgt spid="10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18" dur="10" fill="hold"/>
                                        <p:tgtEl>
                                          <p:spTgt spid="10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9" dur="10" fill="hold"/>
                                        <p:tgtEl>
                                          <p:spTgt spid="10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0" fill="hold">
                            <p:stCondLst>
                              <p:cond delay="5870"/>
                            </p:stCondLst>
                            <p:childTnLst>
                              <p:par>
                                <p:cTn id="182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2" dur="10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23" dur="10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24" dur="10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5" dur="10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6" fill="hold">
                            <p:stCondLst>
                              <p:cond delay="5880"/>
                            </p:stCondLst>
                            <p:childTnLst>
                              <p:par>
                                <p:cTn id="182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8" dur="10" fill="hold"/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29" dur="10" fill="hold"/>
                                        <p:tgtEl>
                                          <p:spTgt spid="10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30" dur="10" fill="hold"/>
                                        <p:tgtEl>
                                          <p:spTgt spid="10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1" dur="10" fill="hold"/>
                                        <p:tgtEl>
                                          <p:spTgt spid="10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2" fill="hold">
                            <p:stCondLst>
                              <p:cond delay="5890"/>
                            </p:stCondLst>
                            <p:childTnLst>
                              <p:par>
                                <p:cTn id="183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4" dur="10" fill="hold"/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35" dur="10" fill="hold"/>
                                        <p:tgtEl>
                                          <p:spTgt spid="10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36" dur="10" fill="hold"/>
                                        <p:tgtEl>
                                          <p:spTgt spid="10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7" dur="10" fill="hold"/>
                                        <p:tgtEl>
                                          <p:spTgt spid="10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8" fill="hold">
                            <p:stCondLst>
                              <p:cond delay="5900"/>
                            </p:stCondLst>
                            <p:childTnLst>
                              <p:par>
                                <p:cTn id="183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0" dur="10" fill="hold"/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41" dur="10" fill="hold"/>
                                        <p:tgtEl>
                                          <p:spTgt spid="10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42" dur="10" fill="hold"/>
                                        <p:tgtEl>
                                          <p:spTgt spid="10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3" dur="10" fill="hold"/>
                                        <p:tgtEl>
                                          <p:spTgt spid="10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4" fill="hold">
                            <p:stCondLst>
                              <p:cond delay="5910"/>
                            </p:stCondLst>
                            <p:childTnLst>
                              <p:par>
                                <p:cTn id="184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6" dur="10" fill="hold"/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47" dur="10" fill="hold"/>
                                        <p:tgtEl>
                                          <p:spTgt spid="10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48" dur="10" fill="hold"/>
                                        <p:tgtEl>
                                          <p:spTgt spid="10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9" dur="10" fill="hold"/>
                                        <p:tgtEl>
                                          <p:spTgt spid="10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0" fill="hold">
                            <p:stCondLst>
                              <p:cond delay="5920"/>
                            </p:stCondLst>
                            <p:childTnLst>
                              <p:par>
                                <p:cTn id="185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2" dur="10" fill="hold"/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53" dur="10" fill="hold"/>
                                        <p:tgtEl>
                                          <p:spTgt spid="10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54" dur="10" fill="hold"/>
                                        <p:tgtEl>
                                          <p:spTgt spid="10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5" dur="10" fill="hold"/>
                                        <p:tgtEl>
                                          <p:spTgt spid="10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6" fill="hold">
                            <p:stCondLst>
                              <p:cond delay="5930"/>
                            </p:stCondLst>
                            <p:childTnLst>
                              <p:par>
                                <p:cTn id="185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8" dur="10" fill="hold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59" dur="10" fill="hold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60" dur="10" fill="hold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1" dur="10" fill="hold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2" fill="hold">
                            <p:stCondLst>
                              <p:cond delay="5940"/>
                            </p:stCondLst>
                            <p:childTnLst>
                              <p:par>
                                <p:cTn id="186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4" dur="10" fill="hold"/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65" dur="10" fill="hold"/>
                                        <p:tgtEl>
                                          <p:spTgt spid="10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66" dur="10" fill="hold"/>
                                        <p:tgtEl>
                                          <p:spTgt spid="10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7" dur="10" fill="hold"/>
                                        <p:tgtEl>
                                          <p:spTgt spid="10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8" fill="hold">
                            <p:stCondLst>
                              <p:cond delay="5950"/>
                            </p:stCondLst>
                            <p:childTnLst>
                              <p:par>
                                <p:cTn id="186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0" dur="10" fill="hold"/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71" dur="10" fill="hold"/>
                                        <p:tgtEl>
                                          <p:spTgt spid="10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72" dur="10" fill="hold"/>
                                        <p:tgtEl>
                                          <p:spTgt spid="10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3" dur="10" fill="hold"/>
                                        <p:tgtEl>
                                          <p:spTgt spid="10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4" fill="hold">
                            <p:stCondLst>
                              <p:cond delay="5960"/>
                            </p:stCondLst>
                            <p:childTnLst>
                              <p:par>
                                <p:cTn id="187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6" dur="10" fill="hold"/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77" dur="10" fill="hold"/>
                                        <p:tgtEl>
                                          <p:spTgt spid="10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78" dur="10" fill="hold"/>
                                        <p:tgtEl>
                                          <p:spTgt spid="10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9" dur="10" fill="hold"/>
                                        <p:tgtEl>
                                          <p:spTgt spid="10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0" fill="hold">
                            <p:stCondLst>
                              <p:cond delay="5970"/>
                            </p:stCondLst>
                            <p:childTnLst>
                              <p:par>
                                <p:cTn id="188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2" dur="10" fill="hold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83" dur="10" fill="hold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84" dur="10" fill="hold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5" dur="10" fill="hold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6" fill="hold">
                            <p:stCondLst>
                              <p:cond delay="5980"/>
                            </p:stCondLst>
                            <p:childTnLst>
                              <p:par>
                                <p:cTn id="188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8" dur="10" fill="hold"/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89" dur="10" fill="hold"/>
                                        <p:tgtEl>
                                          <p:spTgt spid="10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90" dur="10" fill="hold"/>
                                        <p:tgtEl>
                                          <p:spTgt spid="10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1" dur="10" fill="hold"/>
                                        <p:tgtEl>
                                          <p:spTgt spid="10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2" fill="hold">
                            <p:stCondLst>
                              <p:cond delay="5990"/>
                            </p:stCondLst>
                            <p:childTnLst>
                              <p:par>
                                <p:cTn id="189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4" dur="10" fill="hold"/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95" dur="10" fill="hold"/>
                                        <p:tgtEl>
                                          <p:spTgt spid="10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96" dur="10" fill="hold"/>
                                        <p:tgtEl>
                                          <p:spTgt spid="10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7" dur="10" fill="hold"/>
                                        <p:tgtEl>
                                          <p:spTgt spid="10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8" fill="hold">
                            <p:stCondLst>
                              <p:cond delay="6000"/>
                            </p:stCondLst>
                            <p:childTnLst>
                              <p:par>
                                <p:cTn id="189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0" dur="10" fill="hold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01" dur="10" fill="hold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02" dur="10" fill="hold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3" dur="10" fill="hold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4" fill="hold">
                            <p:stCondLst>
                              <p:cond delay="6010"/>
                            </p:stCondLst>
                            <p:childTnLst>
                              <p:par>
                                <p:cTn id="190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6" dur="10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07" dur="10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08" dur="10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9" dur="10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0" fill="hold">
                            <p:stCondLst>
                              <p:cond delay="6020"/>
                            </p:stCondLst>
                            <p:childTnLst>
                              <p:par>
                                <p:cTn id="191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12" dur="10" fill="hold"/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13" dur="10" fill="hold"/>
                                        <p:tgtEl>
                                          <p:spTgt spid="10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14" dur="10" fill="hold"/>
                                        <p:tgtEl>
                                          <p:spTgt spid="10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5" dur="10" fill="hold"/>
                                        <p:tgtEl>
                                          <p:spTgt spid="10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6" fill="hold">
                            <p:stCondLst>
                              <p:cond delay="6030"/>
                            </p:stCondLst>
                            <p:childTnLst>
                              <p:par>
                                <p:cTn id="191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18" dur="10" fill="hold"/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19" dur="10" fill="hold"/>
                                        <p:tgtEl>
                                          <p:spTgt spid="10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20" dur="10" fill="hold"/>
                                        <p:tgtEl>
                                          <p:spTgt spid="10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1" dur="10" fill="hold"/>
                                        <p:tgtEl>
                                          <p:spTgt spid="10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2" fill="hold">
                            <p:stCondLst>
                              <p:cond delay="6040"/>
                            </p:stCondLst>
                            <p:childTnLst>
                              <p:par>
                                <p:cTn id="192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4" dur="10" fill="hold"/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25" dur="10" fill="hold"/>
                                        <p:tgtEl>
                                          <p:spTgt spid="10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26" dur="10" fill="hold"/>
                                        <p:tgtEl>
                                          <p:spTgt spid="10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7" dur="10" fill="hold"/>
                                        <p:tgtEl>
                                          <p:spTgt spid="10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8" fill="hold">
                            <p:stCondLst>
                              <p:cond delay="6050"/>
                            </p:stCondLst>
                            <p:childTnLst>
                              <p:par>
                                <p:cTn id="192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0" dur="10" fill="hold"/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31" dur="10" fill="hold"/>
                                        <p:tgtEl>
                                          <p:spTgt spid="10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32" dur="10" fill="hold"/>
                                        <p:tgtEl>
                                          <p:spTgt spid="10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3" dur="10" fill="hold"/>
                                        <p:tgtEl>
                                          <p:spTgt spid="10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4" fill="hold">
                            <p:stCondLst>
                              <p:cond delay="6060"/>
                            </p:stCondLst>
                            <p:childTnLst>
                              <p:par>
                                <p:cTn id="193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6" dur="10" fill="hold"/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37" dur="10" fill="hold"/>
                                        <p:tgtEl>
                                          <p:spTgt spid="10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38" dur="10" fill="hold"/>
                                        <p:tgtEl>
                                          <p:spTgt spid="10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9" dur="10" fill="hold"/>
                                        <p:tgtEl>
                                          <p:spTgt spid="10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0" fill="hold">
                            <p:stCondLst>
                              <p:cond delay="6070"/>
                            </p:stCondLst>
                            <p:childTnLst>
                              <p:par>
                                <p:cTn id="194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2" dur="10" fill="hold"/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43" dur="10" fill="hold"/>
                                        <p:tgtEl>
                                          <p:spTgt spid="10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44" dur="10" fill="hold"/>
                                        <p:tgtEl>
                                          <p:spTgt spid="10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5" dur="10" fill="hold"/>
                                        <p:tgtEl>
                                          <p:spTgt spid="10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6" fill="hold">
                            <p:stCondLst>
                              <p:cond delay="6080"/>
                            </p:stCondLst>
                            <p:childTnLst>
                              <p:par>
                                <p:cTn id="194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8" dur="10" fill="hold"/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49" dur="10" fill="hold"/>
                                        <p:tgtEl>
                                          <p:spTgt spid="10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50" dur="10" fill="hold"/>
                                        <p:tgtEl>
                                          <p:spTgt spid="10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1" dur="10" fill="hold"/>
                                        <p:tgtEl>
                                          <p:spTgt spid="10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2" fill="hold">
                            <p:stCondLst>
                              <p:cond delay="6090"/>
                            </p:stCondLst>
                            <p:childTnLst>
                              <p:par>
                                <p:cTn id="195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4" dur="10" fill="hold"/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55" dur="10" fill="hold"/>
                                        <p:tgtEl>
                                          <p:spTgt spid="10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56" dur="10" fill="hold"/>
                                        <p:tgtEl>
                                          <p:spTgt spid="10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7" dur="10" fill="hold"/>
                                        <p:tgtEl>
                                          <p:spTgt spid="10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8" fill="hold">
                            <p:stCondLst>
                              <p:cond delay="6100"/>
                            </p:stCondLst>
                            <p:childTnLst>
                              <p:par>
                                <p:cTn id="195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0" dur="10" fill="hold"/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61" dur="10" fill="hold"/>
                                        <p:tgtEl>
                                          <p:spTgt spid="10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62" dur="10" fill="hold"/>
                                        <p:tgtEl>
                                          <p:spTgt spid="10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3" dur="10" fill="hold"/>
                                        <p:tgtEl>
                                          <p:spTgt spid="10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4" fill="hold">
                            <p:stCondLst>
                              <p:cond delay="6110"/>
                            </p:stCondLst>
                            <p:childTnLst>
                              <p:par>
                                <p:cTn id="196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6" dur="10" fill="hold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67" dur="10" fill="hold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68" dur="10" fill="hold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9" dur="10" fill="hold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0" fill="hold">
                            <p:stCondLst>
                              <p:cond delay="6120"/>
                            </p:stCondLst>
                            <p:childTnLst>
                              <p:par>
                                <p:cTn id="197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72" dur="10" fill="hold"/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73" dur="10" fill="hold"/>
                                        <p:tgtEl>
                                          <p:spTgt spid="10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74" dur="10" fill="hold"/>
                                        <p:tgtEl>
                                          <p:spTgt spid="10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5" dur="10" fill="hold"/>
                                        <p:tgtEl>
                                          <p:spTgt spid="10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6" fill="hold">
                            <p:stCondLst>
                              <p:cond delay="6130"/>
                            </p:stCondLst>
                            <p:childTnLst>
                              <p:par>
                                <p:cTn id="197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78" dur="10" fill="hold"/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79" dur="10" fill="hold"/>
                                        <p:tgtEl>
                                          <p:spTgt spid="10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80" dur="10" fill="hold"/>
                                        <p:tgtEl>
                                          <p:spTgt spid="10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1" dur="10" fill="hold"/>
                                        <p:tgtEl>
                                          <p:spTgt spid="10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2" fill="hold">
                            <p:stCondLst>
                              <p:cond delay="6140"/>
                            </p:stCondLst>
                            <p:childTnLst>
                              <p:par>
                                <p:cTn id="198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4" dur="10" fill="hold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85" dur="10" fill="hold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86" dur="10" fill="hold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7" dur="10" fill="hold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8" fill="hold">
                            <p:stCondLst>
                              <p:cond delay="6150"/>
                            </p:stCondLst>
                            <p:childTnLst>
                              <p:par>
                                <p:cTn id="198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90" dur="10" fill="hold"/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91" dur="10" fill="hold"/>
                                        <p:tgtEl>
                                          <p:spTgt spid="10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92" dur="10" fill="hold"/>
                                        <p:tgtEl>
                                          <p:spTgt spid="10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3" dur="10" fill="hold"/>
                                        <p:tgtEl>
                                          <p:spTgt spid="10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4" fill="hold">
                            <p:stCondLst>
                              <p:cond delay="6160"/>
                            </p:stCondLst>
                            <p:childTnLst>
                              <p:par>
                                <p:cTn id="199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96" dur="10" fill="hold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997" dur="10" fill="hold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98" dur="10" fill="hold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9" dur="10" fill="hold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0" fill="hold">
                            <p:stCondLst>
                              <p:cond delay="6170"/>
                            </p:stCondLst>
                            <p:childTnLst>
                              <p:par>
                                <p:cTn id="200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2" dur="10" fill="hold"/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03" dur="10" fill="hold"/>
                                        <p:tgtEl>
                                          <p:spTgt spid="10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04" dur="10" fill="hold"/>
                                        <p:tgtEl>
                                          <p:spTgt spid="10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5" dur="10" fill="hold"/>
                                        <p:tgtEl>
                                          <p:spTgt spid="10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6" fill="hold">
                            <p:stCondLst>
                              <p:cond delay="6180"/>
                            </p:stCondLst>
                            <p:childTnLst>
                              <p:par>
                                <p:cTn id="200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8" dur="10" fill="hold"/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09" dur="10" fill="hold"/>
                                        <p:tgtEl>
                                          <p:spTgt spid="10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10" dur="10" fill="hold"/>
                                        <p:tgtEl>
                                          <p:spTgt spid="10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1" dur="10" fill="hold"/>
                                        <p:tgtEl>
                                          <p:spTgt spid="10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2" fill="hold">
                            <p:stCondLst>
                              <p:cond delay="6190"/>
                            </p:stCondLst>
                            <p:childTnLst>
                              <p:par>
                                <p:cTn id="201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14" dur="10" fill="hold"/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15" dur="10" fill="hold"/>
                                        <p:tgtEl>
                                          <p:spTgt spid="10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16" dur="10" fill="hold"/>
                                        <p:tgtEl>
                                          <p:spTgt spid="10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7" dur="10" fill="hold"/>
                                        <p:tgtEl>
                                          <p:spTgt spid="10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8" fill="hold">
                            <p:stCondLst>
                              <p:cond delay="6200"/>
                            </p:stCondLst>
                            <p:childTnLst>
                              <p:par>
                                <p:cTn id="201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0" dur="10" fill="hold"/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21" dur="10" fill="hold"/>
                                        <p:tgtEl>
                                          <p:spTgt spid="10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22" dur="10" fill="hold"/>
                                        <p:tgtEl>
                                          <p:spTgt spid="10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23" dur="10" fill="hold"/>
                                        <p:tgtEl>
                                          <p:spTgt spid="10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4" fill="hold">
                            <p:stCondLst>
                              <p:cond delay="6210"/>
                            </p:stCondLst>
                            <p:childTnLst>
                              <p:par>
                                <p:cTn id="202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6" dur="10" fill="hold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27" dur="10" fill="hold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28" dur="10" fill="hold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29" dur="10" fill="hold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0" fill="hold">
                            <p:stCondLst>
                              <p:cond delay="6220"/>
                            </p:stCondLst>
                            <p:childTnLst>
                              <p:par>
                                <p:cTn id="203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2" dur="10" fill="hold"/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33" dur="10" fill="hold"/>
                                        <p:tgtEl>
                                          <p:spTgt spid="10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34" dur="10" fill="hold"/>
                                        <p:tgtEl>
                                          <p:spTgt spid="10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5" dur="10" fill="hold"/>
                                        <p:tgtEl>
                                          <p:spTgt spid="10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6" fill="hold">
                            <p:stCondLst>
                              <p:cond delay="6230"/>
                            </p:stCondLst>
                            <p:childTnLst>
                              <p:par>
                                <p:cTn id="203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8" dur="10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39" dur="10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40" dur="10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1" dur="10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2" fill="hold">
                            <p:stCondLst>
                              <p:cond delay="6240"/>
                            </p:stCondLst>
                            <p:childTnLst>
                              <p:par>
                                <p:cTn id="204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4" dur="10" fill="hold"/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45" dur="10" fill="hold"/>
                                        <p:tgtEl>
                                          <p:spTgt spid="10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46" dur="10" fill="hold"/>
                                        <p:tgtEl>
                                          <p:spTgt spid="10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7" dur="10" fill="hold"/>
                                        <p:tgtEl>
                                          <p:spTgt spid="10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8" fill="hold">
                            <p:stCondLst>
                              <p:cond delay="6250"/>
                            </p:stCondLst>
                            <p:childTnLst>
                              <p:par>
                                <p:cTn id="204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0" dur="10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51" dur="10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52" dur="10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3" dur="10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4" fill="hold">
                            <p:stCondLst>
                              <p:cond delay="6260"/>
                            </p:stCondLst>
                            <p:childTnLst>
                              <p:par>
                                <p:cTn id="205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6" dur="10" fill="hold"/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57" dur="10" fill="hold"/>
                                        <p:tgtEl>
                                          <p:spTgt spid="1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58" dur="10" fill="hold"/>
                                        <p:tgtEl>
                                          <p:spTgt spid="1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9" dur="10" fill="hold"/>
                                        <p:tgtEl>
                                          <p:spTgt spid="1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0" fill="hold">
                            <p:stCondLst>
                              <p:cond delay="6270"/>
                            </p:stCondLst>
                            <p:childTnLst>
                              <p:par>
                                <p:cTn id="206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2" dur="10" fill="hold"/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63" dur="10" fill="hold"/>
                                        <p:tgtEl>
                                          <p:spTgt spid="1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64" dur="10" fill="hold"/>
                                        <p:tgtEl>
                                          <p:spTgt spid="1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5" dur="10" fill="hold"/>
                                        <p:tgtEl>
                                          <p:spTgt spid="1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6" fill="hold">
                            <p:stCondLst>
                              <p:cond delay="6280"/>
                            </p:stCondLst>
                            <p:childTnLst>
                              <p:par>
                                <p:cTn id="206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8" dur="10" fill="hold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69" dur="10" fill="hold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70" dur="10" fill="hold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1" dur="10" fill="hold"/>
                                        <p:tgtEl>
                                          <p:spTgt spid="1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2" fill="hold">
                            <p:stCondLst>
                              <p:cond delay="6290"/>
                            </p:stCondLst>
                            <p:childTnLst>
                              <p:par>
                                <p:cTn id="207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4" dur="1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75" dur="1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76" dur="1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7" dur="1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8" fill="hold">
                            <p:stCondLst>
                              <p:cond delay="6300"/>
                            </p:stCondLst>
                            <p:childTnLst>
                              <p:par>
                                <p:cTn id="207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0" dur="10" fill="hold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81" dur="10" fill="hold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82" dur="10" fill="hold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3" dur="10" fill="hold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4" fill="hold">
                            <p:stCondLst>
                              <p:cond delay="6310"/>
                            </p:stCondLst>
                            <p:childTnLst>
                              <p:par>
                                <p:cTn id="208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6" dur="10" fill="hold"/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87" dur="10" fill="hold"/>
                                        <p:tgtEl>
                                          <p:spTgt spid="1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88" dur="10" fill="hold"/>
                                        <p:tgtEl>
                                          <p:spTgt spid="1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9" dur="10" fill="hold"/>
                                        <p:tgtEl>
                                          <p:spTgt spid="1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0" fill="hold">
                            <p:stCondLst>
                              <p:cond delay="6320"/>
                            </p:stCondLst>
                            <p:childTnLst>
                              <p:par>
                                <p:cTn id="209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92" dur="10" fill="hold"/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93" dur="10" fill="hold"/>
                                        <p:tgtEl>
                                          <p:spTgt spid="11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94" dur="10" fill="hold"/>
                                        <p:tgtEl>
                                          <p:spTgt spid="11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95" dur="10" fill="hold"/>
                                        <p:tgtEl>
                                          <p:spTgt spid="11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6" fill="hold">
                            <p:stCondLst>
                              <p:cond delay="6330"/>
                            </p:stCondLst>
                            <p:childTnLst>
                              <p:par>
                                <p:cTn id="209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98" dur="10" fill="hold"/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099" dur="10" fill="hold"/>
                                        <p:tgtEl>
                                          <p:spTgt spid="11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00" dur="10" fill="hold"/>
                                        <p:tgtEl>
                                          <p:spTgt spid="11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01" dur="10" fill="hold"/>
                                        <p:tgtEl>
                                          <p:spTgt spid="11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2" fill="hold">
                            <p:stCondLst>
                              <p:cond delay="6340"/>
                            </p:stCondLst>
                            <p:childTnLst>
                              <p:par>
                                <p:cTn id="210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4" dur="10" fill="hold"/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05" dur="10" fill="hold"/>
                                        <p:tgtEl>
                                          <p:spTgt spid="1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06" dur="10" fill="hold"/>
                                        <p:tgtEl>
                                          <p:spTgt spid="1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07" dur="10" fill="hold"/>
                                        <p:tgtEl>
                                          <p:spTgt spid="1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8" fill="hold">
                            <p:stCondLst>
                              <p:cond delay="6350"/>
                            </p:stCondLst>
                            <p:childTnLst>
                              <p:par>
                                <p:cTn id="210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0" dur="10" fill="hold"/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11" dur="10" fill="hold"/>
                                        <p:tgtEl>
                                          <p:spTgt spid="1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12" dur="10" fill="hold"/>
                                        <p:tgtEl>
                                          <p:spTgt spid="1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3" dur="10" fill="hold"/>
                                        <p:tgtEl>
                                          <p:spTgt spid="11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4" fill="hold">
                            <p:stCondLst>
                              <p:cond delay="6360"/>
                            </p:stCondLst>
                            <p:childTnLst>
                              <p:par>
                                <p:cTn id="211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6" dur="10" fill="hold"/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17" dur="10" fill="hold"/>
                                        <p:tgtEl>
                                          <p:spTgt spid="1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18" dur="10" fill="hold"/>
                                        <p:tgtEl>
                                          <p:spTgt spid="1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9" dur="10" fill="hold"/>
                                        <p:tgtEl>
                                          <p:spTgt spid="11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0" fill="hold">
                            <p:stCondLst>
                              <p:cond delay="6370"/>
                            </p:stCondLst>
                            <p:childTnLst>
                              <p:par>
                                <p:cTn id="212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2" dur="10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23" dur="10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24" dur="10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5" dur="10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6" fill="hold">
                            <p:stCondLst>
                              <p:cond delay="6380"/>
                            </p:stCondLst>
                            <p:childTnLst>
                              <p:par>
                                <p:cTn id="212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8" dur="10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29" dur="10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30" dur="10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1" dur="10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2" fill="hold">
                            <p:stCondLst>
                              <p:cond delay="6390"/>
                            </p:stCondLst>
                            <p:childTnLst>
                              <p:par>
                                <p:cTn id="213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34" dur="10" fill="hold"/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35" dur="10" fill="hold"/>
                                        <p:tgtEl>
                                          <p:spTgt spid="1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36" dur="10" fill="hold"/>
                                        <p:tgtEl>
                                          <p:spTgt spid="1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7" dur="10" fill="hold"/>
                                        <p:tgtEl>
                                          <p:spTgt spid="1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8" fill="hold">
                            <p:stCondLst>
                              <p:cond delay="6400"/>
                            </p:stCondLst>
                            <p:childTnLst>
                              <p:par>
                                <p:cTn id="213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0" dur="10" fill="hold"/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41" dur="10" fill="hold"/>
                                        <p:tgtEl>
                                          <p:spTgt spid="1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42" dur="10" fill="hold"/>
                                        <p:tgtEl>
                                          <p:spTgt spid="1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43" dur="10" fill="hold"/>
                                        <p:tgtEl>
                                          <p:spTgt spid="1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4" fill="hold">
                            <p:stCondLst>
                              <p:cond delay="6410"/>
                            </p:stCondLst>
                            <p:childTnLst>
                              <p:par>
                                <p:cTn id="214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6" dur="10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47" dur="10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48" dur="10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49" dur="10" fill="hold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0" fill="hold">
                            <p:stCondLst>
                              <p:cond delay="6420"/>
                            </p:stCondLst>
                            <p:childTnLst>
                              <p:par>
                                <p:cTn id="215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2" dur="10" fill="hold"/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53" dur="10" fill="hold"/>
                                        <p:tgtEl>
                                          <p:spTgt spid="1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54" dur="10" fill="hold"/>
                                        <p:tgtEl>
                                          <p:spTgt spid="1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5" dur="10" fill="hold"/>
                                        <p:tgtEl>
                                          <p:spTgt spid="11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6" fill="hold">
                            <p:stCondLst>
                              <p:cond delay="6430"/>
                            </p:stCondLst>
                            <p:childTnLst>
                              <p:par>
                                <p:cTn id="215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8" dur="10" fill="hold"/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59" dur="10" fill="hold"/>
                                        <p:tgtEl>
                                          <p:spTgt spid="11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60" dur="10" fill="hold"/>
                                        <p:tgtEl>
                                          <p:spTgt spid="11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61" dur="10" fill="hold"/>
                                        <p:tgtEl>
                                          <p:spTgt spid="11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2" fill="hold">
                            <p:stCondLst>
                              <p:cond delay="6440"/>
                            </p:stCondLst>
                            <p:childTnLst>
                              <p:par>
                                <p:cTn id="216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64" dur="10" fill="hold"/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65" dur="10" fill="hold"/>
                                        <p:tgtEl>
                                          <p:spTgt spid="1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66" dur="10" fill="hold"/>
                                        <p:tgtEl>
                                          <p:spTgt spid="1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67" dur="10" fill="hold"/>
                                        <p:tgtEl>
                                          <p:spTgt spid="11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8" fill="hold">
                            <p:stCondLst>
                              <p:cond delay="6450"/>
                            </p:stCondLst>
                            <p:childTnLst>
                              <p:par>
                                <p:cTn id="216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0" dur="10" fill="hold"/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71" dur="10" fill="hold"/>
                                        <p:tgtEl>
                                          <p:spTgt spid="11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72" dur="10" fill="hold"/>
                                        <p:tgtEl>
                                          <p:spTgt spid="11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3" dur="10" fill="hold"/>
                                        <p:tgtEl>
                                          <p:spTgt spid="11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4" fill="hold">
                            <p:stCondLst>
                              <p:cond delay="6460"/>
                            </p:stCondLst>
                            <p:childTnLst>
                              <p:par>
                                <p:cTn id="217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6" dur="10" fill="hold"/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77" dur="10" fill="hold"/>
                                        <p:tgtEl>
                                          <p:spTgt spid="1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78" dur="10" fill="hold"/>
                                        <p:tgtEl>
                                          <p:spTgt spid="1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9" dur="10" fill="hold"/>
                                        <p:tgtEl>
                                          <p:spTgt spid="11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0" fill="hold">
                            <p:stCondLst>
                              <p:cond delay="6470"/>
                            </p:stCondLst>
                            <p:childTnLst>
                              <p:par>
                                <p:cTn id="218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82" dur="10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83" dur="10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84" dur="10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5" dur="10" fill="hold"/>
                                        <p:tgtEl>
                                          <p:spTgt spid="1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6" fill="hold">
                            <p:stCondLst>
                              <p:cond delay="6480"/>
                            </p:stCondLst>
                            <p:childTnLst>
                              <p:par>
                                <p:cTn id="218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88" dur="10" fill="hold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89" dur="10" fill="hold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90" dur="10" fill="hold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1" dur="10" fill="hold"/>
                                        <p:tgtEl>
                                          <p:spTgt spid="11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2" fill="hold">
                            <p:stCondLst>
                              <p:cond delay="6490"/>
                            </p:stCondLst>
                            <p:childTnLst>
                              <p:par>
                                <p:cTn id="219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4" dur="10" fill="hold"/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95" dur="10" fill="hold"/>
                                        <p:tgtEl>
                                          <p:spTgt spid="1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196" dur="10" fill="hold"/>
                                        <p:tgtEl>
                                          <p:spTgt spid="1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7" dur="10" fill="hold"/>
                                        <p:tgtEl>
                                          <p:spTgt spid="11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8" fill="hold">
                            <p:stCondLst>
                              <p:cond delay="6500"/>
                            </p:stCondLst>
                            <p:childTnLst>
                              <p:par>
                                <p:cTn id="219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0" dur="10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01" dur="10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02" dur="10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03" dur="10" fill="hold"/>
                                        <p:tgtEl>
                                          <p:spTgt spid="1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4" fill="hold">
                            <p:stCondLst>
                              <p:cond delay="6510"/>
                            </p:stCondLst>
                            <p:childTnLst>
                              <p:par>
                                <p:cTn id="220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6" dur="10" fill="hold"/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07" dur="10" fill="hold"/>
                                        <p:tgtEl>
                                          <p:spTgt spid="1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08" dur="10" fill="hold"/>
                                        <p:tgtEl>
                                          <p:spTgt spid="1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09" dur="10" fill="hold"/>
                                        <p:tgtEl>
                                          <p:spTgt spid="1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0" fill="hold">
                            <p:stCondLst>
                              <p:cond delay="6520"/>
                            </p:stCondLst>
                            <p:childTnLst>
                              <p:par>
                                <p:cTn id="221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12" dur="10" fill="hold"/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13" dur="10" fill="hold"/>
                                        <p:tgtEl>
                                          <p:spTgt spid="1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14" dur="10" fill="hold"/>
                                        <p:tgtEl>
                                          <p:spTgt spid="1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5" dur="10" fill="hold"/>
                                        <p:tgtEl>
                                          <p:spTgt spid="1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6" fill="hold">
                            <p:stCondLst>
                              <p:cond delay="6530"/>
                            </p:stCondLst>
                            <p:childTnLst>
                              <p:par>
                                <p:cTn id="221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18" dur="10" fill="hold"/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19" dur="10" fill="hold"/>
                                        <p:tgtEl>
                                          <p:spTgt spid="11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20" dur="10" fill="hold"/>
                                        <p:tgtEl>
                                          <p:spTgt spid="11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1" dur="10" fill="hold"/>
                                        <p:tgtEl>
                                          <p:spTgt spid="11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2" fill="hold">
                            <p:stCondLst>
                              <p:cond delay="6540"/>
                            </p:stCondLst>
                            <p:childTnLst>
                              <p:par>
                                <p:cTn id="222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4" dur="10" fill="hold"/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25" dur="10" fill="hold"/>
                                        <p:tgtEl>
                                          <p:spTgt spid="11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26" dur="10" fill="hold"/>
                                        <p:tgtEl>
                                          <p:spTgt spid="11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7" dur="10" fill="hold"/>
                                        <p:tgtEl>
                                          <p:spTgt spid="11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8" fill="hold">
                            <p:stCondLst>
                              <p:cond delay="6550"/>
                            </p:stCondLst>
                            <p:childTnLst>
                              <p:par>
                                <p:cTn id="222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30" dur="10" fill="hold"/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31" dur="10" fill="hold"/>
                                        <p:tgtEl>
                                          <p:spTgt spid="11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32" dur="10" fill="hold"/>
                                        <p:tgtEl>
                                          <p:spTgt spid="11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3" dur="10" fill="hold"/>
                                        <p:tgtEl>
                                          <p:spTgt spid="11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4" fill="hold">
                            <p:stCondLst>
                              <p:cond delay="6560"/>
                            </p:stCondLst>
                            <p:childTnLst>
                              <p:par>
                                <p:cTn id="223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36" dur="10" fill="hold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37" dur="10" fill="hold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38" dur="10" fill="hold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9" dur="10" fill="hold"/>
                                        <p:tgtEl>
                                          <p:spTgt spid="11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0" fill="hold">
                            <p:stCondLst>
                              <p:cond delay="6570"/>
                            </p:stCondLst>
                            <p:childTnLst>
                              <p:par>
                                <p:cTn id="224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2" dur="10" fill="hold"/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43" dur="10" fill="hold"/>
                                        <p:tgtEl>
                                          <p:spTgt spid="1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44" dur="10" fill="hold"/>
                                        <p:tgtEl>
                                          <p:spTgt spid="1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5" dur="10" fill="hold"/>
                                        <p:tgtEl>
                                          <p:spTgt spid="11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6" fill="hold">
                            <p:stCondLst>
                              <p:cond delay="6580"/>
                            </p:stCondLst>
                            <p:childTnLst>
                              <p:par>
                                <p:cTn id="224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8" dur="10" fill="hold"/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49" dur="10" fill="hold"/>
                                        <p:tgtEl>
                                          <p:spTgt spid="1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50" dur="10" fill="hold"/>
                                        <p:tgtEl>
                                          <p:spTgt spid="1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51" dur="10" fill="hold"/>
                                        <p:tgtEl>
                                          <p:spTgt spid="11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2" fill="hold">
                            <p:stCondLst>
                              <p:cond delay="6590"/>
                            </p:stCondLst>
                            <p:childTnLst>
                              <p:par>
                                <p:cTn id="225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54" dur="10" fill="hold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55" dur="10" fill="hold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56" dur="10" fill="hold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57" dur="10" fill="hold"/>
                                        <p:tgtEl>
                                          <p:spTgt spid="11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8" fill="hold">
                            <p:stCondLst>
                              <p:cond delay="6600"/>
                            </p:stCondLst>
                            <p:childTnLst>
                              <p:par>
                                <p:cTn id="225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0" dur="10" fill="hold"/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61" dur="10" fill="hold"/>
                                        <p:tgtEl>
                                          <p:spTgt spid="11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62" dur="10" fill="hold"/>
                                        <p:tgtEl>
                                          <p:spTgt spid="11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3" dur="10" fill="hold"/>
                                        <p:tgtEl>
                                          <p:spTgt spid="11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4" fill="hold">
                            <p:stCondLst>
                              <p:cond delay="6610"/>
                            </p:stCondLst>
                            <p:childTnLst>
                              <p:par>
                                <p:cTn id="226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6" dur="10" fill="hold"/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67" dur="10" fill="hold"/>
                                        <p:tgtEl>
                                          <p:spTgt spid="11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68" dur="10" fill="hold"/>
                                        <p:tgtEl>
                                          <p:spTgt spid="11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9" dur="10" fill="hold"/>
                                        <p:tgtEl>
                                          <p:spTgt spid="11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0" fill="hold">
                            <p:stCondLst>
                              <p:cond delay="6620"/>
                            </p:stCondLst>
                            <p:childTnLst>
                              <p:par>
                                <p:cTn id="227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72" dur="10" fill="hold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73" dur="10" fill="hold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74" dur="10" fill="hold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5" dur="10" fill="hold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6" fill="hold">
                            <p:stCondLst>
                              <p:cond delay="6630"/>
                            </p:stCondLst>
                            <p:childTnLst>
                              <p:par>
                                <p:cTn id="227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78" dur="10" fill="hold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79" dur="10" fill="hold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80" dur="10" fill="hold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81" dur="10" fill="hold"/>
                                        <p:tgtEl>
                                          <p:spTgt spid="11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2" fill="hold">
                            <p:stCondLst>
                              <p:cond delay="6640"/>
                            </p:stCondLst>
                            <p:childTnLst>
                              <p:par>
                                <p:cTn id="228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4" dur="10" fill="hold"/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85" dur="10" fill="hold"/>
                                        <p:tgtEl>
                                          <p:spTgt spid="1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86" dur="10" fill="hold"/>
                                        <p:tgtEl>
                                          <p:spTgt spid="1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87" dur="10" fill="hold"/>
                                        <p:tgtEl>
                                          <p:spTgt spid="1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8" fill="hold">
                            <p:stCondLst>
                              <p:cond delay="6650"/>
                            </p:stCondLst>
                            <p:childTnLst>
                              <p:par>
                                <p:cTn id="228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0" dur="10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91" dur="10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92" dur="10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3" dur="10" fill="hold"/>
                                        <p:tgtEl>
                                          <p:spTgt spid="1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4" fill="hold">
                            <p:stCondLst>
                              <p:cond delay="6660"/>
                            </p:stCondLst>
                            <p:childTnLst>
                              <p:par>
                                <p:cTn id="229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6" dur="10" fill="hold"/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97" dur="10" fill="hold"/>
                                        <p:tgtEl>
                                          <p:spTgt spid="1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98" dur="10" fill="hold"/>
                                        <p:tgtEl>
                                          <p:spTgt spid="1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9" dur="10" fill="hold"/>
                                        <p:tgtEl>
                                          <p:spTgt spid="1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0" fill="hold">
                            <p:stCondLst>
                              <p:cond delay="6670"/>
                            </p:stCondLst>
                            <p:childTnLst>
                              <p:par>
                                <p:cTn id="230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02" dur="10" fill="hold"/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03" dur="10" fill="hold"/>
                                        <p:tgtEl>
                                          <p:spTgt spid="11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04" dur="10" fill="hold"/>
                                        <p:tgtEl>
                                          <p:spTgt spid="11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05" dur="10" fill="hold"/>
                                        <p:tgtEl>
                                          <p:spTgt spid="11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6" fill="hold">
                            <p:stCondLst>
                              <p:cond delay="6680"/>
                            </p:stCondLst>
                            <p:childTnLst>
                              <p:par>
                                <p:cTn id="230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08" dur="10" fill="hold"/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09" dur="10" fill="hold"/>
                                        <p:tgtEl>
                                          <p:spTgt spid="11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10" dur="10" fill="hold"/>
                                        <p:tgtEl>
                                          <p:spTgt spid="11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1" dur="10" fill="hold"/>
                                        <p:tgtEl>
                                          <p:spTgt spid="11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2" fill="hold">
                            <p:stCondLst>
                              <p:cond delay="6690"/>
                            </p:stCondLst>
                            <p:childTnLst>
                              <p:par>
                                <p:cTn id="231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4" dur="10" fill="hold"/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15" dur="10" fill="hold"/>
                                        <p:tgtEl>
                                          <p:spTgt spid="11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16" dur="10" fill="hold"/>
                                        <p:tgtEl>
                                          <p:spTgt spid="11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7" dur="10" fill="hold"/>
                                        <p:tgtEl>
                                          <p:spTgt spid="11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8" fill="hold">
                            <p:stCondLst>
                              <p:cond delay="6700"/>
                            </p:stCondLst>
                            <p:childTnLst>
                              <p:par>
                                <p:cTn id="231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0" dur="10" fill="hold"/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21" dur="10" fill="hold"/>
                                        <p:tgtEl>
                                          <p:spTgt spid="11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22" dur="10" fill="hold"/>
                                        <p:tgtEl>
                                          <p:spTgt spid="11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23" dur="10" fill="hold"/>
                                        <p:tgtEl>
                                          <p:spTgt spid="11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4" fill="hold">
                            <p:stCondLst>
                              <p:cond delay="6710"/>
                            </p:stCondLst>
                            <p:childTnLst>
                              <p:par>
                                <p:cTn id="232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6" dur="10" fill="hold"/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27" dur="10" fill="hold"/>
                                        <p:tgtEl>
                                          <p:spTgt spid="11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28" dur="10" fill="hold"/>
                                        <p:tgtEl>
                                          <p:spTgt spid="11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29" dur="10" fill="hold"/>
                                        <p:tgtEl>
                                          <p:spTgt spid="11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0" fill="hold">
                            <p:stCondLst>
                              <p:cond delay="6720"/>
                            </p:stCondLst>
                            <p:childTnLst>
                              <p:par>
                                <p:cTn id="233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32" dur="10" fill="hold"/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33" dur="10" fill="hold"/>
                                        <p:tgtEl>
                                          <p:spTgt spid="11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34" dur="10" fill="hold"/>
                                        <p:tgtEl>
                                          <p:spTgt spid="11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5" dur="10" fill="hold"/>
                                        <p:tgtEl>
                                          <p:spTgt spid="11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6" fill="hold">
                            <p:stCondLst>
                              <p:cond delay="6730"/>
                            </p:stCondLst>
                            <p:childTnLst>
                              <p:par>
                                <p:cTn id="233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38" dur="10" fill="hold"/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39" dur="10" fill="hold"/>
                                        <p:tgtEl>
                                          <p:spTgt spid="11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40" dur="10" fill="hold"/>
                                        <p:tgtEl>
                                          <p:spTgt spid="11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41" dur="10" fill="hold"/>
                                        <p:tgtEl>
                                          <p:spTgt spid="11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2" fill="hold">
                            <p:stCondLst>
                              <p:cond delay="6740"/>
                            </p:stCondLst>
                            <p:childTnLst>
                              <p:par>
                                <p:cTn id="234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4" dur="10" fill="hold"/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45" dur="10" fill="hold"/>
                                        <p:tgtEl>
                                          <p:spTgt spid="11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46" dur="10" fill="hold"/>
                                        <p:tgtEl>
                                          <p:spTgt spid="11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47" dur="10" fill="hold"/>
                                        <p:tgtEl>
                                          <p:spTgt spid="11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8" fill="hold">
                            <p:stCondLst>
                              <p:cond delay="6750"/>
                            </p:stCondLst>
                            <p:childTnLst>
                              <p:par>
                                <p:cTn id="234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50" dur="10" fill="hold"/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51" dur="10" fill="hold"/>
                                        <p:tgtEl>
                                          <p:spTgt spid="11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52" dur="10" fill="hold"/>
                                        <p:tgtEl>
                                          <p:spTgt spid="11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3" dur="10" fill="hold"/>
                                        <p:tgtEl>
                                          <p:spTgt spid="11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4" fill="hold">
                            <p:stCondLst>
                              <p:cond delay="6760"/>
                            </p:stCondLst>
                            <p:childTnLst>
                              <p:par>
                                <p:cTn id="235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56" dur="10" fill="hold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57" dur="10" fill="hold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58" dur="10" fill="hold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9" dur="10" fill="hold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0" fill="hold">
                            <p:stCondLst>
                              <p:cond delay="6770"/>
                            </p:stCondLst>
                            <p:childTnLst>
                              <p:par>
                                <p:cTn id="236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2" dur="10" fill="hold"/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63" dur="10" fill="hold"/>
                                        <p:tgtEl>
                                          <p:spTgt spid="11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64" dur="10" fill="hold"/>
                                        <p:tgtEl>
                                          <p:spTgt spid="11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5" dur="10" fill="hold"/>
                                        <p:tgtEl>
                                          <p:spTgt spid="11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6" fill="hold">
                            <p:stCondLst>
                              <p:cond delay="6780"/>
                            </p:stCondLst>
                            <p:childTnLst>
                              <p:par>
                                <p:cTn id="236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8" dur="10" fill="hold"/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69" dur="10" fill="hold"/>
                                        <p:tgtEl>
                                          <p:spTgt spid="11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70" dur="10" fill="hold"/>
                                        <p:tgtEl>
                                          <p:spTgt spid="11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71" dur="10" fill="hold"/>
                                        <p:tgtEl>
                                          <p:spTgt spid="11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2" fill="hold">
                            <p:stCondLst>
                              <p:cond delay="6790"/>
                            </p:stCondLst>
                            <p:childTnLst>
                              <p:par>
                                <p:cTn id="237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74" dur="10" fill="hold"/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75" dur="10" fill="hold"/>
                                        <p:tgtEl>
                                          <p:spTgt spid="11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76" dur="10" fill="hold"/>
                                        <p:tgtEl>
                                          <p:spTgt spid="11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77" dur="10" fill="hold"/>
                                        <p:tgtEl>
                                          <p:spTgt spid="11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8" fill="hold">
                            <p:stCondLst>
                              <p:cond delay="6800"/>
                            </p:stCondLst>
                            <p:childTnLst>
                              <p:par>
                                <p:cTn id="237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0" dur="10" fill="hold"/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81" dur="10" fill="hold"/>
                                        <p:tgtEl>
                                          <p:spTgt spid="11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82" dur="10" fill="hold"/>
                                        <p:tgtEl>
                                          <p:spTgt spid="11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3" dur="10" fill="hold"/>
                                        <p:tgtEl>
                                          <p:spTgt spid="11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4" fill="hold">
                            <p:stCondLst>
                              <p:cond delay="6810"/>
                            </p:stCondLst>
                            <p:childTnLst>
                              <p:par>
                                <p:cTn id="238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6" dur="10" fill="hold"/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87" dur="10" fill="hold"/>
                                        <p:tgtEl>
                                          <p:spTgt spid="11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88" dur="10" fill="hold"/>
                                        <p:tgtEl>
                                          <p:spTgt spid="11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9" dur="10" fill="hold"/>
                                        <p:tgtEl>
                                          <p:spTgt spid="11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0" fill="hold">
                            <p:stCondLst>
                              <p:cond delay="6820"/>
                            </p:stCondLst>
                            <p:childTnLst>
                              <p:par>
                                <p:cTn id="239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92" dur="10" fill="hold"/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93" dur="10" fill="hold"/>
                                        <p:tgtEl>
                                          <p:spTgt spid="11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94" dur="10" fill="hold"/>
                                        <p:tgtEl>
                                          <p:spTgt spid="11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5" dur="10" fill="hold"/>
                                        <p:tgtEl>
                                          <p:spTgt spid="11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6" fill="hold">
                            <p:stCondLst>
                              <p:cond delay="6830"/>
                            </p:stCondLst>
                            <p:childTnLst>
                              <p:par>
                                <p:cTn id="239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98" dur="10" fill="hold"/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99" dur="10" fill="hold"/>
                                        <p:tgtEl>
                                          <p:spTgt spid="11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00" dur="10" fill="hold"/>
                                        <p:tgtEl>
                                          <p:spTgt spid="11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01" dur="10" fill="hold"/>
                                        <p:tgtEl>
                                          <p:spTgt spid="11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2" fill="hold">
                            <p:stCondLst>
                              <p:cond delay="6840"/>
                            </p:stCondLst>
                            <p:childTnLst>
                              <p:par>
                                <p:cTn id="240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04" dur="10" fill="hold"/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05" dur="10" fill="hold"/>
                                        <p:tgtEl>
                                          <p:spTgt spid="11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06" dur="10" fill="hold"/>
                                        <p:tgtEl>
                                          <p:spTgt spid="11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07" dur="10" fill="hold"/>
                                        <p:tgtEl>
                                          <p:spTgt spid="11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8" fill="hold">
                            <p:stCondLst>
                              <p:cond delay="6850"/>
                            </p:stCondLst>
                            <p:childTnLst>
                              <p:par>
                                <p:cTn id="240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0" dur="10" fill="hold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11" dur="10" fill="hold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12" dur="10" fill="hold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13" dur="10" fill="hold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4" fill="hold">
                            <p:stCondLst>
                              <p:cond delay="6860"/>
                            </p:stCondLst>
                            <p:childTnLst>
                              <p:par>
                                <p:cTn id="241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6" dur="10" fill="hold"/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17" dur="10" fill="hold"/>
                                        <p:tgtEl>
                                          <p:spTgt spid="11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18" dur="10" fill="hold"/>
                                        <p:tgtEl>
                                          <p:spTgt spid="11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19" dur="10" fill="hold"/>
                                        <p:tgtEl>
                                          <p:spTgt spid="11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0" fill="hold">
                            <p:stCondLst>
                              <p:cond delay="6870"/>
                            </p:stCondLst>
                            <p:childTnLst>
                              <p:par>
                                <p:cTn id="242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22" dur="10" fill="hold"/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23" dur="10" fill="hold"/>
                                        <p:tgtEl>
                                          <p:spTgt spid="11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24" dur="10" fill="hold"/>
                                        <p:tgtEl>
                                          <p:spTgt spid="11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5" dur="10" fill="hold"/>
                                        <p:tgtEl>
                                          <p:spTgt spid="11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6" fill="hold">
                            <p:stCondLst>
                              <p:cond delay="6880"/>
                            </p:stCondLst>
                            <p:childTnLst>
                              <p:par>
                                <p:cTn id="242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28" dur="10" fill="hold"/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29" dur="10" fill="hold"/>
                                        <p:tgtEl>
                                          <p:spTgt spid="11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30" dur="10" fill="hold"/>
                                        <p:tgtEl>
                                          <p:spTgt spid="11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1" dur="10" fill="hold"/>
                                        <p:tgtEl>
                                          <p:spTgt spid="11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2" fill="hold">
                            <p:stCondLst>
                              <p:cond delay="6890"/>
                            </p:stCondLst>
                            <p:childTnLst>
                              <p:par>
                                <p:cTn id="243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34" dur="10" fill="hold"/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35" dur="10" fill="hold"/>
                                        <p:tgtEl>
                                          <p:spTgt spid="11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36" dur="10" fill="hold"/>
                                        <p:tgtEl>
                                          <p:spTgt spid="11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7" dur="10" fill="hold"/>
                                        <p:tgtEl>
                                          <p:spTgt spid="11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8" fill="hold">
                            <p:stCondLst>
                              <p:cond delay="6900"/>
                            </p:stCondLst>
                            <p:childTnLst>
                              <p:par>
                                <p:cTn id="243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0" dur="10" fill="hold"/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41" dur="10" fill="hold"/>
                                        <p:tgtEl>
                                          <p:spTgt spid="11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42" dur="10" fill="hold"/>
                                        <p:tgtEl>
                                          <p:spTgt spid="11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3" dur="10" fill="hold"/>
                                        <p:tgtEl>
                                          <p:spTgt spid="11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4" fill="hold">
                            <p:stCondLst>
                              <p:cond delay="6910"/>
                            </p:stCondLst>
                            <p:childTnLst>
                              <p:par>
                                <p:cTn id="244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6" dur="10" fill="hold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47" dur="10" fill="hold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48" dur="10" fill="hold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9" dur="10" fill="hold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0" fill="hold">
                            <p:stCondLst>
                              <p:cond delay="6920"/>
                            </p:stCondLst>
                            <p:childTnLst>
                              <p:par>
                                <p:cTn id="245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52" dur="10" fill="hold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53" dur="10" fill="hold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54" dur="10" fill="hold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55" dur="10" fill="hold"/>
                                        <p:tgtEl>
                                          <p:spTgt spid="11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6" fill="hold">
                            <p:stCondLst>
                              <p:cond delay="6930"/>
                            </p:stCondLst>
                            <p:childTnLst>
                              <p:par>
                                <p:cTn id="245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58" dur="10" fill="hold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59" dur="10" fill="hold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60" dur="10" fill="hold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61" dur="10" fill="hold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2" fill="hold">
                            <p:stCondLst>
                              <p:cond delay="6940"/>
                            </p:stCondLst>
                            <p:childTnLst>
                              <p:par>
                                <p:cTn id="246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4" dur="10" fill="hold"/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65" dur="10" fill="hold"/>
                                        <p:tgtEl>
                                          <p:spTgt spid="11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66" dur="10" fill="hold"/>
                                        <p:tgtEl>
                                          <p:spTgt spid="11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67" dur="10" fill="hold"/>
                                        <p:tgtEl>
                                          <p:spTgt spid="11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8" fill="hold">
                            <p:stCondLst>
                              <p:cond delay="6950"/>
                            </p:stCondLst>
                            <p:childTnLst>
                              <p:par>
                                <p:cTn id="246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0" dur="10" fill="hold"/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71" dur="10" fill="hold"/>
                                        <p:tgtEl>
                                          <p:spTgt spid="11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72" dur="10" fill="hold"/>
                                        <p:tgtEl>
                                          <p:spTgt spid="11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3" dur="10" fill="hold"/>
                                        <p:tgtEl>
                                          <p:spTgt spid="11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4" fill="hold">
                            <p:stCondLst>
                              <p:cond delay="6960"/>
                            </p:stCondLst>
                            <p:childTnLst>
                              <p:par>
                                <p:cTn id="247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6" dur="10" fill="hold"/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77" dur="10" fill="hold"/>
                                        <p:tgtEl>
                                          <p:spTgt spid="11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78" dur="10" fill="hold"/>
                                        <p:tgtEl>
                                          <p:spTgt spid="11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9" dur="10" fill="hold"/>
                                        <p:tgtEl>
                                          <p:spTgt spid="11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0" fill="hold">
                            <p:stCondLst>
                              <p:cond delay="6970"/>
                            </p:stCondLst>
                            <p:childTnLst>
                              <p:par>
                                <p:cTn id="248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82" dur="10" fill="hold"/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83" dur="10" fill="hold"/>
                                        <p:tgtEl>
                                          <p:spTgt spid="11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84" dur="10" fill="hold"/>
                                        <p:tgtEl>
                                          <p:spTgt spid="11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5" dur="10" fill="hold"/>
                                        <p:tgtEl>
                                          <p:spTgt spid="11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6" fill="hold">
                            <p:stCondLst>
                              <p:cond delay="6980"/>
                            </p:stCondLst>
                            <p:childTnLst>
                              <p:par>
                                <p:cTn id="248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88" dur="10" fill="hold"/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89" dur="10" fill="hold"/>
                                        <p:tgtEl>
                                          <p:spTgt spid="11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90" dur="10" fill="hold"/>
                                        <p:tgtEl>
                                          <p:spTgt spid="11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1" dur="10" fill="hold"/>
                                        <p:tgtEl>
                                          <p:spTgt spid="11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2" fill="hold">
                            <p:stCondLst>
                              <p:cond delay="6990"/>
                            </p:stCondLst>
                            <p:childTnLst>
                              <p:par>
                                <p:cTn id="249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94" dur="10" fill="hold"/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495" dur="10" fill="hold"/>
                                        <p:tgtEl>
                                          <p:spTgt spid="11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96" dur="10" fill="hold"/>
                                        <p:tgtEl>
                                          <p:spTgt spid="11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7" dur="10" fill="hold"/>
                                        <p:tgtEl>
                                          <p:spTgt spid="11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8" fill="hold">
                            <p:stCondLst>
                              <p:cond delay="7000"/>
                            </p:stCondLst>
                            <p:childTnLst>
                              <p:par>
                                <p:cTn id="249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0" dur="10" fill="hold"/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01" dur="10" fill="hold"/>
                                        <p:tgtEl>
                                          <p:spTgt spid="1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02" dur="10" fill="hold"/>
                                        <p:tgtEl>
                                          <p:spTgt spid="1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03" dur="10" fill="hold"/>
                                        <p:tgtEl>
                                          <p:spTgt spid="11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4" fill="hold">
                            <p:stCondLst>
                              <p:cond delay="7010"/>
                            </p:stCondLst>
                            <p:childTnLst>
                              <p:par>
                                <p:cTn id="250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6" dur="10" fill="hold"/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07" dur="10" fill="hold"/>
                                        <p:tgtEl>
                                          <p:spTgt spid="11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08" dur="10" fill="hold"/>
                                        <p:tgtEl>
                                          <p:spTgt spid="11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09" dur="10" fill="hold"/>
                                        <p:tgtEl>
                                          <p:spTgt spid="11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0" fill="hold">
                            <p:stCondLst>
                              <p:cond delay="7020"/>
                            </p:stCondLst>
                            <p:childTnLst>
                              <p:par>
                                <p:cTn id="251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12" dur="10" fill="hold"/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13" dur="10" fill="hold"/>
                                        <p:tgtEl>
                                          <p:spTgt spid="11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14" dur="10" fill="hold"/>
                                        <p:tgtEl>
                                          <p:spTgt spid="11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5" dur="10" fill="hold"/>
                                        <p:tgtEl>
                                          <p:spTgt spid="11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6" fill="hold">
                            <p:stCondLst>
                              <p:cond delay="7030"/>
                            </p:stCondLst>
                            <p:childTnLst>
                              <p:par>
                                <p:cTn id="251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18" dur="10" fill="hold"/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19" dur="10" fill="hold"/>
                                        <p:tgtEl>
                                          <p:spTgt spid="11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20" dur="10" fill="hold"/>
                                        <p:tgtEl>
                                          <p:spTgt spid="11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21" dur="10" fill="hold"/>
                                        <p:tgtEl>
                                          <p:spTgt spid="11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2" fill="hold">
                            <p:stCondLst>
                              <p:cond delay="7040"/>
                            </p:stCondLst>
                            <p:childTnLst>
                              <p:par>
                                <p:cTn id="252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4" dur="10" fill="hold"/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25" dur="10" fill="hold"/>
                                        <p:tgtEl>
                                          <p:spTgt spid="11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26" dur="10" fill="hold"/>
                                        <p:tgtEl>
                                          <p:spTgt spid="11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27" dur="10" fill="hold"/>
                                        <p:tgtEl>
                                          <p:spTgt spid="11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8" fill="hold">
                            <p:stCondLst>
                              <p:cond delay="7050"/>
                            </p:stCondLst>
                            <p:childTnLst>
                              <p:par>
                                <p:cTn id="252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0" dur="10" fill="hold"/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31" dur="10" fill="hold"/>
                                        <p:tgtEl>
                                          <p:spTgt spid="11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32" dur="10" fill="hold"/>
                                        <p:tgtEl>
                                          <p:spTgt spid="11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33" dur="10" fill="hold"/>
                                        <p:tgtEl>
                                          <p:spTgt spid="11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4" fill="hold">
                            <p:stCondLst>
                              <p:cond delay="7060"/>
                            </p:stCondLst>
                            <p:childTnLst>
                              <p:par>
                                <p:cTn id="253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6" dur="10" fill="hold"/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37" dur="10" fill="hold"/>
                                        <p:tgtEl>
                                          <p:spTgt spid="11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38" dur="10" fill="hold"/>
                                        <p:tgtEl>
                                          <p:spTgt spid="11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39" dur="10" fill="hold"/>
                                        <p:tgtEl>
                                          <p:spTgt spid="11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0" fill="hold">
                            <p:stCondLst>
                              <p:cond delay="7070"/>
                            </p:stCondLst>
                            <p:childTnLst>
                              <p:par>
                                <p:cTn id="254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2" dur="10" fill="hold"/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43" dur="10" fill="hold"/>
                                        <p:tgtEl>
                                          <p:spTgt spid="11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44" dur="10" fill="hold"/>
                                        <p:tgtEl>
                                          <p:spTgt spid="11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45" dur="10" fill="hold"/>
                                        <p:tgtEl>
                                          <p:spTgt spid="11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6" fill="hold">
                            <p:stCondLst>
                              <p:cond delay="7080"/>
                            </p:stCondLst>
                            <p:childTnLst>
                              <p:par>
                                <p:cTn id="254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8" dur="10" fill="hold"/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49" dur="10" fill="hold"/>
                                        <p:tgtEl>
                                          <p:spTgt spid="11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50" dur="10" fill="hold"/>
                                        <p:tgtEl>
                                          <p:spTgt spid="11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51" dur="10" fill="hold"/>
                                        <p:tgtEl>
                                          <p:spTgt spid="11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2" fill="hold">
                            <p:stCondLst>
                              <p:cond delay="7090"/>
                            </p:stCondLst>
                            <p:childTnLst>
                              <p:par>
                                <p:cTn id="255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54" dur="10" fill="hold"/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55" dur="10" fill="hold"/>
                                        <p:tgtEl>
                                          <p:spTgt spid="11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56" dur="10" fill="hold"/>
                                        <p:tgtEl>
                                          <p:spTgt spid="11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57" dur="10" fill="hold"/>
                                        <p:tgtEl>
                                          <p:spTgt spid="11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8" fill="hold">
                            <p:stCondLst>
                              <p:cond delay="7100"/>
                            </p:stCondLst>
                            <p:childTnLst>
                              <p:par>
                                <p:cTn id="255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60" dur="10" fill="hold"/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61" dur="10" fill="hold"/>
                                        <p:tgtEl>
                                          <p:spTgt spid="11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62" dur="10" fill="hold"/>
                                        <p:tgtEl>
                                          <p:spTgt spid="11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63" dur="10" fill="hold"/>
                                        <p:tgtEl>
                                          <p:spTgt spid="11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4" fill="hold">
                            <p:stCondLst>
                              <p:cond delay="7110"/>
                            </p:stCondLst>
                            <p:childTnLst>
                              <p:par>
                                <p:cTn id="256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66" dur="10" fill="hold"/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67" dur="10" fill="hold"/>
                                        <p:tgtEl>
                                          <p:spTgt spid="11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68" dur="10" fill="hold"/>
                                        <p:tgtEl>
                                          <p:spTgt spid="11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69" dur="10" fill="hold"/>
                                        <p:tgtEl>
                                          <p:spTgt spid="11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0" fill="hold">
                            <p:stCondLst>
                              <p:cond delay="7120"/>
                            </p:stCondLst>
                            <p:childTnLst>
                              <p:par>
                                <p:cTn id="257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72" dur="10" fill="hold"/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73" dur="10" fill="hold"/>
                                        <p:tgtEl>
                                          <p:spTgt spid="11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74" dur="10" fill="hold"/>
                                        <p:tgtEl>
                                          <p:spTgt spid="11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75" dur="10" fill="hold"/>
                                        <p:tgtEl>
                                          <p:spTgt spid="11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6" fill="hold">
                            <p:stCondLst>
                              <p:cond delay="7130"/>
                            </p:stCondLst>
                            <p:childTnLst>
                              <p:par>
                                <p:cTn id="257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78" dur="10" fill="hold"/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79" dur="10" fill="hold"/>
                                        <p:tgtEl>
                                          <p:spTgt spid="11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80" dur="10" fill="hold"/>
                                        <p:tgtEl>
                                          <p:spTgt spid="11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81" dur="10" fill="hold"/>
                                        <p:tgtEl>
                                          <p:spTgt spid="11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2" fill="hold">
                            <p:stCondLst>
                              <p:cond delay="7140"/>
                            </p:stCondLst>
                            <p:childTnLst>
                              <p:par>
                                <p:cTn id="258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4" dur="10" fill="hold"/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85" dur="10" fill="hold"/>
                                        <p:tgtEl>
                                          <p:spTgt spid="11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86" dur="10" fill="hold"/>
                                        <p:tgtEl>
                                          <p:spTgt spid="11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87" dur="10" fill="hold"/>
                                        <p:tgtEl>
                                          <p:spTgt spid="11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8" fill="hold">
                            <p:stCondLst>
                              <p:cond delay="7150"/>
                            </p:stCondLst>
                            <p:childTnLst>
                              <p:par>
                                <p:cTn id="258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90" dur="10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91" dur="10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92" dur="10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93" dur="10" fill="hold"/>
                                        <p:tgtEl>
                                          <p:spTgt spid="11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4" fill="hold">
                            <p:stCondLst>
                              <p:cond delay="7160"/>
                            </p:stCondLst>
                            <p:childTnLst>
                              <p:par>
                                <p:cTn id="259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96" dur="10" fill="hold"/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97" dur="10" fill="hold"/>
                                        <p:tgtEl>
                                          <p:spTgt spid="11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98" dur="10" fill="hold"/>
                                        <p:tgtEl>
                                          <p:spTgt spid="11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99" dur="10" fill="hold"/>
                                        <p:tgtEl>
                                          <p:spTgt spid="11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0" fill="hold">
                            <p:stCondLst>
                              <p:cond delay="7170"/>
                            </p:stCondLst>
                            <p:childTnLst>
                              <p:par>
                                <p:cTn id="260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02" dur="10" fill="hold"/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03" dur="10" fill="hold"/>
                                        <p:tgtEl>
                                          <p:spTgt spid="1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04" dur="10" fill="hold"/>
                                        <p:tgtEl>
                                          <p:spTgt spid="1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5" dur="10" fill="hold"/>
                                        <p:tgtEl>
                                          <p:spTgt spid="1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6" fill="hold">
                            <p:stCondLst>
                              <p:cond delay="7180"/>
                            </p:stCondLst>
                            <p:childTnLst>
                              <p:par>
                                <p:cTn id="260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08" dur="10" fill="hold"/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09" dur="10" fill="hold"/>
                                        <p:tgtEl>
                                          <p:spTgt spid="1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10" dur="10" fill="hold"/>
                                        <p:tgtEl>
                                          <p:spTgt spid="1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1" dur="10" fill="hold"/>
                                        <p:tgtEl>
                                          <p:spTgt spid="1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2" fill="hold">
                            <p:stCondLst>
                              <p:cond delay="7190"/>
                            </p:stCondLst>
                            <p:childTnLst>
                              <p:par>
                                <p:cTn id="261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14" dur="10" fill="hold"/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15" dur="10" fill="hold"/>
                                        <p:tgtEl>
                                          <p:spTgt spid="11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16" dur="10" fill="hold"/>
                                        <p:tgtEl>
                                          <p:spTgt spid="11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7" dur="10" fill="hold"/>
                                        <p:tgtEl>
                                          <p:spTgt spid="11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8" fill="hold">
                            <p:stCondLst>
                              <p:cond delay="7200"/>
                            </p:stCondLst>
                            <p:childTnLst>
                              <p:par>
                                <p:cTn id="261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0" dur="10" fill="hold"/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21" dur="10" fill="hold"/>
                                        <p:tgtEl>
                                          <p:spTgt spid="11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22" dur="10" fill="hold"/>
                                        <p:tgtEl>
                                          <p:spTgt spid="11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23" dur="10" fill="hold"/>
                                        <p:tgtEl>
                                          <p:spTgt spid="11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4" fill="hold">
                            <p:stCondLst>
                              <p:cond delay="7210"/>
                            </p:stCondLst>
                            <p:childTnLst>
                              <p:par>
                                <p:cTn id="262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6" dur="10" fill="hold"/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27" dur="10" fill="hold"/>
                                        <p:tgtEl>
                                          <p:spTgt spid="11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28" dur="10" fill="hold"/>
                                        <p:tgtEl>
                                          <p:spTgt spid="11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29" dur="10" fill="hold"/>
                                        <p:tgtEl>
                                          <p:spTgt spid="11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0" fill="hold">
                            <p:stCondLst>
                              <p:cond delay="7220"/>
                            </p:stCondLst>
                            <p:childTnLst>
                              <p:par>
                                <p:cTn id="263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2" dur="10" fill="hold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33" dur="10" fill="hold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34" dur="10" fill="hold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35" dur="10" fill="hold"/>
                                        <p:tgtEl>
                                          <p:spTgt spid="11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6" fill="hold">
                            <p:stCondLst>
                              <p:cond delay="7230"/>
                            </p:stCondLst>
                            <p:childTnLst>
                              <p:par>
                                <p:cTn id="263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8" dur="10" fill="hold"/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39" dur="10" fill="hold"/>
                                        <p:tgtEl>
                                          <p:spTgt spid="11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40" dur="10" fill="hold"/>
                                        <p:tgtEl>
                                          <p:spTgt spid="11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41" dur="10" fill="hold"/>
                                        <p:tgtEl>
                                          <p:spTgt spid="11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2" fill="hold">
                            <p:stCondLst>
                              <p:cond delay="7240"/>
                            </p:stCondLst>
                            <p:childTnLst>
                              <p:par>
                                <p:cTn id="264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44" dur="10" fill="hold"/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45" dur="10" fill="hold"/>
                                        <p:tgtEl>
                                          <p:spTgt spid="11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46" dur="10" fill="hold"/>
                                        <p:tgtEl>
                                          <p:spTgt spid="11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47" dur="10" fill="hold"/>
                                        <p:tgtEl>
                                          <p:spTgt spid="11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8" fill="hold">
                            <p:stCondLst>
                              <p:cond delay="7250"/>
                            </p:stCondLst>
                            <p:childTnLst>
                              <p:par>
                                <p:cTn id="264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0" dur="10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51" dur="10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52" dur="10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53" dur="10" fill="hold"/>
                                        <p:tgtEl>
                                          <p:spTgt spid="1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4" fill="hold">
                            <p:stCondLst>
                              <p:cond delay="7260"/>
                            </p:stCondLst>
                            <p:childTnLst>
                              <p:par>
                                <p:cTn id="265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6" dur="10" fill="hold"/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57" dur="10" fill="hold"/>
                                        <p:tgtEl>
                                          <p:spTgt spid="12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58" dur="10" fill="hold"/>
                                        <p:tgtEl>
                                          <p:spTgt spid="12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59" dur="10" fill="hold"/>
                                        <p:tgtEl>
                                          <p:spTgt spid="12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0" fill="hold">
                            <p:stCondLst>
                              <p:cond delay="7270"/>
                            </p:stCondLst>
                            <p:childTnLst>
                              <p:par>
                                <p:cTn id="266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62" dur="10" fill="hold"/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63" dur="10" fill="hold"/>
                                        <p:tgtEl>
                                          <p:spTgt spid="12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64" dur="10" fill="hold"/>
                                        <p:tgtEl>
                                          <p:spTgt spid="12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65" dur="10" fill="hold"/>
                                        <p:tgtEl>
                                          <p:spTgt spid="12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6" fill="hold">
                            <p:stCondLst>
                              <p:cond delay="7280"/>
                            </p:stCondLst>
                            <p:childTnLst>
                              <p:par>
                                <p:cTn id="266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68" dur="10" fill="hold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69" dur="10" fill="hold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70" dur="10" fill="hold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71" dur="10" fill="hold"/>
                                        <p:tgtEl>
                                          <p:spTgt spid="12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2" fill="hold">
                            <p:stCondLst>
                              <p:cond delay="7290"/>
                            </p:stCondLst>
                            <p:childTnLst>
                              <p:par>
                                <p:cTn id="267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74" dur="10" fill="hold"/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75" dur="10" fill="hold"/>
                                        <p:tgtEl>
                                          <p:spTgt spid="1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76" dur="10" fill="hold"/>
                                        <p:tgtEl>
                                          <p:spTgt spid="12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77" dur="10" fill="hold"/>
                                        <p:tgtEl>
                                          <p:spTgt spid="12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8" fill="hold">
                            <p:stCondLst>
                              <p:cond delay="7300"/>
                            </p:stCondLst>
                            <p:childTnLst>
                              <p:par>
                                <p:cTn id="267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80" dur="10" fill="hold"/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81" dur="10" fill="hold"/>
                                        <p:tgtEl>
                                          <p:spTgt spid="12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82" dur="10" fill="hold"/>
                                        <p:tgtEl>
                                          <p:spTgt spid="12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3" dur="10" fill="hold"/>
                                        <p:tgtEl>
                                          <p:spTgt spid="12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4" fill="hold">
                            <p:stCondLst>
                              <p:cond delay="7310"/>
                            </p:stCondLst>
                            <p:childTnLst>
                              <p:par>
                                <p:cTn id="268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86" dur="10" fill="hold"/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87" dur="10" fill="hold"/>
                                        <p:tgtEl>
                                          <p:spTgt spid="12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88" dur="10" fill="hold"/>
                                        <p:tgtEl>
                                          <p:spTgt spid="12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9" dur="10" fill="hold"/>
                                        <p:tgtEl>
                                          <p:spTgt spid="12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0" fill="hold">
                            <p:stCondLst>
                              <p:cond delay="7320"/>
                            </p:stCondLst>
                            <p:childTnLst>
                              <p:par>
                                <p:cTn id="269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92" dur="10" fill="hold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93" dur="10" fill="hold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94" dur="10" fill="hold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95" dur="10" fill="hold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6" fill="hold">
                            <p:stCondLst>
                              <p:cond delay="7330"/>
                            </p:stCondLst>
                            <p:childTnLst>
                              <p:par>
                                <p:cTn id="269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98" dur="10" fill="hold"/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99" dur="10" fill="hold"/>
                                        <p:tgtEl>
                                          <p:spTgt spid="12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00" dur="10" fill="hold"/>
                                        <p:tgtEl>
                                          <p:spTgt spid="12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01" dur="10" fill="hold"/>
                                        <p:tgtEl>
                                          <p:spTgt spid="12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2" fill="hold">
                            <p:stCondLst>
                              <p:cond delay="7340"/>
                            </p:stCondLst>
                            <p:childTnLst>
                              <p:par>
                                <p:cTn id="270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4" dur="10" fill="hold"/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05" dur="10" fill="hold"/>
                                        <p:tgtEl>
                                          <p:spTgt spid="12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06" dur="10" fill="hold"/>
                                        <p:tgtEl>
                                          <p:spTgt spid="12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07" dur="10" fill="hold"/>
                                        <p:tgtEl>
                                          <p:spTgt spid="12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8" fill="hold">
                            <p:stCondLst>
                              <p:cond delay="7350"/>
                            </p:stCondLst>
                            <p:childTnLst>
                              <p:par>
                                <p:cTn id="270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10" dur="10" fill="hold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11" dur="10" fill="hold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12" dur="10" fill="hold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13" dur="10" fill="hold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4" fill="hold">
                            <p:stCondLst>
                              <p:cond delay="7360"/>
                            </p:stCondLst>
                            <p:childTnLst>
                              <p:par>
                                <p:cTn id="271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16" dur="10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17" dur="10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18" dur="10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19" dur="10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0" fill="hold">
                            <p:stCondLst>
                              <p:cond delay="7370"/>
                            </p:stCondLst>
                            <p:childTnLst>
                              <p:par>
                                <p:cTn id="272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2" dur="10" fill="hold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23" dur="10" fill="hold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24" dur="10" fill="hold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5" dur="10" fill="hold"/>
                                        <p:tgtEl>
                                          <p:spTgt spid="12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6" fill="hold">
                            <p:stCondLst>
                              <p:cond delay="7380"/>
                            </p:stCondLst>
                            <p:childTnLst>
                              <p:par>
                                <p:cTn id="272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8" dur="10" fill="hold"/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29" dur="10" fill="hold"/>
                                        <p:tgtEl>
                                          <p:spTgt spid="1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30" dur="10" fill="hold"/>
                                        <p:tgtEl>
                                          <p:spTgt spid="1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31" dur="10" fill="hold"/>
                                        <p:tgtEl>
                                          <p:spTgt spid="1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2" fill="hold">
                            <p:stCondLst>
                              <p:cond delay="7390"/>
                            </p:stCondLst>
                            <p:childTnLst>
                              <p:par>
                                <p:cTn id="273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34" dur="10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35" dur="10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36" dur="10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37" dur="10" fill="hold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8" fill="hold">
                            <p:stCondLst>
                              <p:cond delay="7400"/>
                            </p:stCondLst>
                            <p:childTnLst>
                              <p:par>
                                <p:cTn id="273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0" dur="10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41" dur="10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42" dur="10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43" dur="10" fill="hold"/>
                                        <p:tgtEl>
                                          <p:spTgt spid="12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4" fill="hold">
                            <p:stCondLst>
                              <p:cond delay="7410"/>
                            </p:stCondLst>
                            <p:childTnLst>
                              <p:par>
                                <p:cTn id="274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6" dur="10" fill="hold"/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47" dur="10" fill="hold"/>
                                        <p:tgtEl>
                                          <p:spTgt spid="12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48" dur="10" fill="hold"/>
                                        <p:tgtEl>
                                          <p:spTgt spid="12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49" dur="10" fill="hold"/>
                                        <p:tgtEl>
                                          <p:spTgt spid="12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0" fill="hold">
                            <p:stCondLst>
                              <p:cond delay="7420"/>
                            </p:stCondLst>
                            <p:childTnLst>
                              <p:par>
                                <p:cTn id="275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52" dur="10" fill="hold"/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53" dur="10" fill="hold"/>
                                        <p:tgtEl>
                                          <p:spTgt spid="12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54" dur="10" fill="hold"/>
                                        <p:tgtEl>
                                          <p:spTgt spid="12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55" dur="10" fill="hold"/>
                                        <p:tgtEl>
                                          <p:spTgt spid="12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6" fill="hold">
                            <p:stCondLst>
                              <p:cond delay="7430"/>
                            </p:stCondLst>
                            <p:childTnLst>
                              <p:par>
                                <p:cTn id="275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58" dur="10" fill="hold"/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59" dur="10" fill="hold"/>
                                        <p:tgtEl>
                                          <p:spTgt spid="12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60" dur="10" fill="hold"/>
                                        <p:tgtEl>
                                          <p:spTgt spid="12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61" dur="10" fill="hold"/>
                                        <p:tgtEl>
                                          <p:spTgt spid="12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2" fill="hold">
                            <p:stCondLst>
                              <p:cond delay="7440"/>
                            </p:stCondLst>
                            <p:childTnLst>
                              <p:par>
                                <p:cTn id="276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64" dur="10" fill="hold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65" dur="10" fill="hold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66" dur="10" fill="hold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67" dur="10" fill="hold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8" fill="hold">
                            <p:stCondLst>
                              <p:cond delay="7450"/>
                            </p:stCondLst>
                            <p:childTnLst>
                              <p:par>
                                <p:cTn id="276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0" dur="10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71" dur="10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72" dur="10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3" dur="10" fill="hold"/>
                                        <p:tgtEl>
                                          <p:spTgt spid="12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4" fill="hold">
                            <p:stCondLst>
                              <p:cond delay="7460"/>
                            </p:stCondLst>
                            <p:childTnLst>
                              <p:par>
                                <p:cTn id="277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6" dur="10" fill="hold"/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77" dur="10" fill="hold"/>
                                        <p:tgtEl>
                                          <p:spTgt spid="12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78" dur="10" fill="hold"/>
                                        <p:tgtEl>
                                          <p:spTgt spid="12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9" dur="10" fill="hold"/>
                                        <p:tgtEl>
                                          <p:spTgt spid="12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0" fill="hold">
                            <p:stCondLst>
                              <p:cond delay="7470"/>
                            </p:stCondLst>
                            <p:childTnLst>
                              <p:par>
                                <p:cTn id="278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82" dur="10" fill="hold"/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83" dur="10" fill="hold"/>
                                        <p:tgtEl>
                                          <p:spTgt spid="12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84" dur="10" fill="hold"/>
                                        <p:tgtEl>
                                          <p:spTgt spid="12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5" dur="10" fill="hold"/>
                                        <p:tgtEl>
                                          <p:spTgt spid="12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6" fill="hold">
                            <p:stCondLst>
                              <p:cond delay="7480"/>
                            </p:stCondLst>
                            <p:childTnLst>
                              <p:par>
                                <p:cTn id="278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88" dur="10" fill="hold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89" dur="10" fill="hold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90" dur="10" fill="hold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91" dur="10" fill="hold"/>
                                        <p:tgtEl>
                                          <p:spTgt spid="12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2" fill="hold">
                            <p:stCondLst>
                              <p:cond delay="7490"/>
                            </p:stCondLst>
                            <p:childTnLst>
                              <p:par>
                                <p:cTn id="279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94" dur="10" fill="hold"/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95" dur="10" fill="hold"/>
                                        <p:tgtEl>
                                          <p:spTgt spid="12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96" dur="10" fill="hold"/>
                                        <p:tgtEl>
                                          <p:spTgt spid="12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97" dur="10" fill="hold"/>
                                        <p:tgtEl>
                                          <p:spTgt spid="12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8" fill="hold">
                            <p:stCondLst>
                              <p:cond delay="7500"/>
                            </p:stCondLst>
                            <p:childTnLst>
                              <p:par>
                                <p:cTn id="279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00" dur="10" fill="hold"/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01" dur="10" fill="hold"/>
                                        <p:tgtEl>
                                          <p:spTgt spid="12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02" dur="10" fill="hold"/>
                                        <p:tgtEl>
                                          <p:spTgt spid="12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03" dur="10" fill="hold"/>
                                        <p:tgtEl>
                                          <p:spTgt spid="12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4" fill="hold">
                            <p:stCondLst>
                              <p:cond delay="7510"/>
                            </p:stCondLst>
                            <p:childTnLst>
                              <p:par>
                                <p:cTn id="280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06" dur="10" fill="hold"/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07" dur="10" fill="hold"/>
                                        <p:tgtEl>
                                          <p:spTgt spid="12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08" dur="10" fill="hold"/>
                                        <p:tgtEl>
                                          <p:spTgt spid="12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09" dur="10" fill="hold"/>
                                        <p:tgtEl>
                                          <p:spTgt spid="12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0" fill="hold">
                            <p:stCondLst>
                              <p:cond delay="7520"/>
                            </p:stCondLst>
                            <p:childTnLst>
                              <p:par>
                                <p:cTn id="281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12" dur="10" fill="hold"/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13" dur="10" fill="hold"/>
                                        <p:tgtEl>
                                          <p:spTgt spid="12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14" dur="10" fill="hold"/>
                                        <p:tgtEl>
                                          <p:spTgt spid="12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15" dur="10" fill="hold"/>
                                        <p:tgtEl>
                                          <p:spTgt spid="12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6" fill="hold">
                            <p:stCondLst>
                              <p:cond delay="7530"/>
                            </p:stCondLst>
                            <p:childTnLst>
                              <p:par>
                                <p:cTn id="281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18" dur="10" fill="hold"/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19" dur="10" fill="hold"/>
                                        <p:tgtEl>
                                          <p:spTgt spid="12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20" dur="10" fill="hold"/>
                                        <p:tgtEl>
                                          <p:spTgt spid="12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21" dur="10" fill="hold"/>
                                        <p:tgtEl>
                                          <p:spTgt spid="12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2" fill="hold">
                            <p:stCondLst>
                              <p:cond delay="7540"/>
                            </p:stCondLst>
                            <p:childTnLst>
                              <p:par>
                                <p:cTn id="282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4" dur="10" fill="hold"/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25" dur="10" fill="hold"/>
                                        <p:tgtEl>
                                          <p:spTgt spid="12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26" dur="10" fill="hold"/>
                                        <p:tgtEl>
                                          <p:spTgt spid="12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27" dur="10" fill="hold"/>
                                        <p:tgtEl>
                                          <p:spTgt spid="12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8" fill="hold">
                            <p:stCondLst>
                              <p:cond delay="7550"/>
                            </p:stCondLst>
                            <p:childTnLst>
                              <p:par>
                                <p:cTn id="282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0" dur="10" fill="hold"/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31" dur="10" fill="hold"/>
                                        <p:tgtEl>
                                          <p:spTgt spid="12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32" dur="10" fill="hold"/>
                                        <p:tgtEl>
                                          <p:spTgt spid="12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33" dur="10" fill="hold"/>
                                        <p:tgtEl>
                                          <p:spTgt spid="12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4" fill="hold">
                            <p:stCondLst>
                              <p:cond delay="7560"/>
                            </p:stCondLst>
                            <p:childTnLst>
                              <p:par>
                                <p:cTn id="283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6" dur="10" fill="hold"/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37" dur="10" fill="hold"/>
                                        <p:tgtEl>
                                          <p:spTgt spid="12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38" dur="10" fill="hold"/>
                                        <p:tgtEl>
                                          <p:spTgt spid="12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39" dur="10" fill="hold"/>
                                        <p:tgtEl>
                                          <p:spTgt spid="12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0" fill="hold">
                            <p:stCondLst>
                              <p:cond delay="7570"/>
                            </p:stCondLst>
                            <p:childTnLst>
                              <p:par>
                                <p:cTn id="284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2" dur="10" fill="hold"/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43" dur="10" fill="hold"/>
                                        <p:tgtEl>
                                          <p:spTgt spid="12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44" dur="10" fill="hold"/>
                                        <p:tgtEl>
                                          <p:spTgt spid="12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5" dur="10" fill="hold"/>
                                        <p:tgtEl>
                                          <p:spTgt spid="12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6" fill="hold">
                            <p:stCondLst>
                              <p:cond delay="7580"/>
                            </p:stCondLst>
                            <p:childTnLst>
                              <p:par>
                                <p:cTn id="284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8" dur="10" fill="hold"/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49" dur="10" fill="hold"/>
                                        <p:tgtEl>
                                          <p:spTgt spid="12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50" dur="10" fill="hold"/>
                                        <p:tgtEl>
                                          <p:spTgt spid="12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1" dur="10" fill="hold"/>
                                        <p:tgtEl>
                                          <p:spTgt spid="12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2" fill="hold">
                            <p:stCondLst>
                              <p:cond delay="7590"/>
                            </p:stCondLst>
                            <p:childTnLst>
                              <p:par>
                                <p:cTn id="285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54" dur="10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55" dur="10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56" dur="10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7" dur="10" fill="hold"/>
                                        <p:tgtEl>
                                          <p:spTgt spid="12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8" fill="hold">
                            <p:stCondLst>
                              <p:cond delay="7600"/>
                            </p:stCondLst>
                            <p:childTnLst>
                              <p:par>
                                <p:cTn id="285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0" dur="10" fill="hold"/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61" dur="10" fill="hold"/>
                                        <p:tgtEl>
                                          <p:spTgt spid="12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62" dur="10" fill="hold"/>
                                        <p:tgtEl>
                                          <p:spTgt spid="12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3" dur="10" fill="hold"/>
                                        <p:tgtEl>
                                          <p:spTgt spid="12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4" fill="hold">
                            <p:stCondLst>
                              <p:cond delay="7610"/>
                            </p:stCondLst>
                            <p:childTnLst>
                              <p:par>
                                <p:cTn id="286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6" dur="10" fill="hold"/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67" dur="10" fill="hold"/>
                                        <p:tgtEl>
                                          <p:spTgt spid="12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68" dur="10" fill="hold"/>
                                        <p:tgtEl>
                                          <p:spTgt spid="12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9" dur="10" fill="hold"/>
                                        <p:tgtEl>
                                          <p:spTgt spid="12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0" fill="hold">
                            <p:stCondLst>
                              <p:cond delay="7620"/>
                            </p:stCondLst>
                            <p:childTnLst>
                              <p:par>
                                <p:cTn id="287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72" dur="10" fill="hold"/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73" dur="10" fill="hold"/>
                                        <p:tgtEl>
                                          <p:spTgt spid="12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74" dur="10" fill="hold"/>
                                        <p:tgtEl>
                                          <p:spTgt spid="12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75" dur="10" fill="hold"/>
                                        <p:tgtEl>
                                          <p:spTgt spid="12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6" fill="hold">
                            <p:stCondLst>
                              <p:cond delay="7630"/>
                            </p:stCondLst>
                            <p:childTnLst>
                              <p:par>
                                <p:cTn id="287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78" dur="10" fill="hold"/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79" dur="10" fill="hold"/>
                                        <p:tgtEl>
                                          <p:spTgt spid="12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80" dur="10" fill="hold"/>
                                        <p:tgtEl>
                                          <p:spTgt spid="12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81" dur="10" fill="hold"/>
                                        <p:tgtEl>
                                          <p:spTgt spid="12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2" fill="hold">
                            <p:stCondLst>
                              <p:cond delay="7640"/>
                            </p:stCondLst>
                            <p:childTnLst>
                              <p:par>
                                <p:cTn id="288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4" dur="10" fill="hold"/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85" dur="10" fill="hold"/>
                                        <p:tgtEl>
                                          <p:spTgt spid="12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86" dur="10" fill="hold"/>
                                        <p:tgtEl>
                                          <p:spTgt spid="12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87" dur="10" fill="hold"/>
                                        <p:tgtEl>
                                          <p:spTgt spid="12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8" fill="hold">
                            <p:stCondLst>
                              <p:cond delay="7650"/>
                            </p:stCondLst>
                            <p:childTnLst>
                              <p:par>
                                <p:cTn id="288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0" dur="10" fill="hold"/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91" dur="10" fill="hold"/>
                                        <p:tgtEl>
                                          <p:spTgt spid="12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92" dur="10" fill="hold"/>
                                        <p:tgtEl>
                                          <p:spTgt spid="12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3" dur="10" fill="hold"/>
                                        <p:tgtEl>
                                          <p:spTgt spid="12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4" fill="hold">
                            <p:stCondLst>
                              <p:cond delay="7660"/>
                            </p:stCondLst>
                            <p:childTnLst>
                              <p:par>
                                <p:cTn id="289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6" dur="10" fill="hold"/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97" dur="10" fill="hold"/>
                                        <p:tgtEl>
                                          <p:spTgt spid="12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98" dur="10" fill="hold"/>
                                        <p:tgtEl>
                                          <p:spTgt spid="12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9" dur="10" fill="hold"/>
                                        <p:tgtEl>
                                          <p:spTgt spid="12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0" fill="hold">
                            <p:stCondLst>
                              <p:cond delay="7670"/>
                            </p:stCondLst>
                            <p:childTnLst>
                              <p:par>
                                <p:cTn id="290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2" dur="10" fill="hold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03" dur="10" fill="hold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04" dur="10" fill="hold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05" dur="10" fill="hold"/>
                                        <p:tgtEl>
                                          <p:spTgt spid="12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6" fill="hold">
                            <p:stCondLst>
                              <p:cond delay="7680"/>
                            </p:stCondLst>
                            <p:childTnLst>
                              <p:par>
                                <p:cTn id="290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8" dur="10" fill="hold"/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09" dur="10" fill="hold"/>
                                        <p:tgtEl>
                                          <p:spTgt spid="12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10" dur="10" fill="hold"/>
                                        <p:tgtEl>
                                          <p:spTgt spid="12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1" dur="10" fill="hold"/>
                                        <p:tgtEl>
                                          <p:spTgt spid="12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2" fill="hold">
                            <p:stCondLst>
                              <p:cond delay="7690"/>
                            </p:stCondLst>
                            <p:childTnLst>
                              <p:par>
                                <p:cTn id="291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14" dur="10" fill="hold"/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15" dur="10" fill="hold"/>
                                        <p:tgtEl>
                                          <p:spTgt spid="12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16" dur="10" fill="hold"/>
                                        <p:tgtEl>
                                          <p:spTgt spid="12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7" dur="10" fill="hold"/>
                                        <p:tgtEl>
                                          <p:spTgt spid="12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8" fill="hold">
                            <p:stCondLst>
                              <p:cond delay="7700"/>
                            </p:stCondLst>
                            <p:childTnLst>
                              <p:par>
                                <p:cTn id="291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0" dur="10" fill="hold"/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21" dur="10" fill="hold"/>
                                        <p:tgtEl>
                                          <p:spTgt spid="12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22" dur="10" fill="hold"/>
                                        <p:tgtEl>
                                          <p:spTgt spid="12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23" dur="10" fill="hold"/>
                                        <p:tgtEl>
                                          <p:spTgt spid="12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4" fill="hold">
                            <p:stCondLst>
                              <p:cond delay="7710"/>
                            </p:stCondLst>
                            <p:childTnLst>
                              <p:par>
                                <p:cTn id="292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6" dur="10" fill="hold"/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27" dur="10" fill="hold"/>
                                        <p:tgtEl>
                                          <p:spTgt spid="12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28" dur="10" fill="hold"/>
                                        <p:tgtEl>
                                          <p:spTgt spid="12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29" dur="10" fill="hold"/>
                                        <p:tgtEl>
                                          <p:spTgt spid="12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0" fill="hold">
                            <p:stCondLst>
                              <p:cond delay="7720"/>
                            </p:stCondLst>
                            <p:childTnLst>
                              <p:par>
                                <p:cTn id="293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32" dur="10" fill="hold"/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33" dur="10" fill="hold"/>
                                        <p:tgtEl>
                                          <p:spTgt spid="12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34" dur="10" fill="hold"/>
                                        <p:tgtEl>
                                          <p:spTgt spid="12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35" dur="10" fill="hold"/>
                                        <p:tgtEl>
                                          <p:spTgt spid="12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6" fill="hold">
                            <p:stCondLst>
                              <p:cond delay="7730"/>
                            </p:stCondLst>
                            <p:childTnLst>
                              <p:par>
                                <p:cTn id="293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38" dur="10" fill="hold"/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39" dur="10" fill="hold"/>
                                        <p:tgtEl>
                                          <p:spTgt spid="12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40" dur="10" fill="hold"/>
                                        <p:tgtEl>
                                          <p:spTgt spid="12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41" dur="10" fill="hold"/>
                                        <p:tgtEl>
                                          <p:spTgt spid="12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2" fill="hold">
                            <p:stCondLst>
                              <p:cond delay="7740"/>
                            </p:stCondLst>
                            <p:childTnLst>
                              <p:par>
                                <p:cTn id="294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4" dur="10" fill="hold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45" dur="10" fill="hold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46" dur="10" fill="hold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47" dur="10" fill="hold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8" fill="hold">
                            <p:stCondLst>
                              <p:cond delay="7750"/>
                            </p:stCondLst>
                            <p:childTnLst>
                              <p:par>
                                <p:cTn id="294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50" dur="10" fill="hold"/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51" dur="10" fill="hold"/>
                                        <p:tgtEl>
                                          <p:spTgt spid="12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52" dur="10" fill="hold"/>
                                        <p:tgtEl>
                                          <p:spTgt spid="12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53" dur="10" fill="hold"/>
                                        <p:tgtEl>
                                          <p:spTgt spid="12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4" fill="hold">
                            <p:stCondLst>
                              <p:cond delay="7760"/>
                            </p:stCondLst>
                            <p:childTnLst>
                              <p:par>
                                <p:cTn id="295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56" dur="10" fill="hold"/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57" dur="10" fill="hold"/>
                                        <p:tgtEl>
                                          <p:spTgt spid="12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58" dur="10" fill="hold"/>
                                        <p:tgtEl>
                                          <p:spTgt spid="12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59" dur="10" fill="hold"/>
                                        <p:tgtEl>
                                          <p:spTgt spid="12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0" fill="hold">
                            <p:stCondLst>
                              <p:cond delay="7770"/>
                            </p:stCondLst>
                            <p:childTnLst>
                              <p:par>
                                <p:cTn id="296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2" dur="10" fill="hold"/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63" dur="10" fill="hold"/>
                                        <p:tgtEl>
                                          <p:spTgt spid="12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64" dur="10" fill="hold"/>
                                        <p:tgtEl>
                                          <p:spTgt spid="12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5" dur="10" fill="hold"/>
                                        <p:tgtEl>
                                          <p:spTgt spid="12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6" fill="hold">
                            <p:stCondLst>
                              <p:cond delay="7780"/>
                            </p:stCondLst>
                            <p:childTnLst>
                              <p:par>
                                <p:cTn id="296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8" dur="10" fill="hold"/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69" dur="10" fill="hold"/>
                                        <p:tgtEl>
                                          <p:spTgt spid="12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70" dur="10" fill="hold"/>
                                        <p:tgtEl>
                                          <p:spTgt spid="12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1" dur="10" fill="hold"/>
                                        <p:tgtEl>
                                          <p:spTgt spid="12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2" fill="hold">
                            <p:stCondLst>
                              <p:cond delay="7790"/>
                            </p:stCondLst>
                            <p:childTnLst>
                              <p:par>
                                <p:cTn id="297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74" dur="10" fill="hold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75" dur="10" fill="hold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76" dur="10" fill="hold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7" dur="10" fill="hold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8" fill="hold">
                            <p:stCondLst>
                              <p:cond delay="7800"/>
                            </p:stCondLst>
                            <p:childTnLst>
                              <p:par>
                                <p:cTn id="297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80" dur="10" fill="hold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81" dur="10" fill="hold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82" dur="10" fill="hold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83" dur="10" fill="hold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4" fill="hold">
                            <p:stCondLst>
                              <p:cond delay="7810"/>
                            </p:stCondLst>
                            <p:childTnLst>
                              <p:par>
                                <p:cTn id="298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86" dur="10" fill="hold"/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87" dur="10" fill="hold"/>
                                        <p:tgtEl>
                                          <p:spTgt spid="12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88" dur="10" fill="hold"/>
                                        <p:tgtEl>
                                          <p:spTgt spid="12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89" dur="10" fill="hold"/>
                                        <p:tgtEl>
                                          <p:spTgt spid="12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0" fill="hold">
                            <p:stCondLst>
                              <p:cond delay="7820"/>
                            </p:stCondLst>
                            <p:childTnLst>
                              <p:par>
                                <p:cTn id="299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92" dur="10" fill="hold"/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93" dur="10" fill="hold"/>
                                        <p:tgtEl>
                                          <p:spTgt spid="12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94" dur="10" fill="hold"/>
                                        <p:tgtEl>
                                          <p:spTgt spid="12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95" dur="10" fill="hold"/>
                                        <p:tgtEl>
                                          <p:spTgt spid="12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6" fill="hold">
                            <p:stCondLst>
                              <p:cond delay="7830"/>
                            </p:stCondLst>
                            <p:childTnLst>
                              <p:par>
                                <p:cTn id="299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98" dur="10" fill="hold"/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999" dur="10" fill="hold"/>
                                        <p:tgtEl>
                                          <p:spTgt spid="12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00" dur="10" fill="hold"/>
                                        <p:tgtEl>
                                          <p:spTgt spid="12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01" dur="10" fill="hold"/>
                                        <p:tgtEl>
                                          <p:spTgt spid="12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2" fill="hold">
                            <p:stCondLst>
                              <p:cond delay="7840"/>
                            </p:stCondLst>
                            <p:childTnLst>
                              <p:par>
                                <p:cTn id="300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04" dur="10" fill="hold"/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05" dur="10" fill="hold"/>
                                        <p:tgtEl>
                                          <p:spTgt spid="12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06" dur="10" fill="hold"/>
                                        <p:tgtEl>
                                          <p:spTgt spid="12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07" dur="10" fill="hold"/>
                                        <p:tgtEl>
                                          <p:spTgt spid="12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8" fill="hold">
                            <p:stCondLst>
                              <p:cond delay="7850"/>
                            </p:stCondLst>
                            <p:childTnLst>
                              <p:par>
                                <p:cTn id="300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0" dur="10" fill="hold"/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11" dur="10" fill="hold"/>
                                        <p:tgtEl>
                                          <p:spTgt spid="12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12" dur="10" fill="hold"/>
                                        <p:tgtEl>
                                          <p:spTgt spid="12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3" dur="10" fill="hold"/>
                                        <p:tgtEl>
                                          <p:spTgt spid="12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4" fill="hold">
                            <p:stCondLst>
                              <p:cond delay="7860"/>
                            </p:stCondLst>
                            <p:childTnLst>
                              <p:par>
                                <p:cTn id="301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6" dur="10" fill="hold"/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17" dur="10" fill="hold"/>
                                        <p:tgtEl>
                                          <p:spTgt spid="12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18" dur="10" fill="hold"/>
                                        <p:tgtEl>
                                          <p:spTgt spid="12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9" dur="10" fill="hold"/>
                                        <p:tgtEl>
                                          <p:spTgt spid="12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0" fill="hold">
                            <p:stCondLst>
                              <p:cond delay="7870"/>
                            </p:stCondLst>
                            <p:childTnLst>
                              <p:par>
                                <p:cTn id="302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2" dur="10" fill="hold"/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23" dur="10" fill="hold"/>
                                        <p:tgtEl>
                                          <p:spTgt spid="12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24" dur="10" fill="hold"/>
                                        <p:tgtEl>
                                          <p:spTgt spid="12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25" dur="10" fill="hold"/>
                                        <p:tgtEl>
                                          <p:spTgt spid="12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6" fill="hold">
                            <p:stCondLst>
                              <p:cond delay="7880"/>
                            </p:stCondLst>
                            <p:childTnLst>
                              <p:par>
                                <p:cTn id="302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8" dur="10" fill="hold"/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29" dur="10" fill="hold"/>
                                        <p:tgtEl>
                                          <p:spTgt spid="12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30" dur="10" fill="hold"/>
                                        <p:tgtEl>
                                          <p:spTgt spid="12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1" dur="10" fill="hold"/>
                                        <p:tgtEl>
                                          <p:spTgt spid="12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2" fill="hold">
                            <p:stCondLst>
                              <p:cond delay="7890"/>
                            </p:stCondLst>
                            <p:childTnLst>
                              <p:par>
                                <p:cTn id="303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34" dur="10" fill="hold"/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35" dur="10" fill="hold"/>
                                        <p:tgtEl>
                                          <p:spTgt spid="12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36" dur="10" fill="hold"/>
                                        <p:tgtEl>
                                          <p:spTgt spid="12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7" dur="10" fill="hold"/>
                                        <p:tgtEl>
                                          <p:spTgt spid="12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8" fill="hold">
                            <p:stCondLst>
                              <p:cond delay="7900"/>
                            </p:stCondLst>
                            <p:childTnLst>
                              <p:par>
                                <p:cTn id="303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40" dur="10" fill="hold"/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41" dur="10" fill="hold"/>
                                        <p:tgtEl>
                                          <p:spTgt spid="12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42" dur="10" fill="hold"/>
                                        <p:tgtEl>
                                          <p:spTgt spid="12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43" dur="10" fill="hold"/>
                                        <p:tgtEl>
                                          <p:spTgt spid="12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4" fill="hold">
                            <p:stCondLst>
                              <p:cond delay="7910"/>
                            </p:stCondLst>
                            <p:childTnLst>
                              <p:par>
                                <p:cTn id="304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46" dur="10" fill="hold"/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47" dur="10" fill="hold"/>
                                        <p:tgtEl>
                                          <p:spTgt spid="12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48" dur="10" fill="hold"/>
                                        <p:tgtEl>
                                          <p:spTgt spid="12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49" dur="10" fill="hold"/>
                                        <p:tgtEl>
                                          <p:spTgt spid="12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0" fill="hold">
                            <p:stCondLst>
                              <p:cond delay="7920"/>
                            </p:stCondLst>
                            <p:childTnLst>
                              <p:par>
                                <p:cTn id="305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52" dur="10" fill="hold"/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53" dur="10" fill="hold"/>
                                        <p:tgtEl>
                                          <p:spTgt spid="12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54" dur="10" fill="hold"/>
                                        <p:tgtEl>
                                          <p:spTgt spid="12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55" dur="10" fill="hold"/>
                                        <p:tgtEl>
                                          <p:spTgt spid="12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6" fill="hold">
                            <p:stCondLst>
                              <p:cond delay="7930"/>
                            </p:stCondLst>
                            <p:childTnLst>
                              <p:par>
                                <p:cTn id="305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58" dur="10" fill="hold"/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59" dur="10" fill="hold"/>
                                        <p:tgtEl>
                                          <p:spTgt spid="12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60" dur="10" fill="hold"/>
                                        <p:tgtEl>
                                          <p:spTgt spid="12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61" dur="10" fill="hold"/>
                                        <p:tgtEl>
                                          <p:spTgt spid="12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2" fill="hold">
                            <p:stCondLst>
                              <p:cond delay="7940"/>
                            </p:stCondLst>
                            <p:childTnLst>
                              <p:par>
                                <p:cTn id="306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4" dur="10" fill="hold"/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65" dur="10" fill="hold"/>
                                        <p:tgtEl>
                                          <p:spTgt spid="1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66" dur="10" fill="hold"/>
                                        <p:tgtEl>
                                          <p:spTgt spid="1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67" dur="10" fill="hold"/>
                                        <p:tgtEl>
                                          <p:spTgt spid="12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8" fill="hold">
                            <p:stCondLst>
                              <p:cond delay="7950"/>
                            </p:stCondLst>
                            <p:childTnLst>
                              <p:par>
                                <p:cTn id="306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70" dur="10" fill="hold"/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71" dur="10" fill="hold"/>
                                        <p:tgtEl>
                                          <p:spTgt spid="1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72" dur="10" fill="hold"/>
                                        <p:tgtEl>
                                          <p:spTgt spid="1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73" dur="10" fill="hold"/>
                                        <p:tgtEl>
                                          <p:spTgt spid="12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4" fill="hold">
                            <p:stCondLst>
                              <p:cond delay="7960"/>
                            </p:stCondLst>
                            <p:childTnLst>
                              <p:par>
                                <p:cTn id="307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76" dur="10" fill="hold"/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77" dur="10" fill="hold"/>
                                        <p:tgtEl>
                                          <p:spTgt spid="12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78" dur="10" fill="hold"/>
                                        <p:tgtEl>
                                          <p:spTgt spid="12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79" dur="10" fill="hold"/>
                                        <p:tgtEl>
                                          <p:spTgt spid="12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0" fill="hold">
                            <p:stCondLst>
                              <p:cond delay="7970"/>
                            </p:stCondLst>
                            <p:childTnLst>
                              <p:par>
                                <p:cTn id="308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82" dur="10" fill="hold"/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83" dur="10" fill="hold"/>
                                        <p:tgtEl>
                                          <p:spTgt spid="1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84" dur="10" fill="hold"/>
                                        <p:tgtEl>
                                          <p:spTgt spid="1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85" dur="10" fill="hold"/>
                                        <p:tgtEl>
                                          <p:spTgt spid="1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6" fill="hold">
                            <p:stCondLst>
                              <p:cond delay="7980"/>
                            </p:stCondLst>
                            <p:childTnLst>
                              <p:par>
                                <p:cTn id="308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88" dur="10" fill="hold"/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89" dur="10" fill="hold"/>
                                        <p:tgtEl>
                                          <p:spTgt spid="1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90" dur="10" fill="hold"/>
                                        <p:tgtEl>
                                          <p:spTgt spid="1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1" dur="10" fill="hold"/>
                                        <p:tgtEl>
                                          <p:spTgt spid="12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2" fill="hold">
                            <p:stCondLst>
                              <p:cond delay="7990"/>
                            </p:stCondLst>
                            <p:childTnLst>
                              <p:par>
                                <p:cTn id="309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94" dur="10" fill="hold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95" dur="10" fill="hold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96" dur="10" fill="hold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7" dur="10" fill="hold"/>
                                        <p:tgtEl>
                                          <p:spTgt spid="12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8" fill="hold">
                            <p:stCondLst>
                              <p:cond delay="8000"/>
                            </p:stCondLst>
                            <p:childTnLst>
                              <p:par>
                                <p:cTn id="309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00" dur="10" fill="hold"/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01" dur="10" fill="hold"/>
                                        <p:tgtEl>
                                          <p:spTgt spid="12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02" dur="10" fill="hold"/>
                                        <p:tgtEl>
                                          <p:spTgt spid="12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03" dur="10" fill="hold"/>
                                        <p:tgtEl>
                                          <p:spTgt spid="12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4" fill="hold">
                            <p:stCondLst>
                              <p:cond delay="8010"/>
                            </p:stCondLst>
                            <p:childTnLst>
                              <p:par>
                                <p:cTn id="310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06" dur="10" fill="hold"/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07" dur="10" fill="hold"/>
                                        <p:tgtEl>
                                          <p:spTgt spid="1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08" dur="10" fill="hold"/>
                                        <p:tgtEl>
                                          <p:spTgt spid="1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09" dur="10" fill="hold"/>
                                        <p:tgtEl>
                                          <p:spTgt spid="12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0" fill="hold">
                            <p:stCondLst>
                              <p:cond delay="8020"/>
                            </p:stCondLst>
                            <p:childTnLst>
                              <p:par>
                                <p:cTn id="311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2" dur="10" fill="hold"/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13" dur="10" fill="hold"/>
                                        <p:tgtEl>
                                          <p:spTgt spid="12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14" dur="10" fill="hold"/>
                                        <p:tgtEl>
                                          <p:spTgt spid="12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15" dur="10" fill="hold"/>
                                        <p:tgtEl>
                                          <p:spTgt spid="12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6" fill="hold">
                            <p:stCondLst>
                              <p:cond delay="8030"/>
                            </p:stCondLst>
                            <p:childTnLst>
                              <p:par>
                                <p:cTn id="311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8" dur="10" fill="hold"/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19" dur="10" fill="hold"/>
                                        <p:tgtEl>
                                          <p:spTgt spid="12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20" dur="10" fill="hold"/>
                                        <p:tgtEl>
                                          <p:spTgt spid="12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21" dur="10" fill="hold"/>
                                        <p:tgtEl>
                                          <p:spTgt spid="12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2" fill="hold">
                            <p:stCondLst>
                              <p:cond delay="8040"/>
                            </p:stCondLst>
                            <p:childTnLst>
                              <p:par>
                                <p:cTn id="312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24" dur="10" fill="hold"/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25" dur="10" fill="hold"/>
                                        <p:tgtEl>
                                          <p:spTgt spid="12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26" dur="10" fill="hold"/>
                                        <p:tgtEl>
                                          <p:spTgt spid="12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27" dur="10" fill="hold"/>
                                        <p:tgtEl>
                                          <p:spTgt spid="12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8" fill="hold">
                            <p:stCondLst>
                              <p:cond delay="8050"/>
                            </p:stCondLst>
                            <p:childTnLst>
                              <p:par>
                                <p:cTn id="312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0" dur="10" fill="hold"/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31" dur="10" fill="hold"/>
                                        <p:tgtEl>
                                          <p:spTgt spid="12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32" dur="10" fill="hold"/>
                                        <p:tgtEl>
                                          <p:spTgt spid="12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3" dur="10" fill="hold"/>
                                        <p:tgtEl>
                                          <p:spTgt spid="12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4" fill="hold">
                            <p:stCondLst>
                              <p:cond delay="8060"/>
                            </p:stCondLst>
                            <p:childTnLst>
                              <p:par>
                                <p:cTn id="313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6" dur="10" fill="hold"/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37" dur="10" fill="hold"/>
                                        <p:tgtEl>
                                          <p:spTgt spid="12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38" dur="10" fill="hold"/>
                                        <p:tgtEl>
                                          <p:spTgt spid="12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9" dur="10" fill="hold"/>
                                        <p:tgtEl>
                                          <p:spTgt spid="12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0" fill="hold">
                            <p:stCondLst>
                              <p:cond delay="8070"/>
                            </p:stCondLst>
                            <p:childTnLst>
                              <p:par>
                                <p:cTn id="314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2" dur="10" fill="hold"/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43" dur="10" fill="hold"/>
                                        <p:tgtEl>
                                          <p:spTgt spid="12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44" dur="10" fill="hold"/>
                                        <p:tgtEl>
                                          <p:spTgt spid="12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5" dur="10" fill="hold"/>
                                        <p:tgtEl>
                                          <p:spTgt spid="12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6" fill="hold">
                            <p:stCondLst>
                              <p:cond delay="8080"/>
                            </p:stCondLst>
                            <p:childTnLst>
                              <p:par>
                                <p:cTn id="314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8" dur="10" fill="hold"/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49" dur="10" fill="hold"/>
                                        <p:tgtEl>
                                          <p:spTgt spid="12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50" dur="10" fill="hold"/>
                                        <p:tgtEl>
                                          <p:spTgt spid="12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51" dur="10" fill="hold"/>
                                        <p:tgtEl>
                                          <p:spTgt spid="12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2" fill="hold">
                            <p:stCondLst>
                              <p:cond delay="8090"/>
                            </p:stCondLst>
                            <p:childTnLst>
                              <p:par>
                                <p:cTn id="315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54" dur="10" fill="hold"/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55" dur="10" fill="hold"/>
                                        <p:tgtEl>
                                          <p:spTgt spid="1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56" dur="10" fill="hold"/>
                                        <p:tgtEl>
                                          <p:spTgt spid="1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57" dur="10" fill="hold"/>
                                        <p:tgtEl>
                                          <p:spTgt spid="1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8" fill="hold">
                            <p:stCondLst>
                              <p:cond delay="8100"/>
                            </p:stCondLst>
                            <p:childTnLst>
                              <p:par>
                                <p:cTn id="315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0" dur="10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61" dur="10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62" dur="10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63" dur="10" fill="hold"/>
                                        <p:tgtEl>
                                          <p:spTgt spid="12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4" fill="hold">
                            <p:stCondLst>
                              <p:cond delay="8110"/>
                            </p:stCondLst>
                            <p:childTnLst>
                              <p:par>
                                <p:cTn id="316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6" dur="10" fill="hold"/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67" dur="10" fill="hold"/>
                                        <p:tgtEl>
                                          <p:spTgt spid="12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68" dur="10" fill="hold"/>
                                        <p:tgtEl>
                                          <p:spTgt spid="12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69" dur="10" fill="hold"/>
                                        <p:tgtEl>
                                          <p:spTgt spid="12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0" fill="hold">
                            <p:stCondLst>
                              <p:cond delay="8120"/>
                            </p:stCondLst>
                            <p:childTnLst>
                              <p:par>
                                <p:cTn id="317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72" dur="10" fill="hold"/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73" dur="10" fill="hold"/>
                                        <p:tgtEl>
                                          <p:spTgt spid="12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74" dur="10" fill="hold"/>
                                        <p:tgtEl>
                                          <p:spTgt spid="12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75" dur="10" fill="hold"/>
                                        <p:tgtEl>
                                          <p:spTgt spid="12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6" fill="hold">
                            <p:stCondLst>
                              <p:cond delay="8130"/>
                            </p:stCondLst>
                            <p:childTnLst>
                              <p:par>
                                <p:cTn id="317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78" dur="10" fill="hold"/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79" dur="10" fill="hold"/>
                                        <p:tgtEl>
                                          <p:spTgt spid="12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80" dur="10" fill="hold"/>
                                        <p:tgtEl>
                                          <p:spTgt spid="12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81" dur="10" fill="hold"/>
                                        <p:tgtEl>
                                          <p:spTgt spid="12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2" fill="hold">
                            <p:stCondLst>
                              <p:cond delay="8140"/>
                            </p:stCondLst>
                            <p:childTnLst>
                              <p:par>
                                <p:cTn id="318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4" dur="10" fill="hold"/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85" dur="10" fill="hold"/>
                                        <p:tgtEl>
                                          <p:spTgt spid="12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86" dur="10" fill="hold"/>
                                        <p:tgtEl>
                                          <p:spTgt spid="12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87" dur="10" fill="hold"/>
                                        <p:tgtEl>
                                          <p:spTgt spid="12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8" fill="hold">
                            <p:stCondLst>
                              <p:cond delay="8150"/>
                            </p:stCondLst>
                            <p:childTnLst>
                              <p:par>
                                <p:cTn id="318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0" dur="10" fill="hold"/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91" dur="10" fill="hold"/>
                                        <p:tgtEl>
                                          <p:spTgt spid="12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92" dur="10" fill="hold"/>
                                        <p:tgtEl>
                                          <p:spTgt spid="12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93" dur="10" fill="hold"/>
                                        <p:tgtEl>
                                          <p:spTgt spid="12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4" fill="hold">
                            <p:stCondLst>
                              <p:cond delay="8160"/>
                            </p:stCondLst>
                            <p:childTnLst>
                              <p:par>
                                <p:cTn id="319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6" dur="10" fill="hold"/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197" dur="10" fill="hold"/>
                                        <p:tgtEl>
                                          <p:spTgt spid="12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98" dur="10" fill="hold"/>
                                        <p:tgtEl>
                                          <p:spTgt spid="12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99" dur="10" fill="hold"/>
                                        <p:tgtEl>
                                          <p:spTgt spid="12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0" fill="hold">
                            <p:stCondLst>
                              <p:cond delay="8170"/>
                            </p:stCondLst>
                            <p:childTnLst>
                              <p:par>
                                <p:cTn id="320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02" dur="10" fill="hold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03" dur="10" fill="hold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04" dur="10" fill="hold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5" dur="10" fill="hold"/>
                                        <p:tgtEl>
                                          <p:spTgt spid="12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6" fill="hold">
                            <p:stCondLst>
                              <p:cond delay="8180"/>
                            </p:stCondLst>
                            <p:childTnLst>
                              <p:par>
                                <p:cTn id="320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08" dur="10" fill="hold"/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09" dur="10" fill="hold"/>
                                        <p:tgtEl>
                                          <p:spTgt spid="1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10" dur="10" fill="hold"/>
                                        <p:tgtEl>
                                          <p:spTgt spid="1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1" dur="10" fill="hold"/>
                                        <p:tgtEl>
                                          <p:spTgt spid="12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2" fill="hold">
                            <p:stCondLst>
                              <p:cond delay="8190"/>
                            </p:stCondLst>
                            <p:childTnLst>
                              <p:par>
                                <p:cTn id="321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14" dur="10" fill="hold"/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15" dur="10" fill="hold"/>
                                        <p:tgtEl>
                                          <p:spTgt spid="12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16" dur="10" fill="hold"/>
                                        <p:tgtEl>
                                          <p:spTgt spid="12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7" dur="10" fill="hold"/>
                                        <p:tgtEl>
                                          <p:spTgt spid="12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8" fill="hold">
                            <p:stCondLst>
                              <p:cond delay="8200"/>
                            </p:stCondLst>
                            <p:childTnLst>
                              <p:par>
                                <p:cTn id="321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20" dur="10" fill="hold"/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21" dur="10" fill="hold"/>
                                        <p:tgtEl>
                                          <p:spTgt spid="12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22" dur="10" fill="hold"/>
                                        <p:tgtEl>
                                          <p:spTgt spid="12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23" dur="10" fill="hold"/>
                                        <p:tgtEl>
                                          <p:spTgt spid="12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4" fill="hold">
                            <p:stCondLst>
                              <p:cond delay="8210"/>
                            </p:stCondLst>
                            <p:childTnLst>
                              <p:par>
                                <p:cTn id="322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26" dur="10" fill="hold"/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27" dur="10" fill="hold"/>
                                        <p:tgtEl>
                                          <p:spTgt spid="12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28" dur="10" fill="hold"/>
                                        <p:tgtEl>
                                          <p:spTgt spid="12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29" dur="10" fill="hold"/>
                                        <p:tgtEl>
                                          <p:spTgt spid="12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0" fill="hold">
                            <p:stCondLst>
                              <p:cond delay="8220"/>
                            </p:stCondLst>
                            <p:childTnLst>
                              <p:par>
                                <p:cTn id="323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32" dur="10" fill="hold"/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33" dur="10" fill="hold"/>
                                        <p:tgtEl>
                                          <p:spTgt spid="1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34" dur="10" fill="hold"/>
                                        <p:tgtEl>
                                          <p:spTgt spid="1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35" dur="10" fill="hold"/>
                                        <p:tgtEl>
                                          <p:spTgt spid="12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6" fill="hold">
                            <p:stCondLst>
                              <p:cond delay="8230"/>
                            </p:stCondLst>
                            <p:childTnLst>
                              <p:par>
                                <p:cTn id="323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38" dur="10" fill="hold"/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39" dur="10" fill="hold"/>
                                        <p:tgtEl>
                                          <p:spTgt spid="12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40" dur="10" fill="hold"/>
                                        <p:tgtEl>
                                          <p:spTgt spid="12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41" dur="10" fill="hold"/>
                                        <p:tgtEl>
                                          <p:spTgt spid="12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2" fill="hold">
                            <p:stCondLst>
                              <p:cond delay="8240"/>
                            </p:stCondLst>
                            <p:childTnLst>
                              <p:par>
                                <p:cTn id="324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44" dur="10" fill="hold"/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45" dur="10" fill="hold"/>
                                        <p:tgtEl>
                                          <p:spTgt spid="12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46" dur="10" fill="hold"/>
                                        <p:tgtEl>
                                          <p:spTgt spid="12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47" dur="10" fill="hold"/>
                                        <p:tgtEl>
                                          <p:spTgt spid="12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8" fill="hold">
                            <p:stCondLst>
                              <p:cond delay="8250"/>
                            </p:stCondLst>
                            <p:childTnLst>
                              <p:par>
                                <p:cTn id="324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0" dur="10" fill="hold"/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51" dur="10" fill="hold"/>
                                        <p:tgtEl>
                                          <p:spTgt spid="1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52" dur="10" fill="hold"/>
                                        <p:tgtEl>
                                          <p:spTgt spid="1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53" dur="10" fill="hold"/>
                                        <p:tgtEl>
                                          <p:spTgt spid="1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4" fill="hold">
                            <p:stCondLst>
                              <p:cond delay="8260"/>
                            </p:stCondLst>
                            <p:childTnLst>
                              <p:par>
                                <p:cTn id="325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6" dur="10" fill="hold"/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57" dur="10" fill="hold"/>
                                        <p:tgtEl>
                                          <p:spTgt spid="1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58" dur="10" fill="hold"/>
                                        <p:tgtEl>
                                          <p:spTgt spid="1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59" dur="10" fill="hold"/>
                                        <p:tgtEl>
                                          <p:spTgt spid="1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0" fill="hold">
                            <p:stCondLst>
                              <p:cond delay="8270"/>
                            </p:stCondLst>
                            <p:childTnLst>
                              <p:par>
                                <p:cTn id="326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2" dur="10" fill="hold"/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63" dur="10" fill="hold"/>
                                        <p:tgtEl>
                                          <p:spTgt spid="13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64" dur="10" fill="hold"/>
                                        <p:tgtEl>
                                          <p:spTgt spid="13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65" dur="10" fill="hold"/>
                                        <p:tgtEl>
                                          <p:spTgt spid="13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6" fill="hold">
                            <p:stCondLst>
                              <p:cond delay="8280"/>
                            </p:stCondLst>
                            <p:childTnLst>
                              <p:par>
                                <p:cTn id="326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8" dur="10" fill="hold"/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69" dur="10" fill="hold"/>
                                        <p:tgtEl>
                                          <p:spTgt spid="13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70" dur="10" fill="hold"/>
                                        <p:tgtEl>
                                          <p:spTgt spid="13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1" dur="10" fill="hold"/>
                                        <p:tgtEl>
                                          <p:spTgt spid="13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2" fill="hold">
                            <p:stCondLst>
                              <p:cond delay="8290"/>
                            </p:stCondLst>
                            <p:childTnLst>
                              <p:par>
                                <p:cTn id="327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74" dur="10" fill="hold"/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75" dur="10" fill="hold"/>
                                        <p:tgtEl>
                                          <p:spTgt spid="1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76" dur="10" fill="hold"/>
                                        <p:tgtEl>
                                          <p:spTgt spid="1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7" dur="10" fill="hold"/>
                                        <p:tgtEl>
                                          <p:spTgt spid="1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8" fill="hold">
                            <p:stCondLst>
                              <p:cond delay="8300"/>
                            </p:stCondLst>
                            <p:childTnLst>
                              <p:par>
                                <p:cTn id="327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80" dur="10" fill="hold"/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81" dur="10" fill="hold"/>
                                        <p:tgtEl>
                                          <p:spTgt spid="13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82" dur="10" fill="hold"/>
                                        <p:tgtEl>
                                          <p:spTgt spid="13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83" dur="10" fill="hold"/>
                                        <p:tgtEl>
                                          <p:spTgt spid="13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4" fill="hold">
                            <p:stCondLst>
                              <p:cond delay="8310"/>
                            </p:stCondLst>
                            <p:childTnLst>
                              <p:par>
                                <p:cTn id="328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86" dur="10" fill="hold"/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87" dur="10" fill="hold"/>
                                        <p:tgtEl>
                                          <p:spTgt spid="1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88" dur="10" fill="hold"/>
                                        <p:tgtEl>
                                          <p:spTgt spid="1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89" dur="10" fill="hold"/>
                                        <p:tgtEl>
                                          <p:spTgt spid="1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0" fill="hold">
                            <p:stCondLst>
                              <p:cond delay="8320"/>
                            </p:stCondLst>
                            <p:childTnLst>
                              <p:par>
                                <p:cTn id="329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92" dur="10" fill="hold"/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93" dur="10" fill="hold"/>
                                        <p:tgtEl>
                                          <p:spTgt spid="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294" dur="10" fill="hold"/>
                                        <p:tgtEl>
                                          <p:spTgt spid="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95" dur="10" fill="hold"/>
                                        <p:tgtEl>
                                          <p:spTgt spid="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6" fill="hold">
                            <p:stCondLst>
                              <p:cond delay="8330"/>
                            </p:stCondLst>
                            <p:childTnLst>
                              <p:par>
                                <p:cTn id="329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98" dur="10" fill="hold"/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99" dur="10" fill="hold"/>
                                        <p:tgtEl>
                                          <p:spTgt spid="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00" dur="10" fill="hold"/>
                                        <p:tgtEl>
                                          <p:spTgt spid="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01" dur="10" fill="hold"/>
                                        <p:tgtEl>
                                          <p:spTgt spid="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2" fill="hold">
                            <p:stCondLst>
                              <p:cond delay="8340"/>
                            </p:stCondLst>
                            <p:childTnLst>
                              <p:par>
                                <p:cTn id="330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4" dur="10" fill="hold"/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05" dur="10" fill="hold"/>
                                        <p:tgtEl>
                                          <p:spTgt spid="1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06" dur="10" fill="hold"/>
                                        <p:tgtEl>
                                          <p:spTgt spid="1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07" dur="10" fill="hold"/>
                                        <p:tgtEl>
                                          <p:spTgt spid="1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8" fill="hold">
                            <p:stCondLst>
                              <p:cond delay="8350"/>
                            </p:stCondLst>
                            <p:childTnLst>
                              <p:par>
                                <p:cTn id="330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10" dur="10" fill="hold"/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11" dur="10" fill="hold"/>
                                        <p:tgtEl>
                                          <p:spTgt spid="13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12" dur="10" fill="hold"/>
                                        <p:tgtEl>
                                          <p:spTgt spid="13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13" dur="10" fill="hold"/>
                                        <p:tgtEl>
                                          <p:spTgt spid="13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4" fill="hold">
                            <p:stCondLst>
                              <p:cond delay="8360"/>
                            </p:stCondLst>
                            <p:childTnLst>
                              <p:par>
                                <p:cTn id="331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16" dur="10" fill="hold"/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17" dur="10" fill="hold"/>
                                        <p:tgtEl>
                                          <p:spTgt spid="13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18" dur="10" fill="hold"/>
                                        <p:tgtEl>
                                          <p:spTgt spid="13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19" dur="10" fill="hold"/>
                                        <p:tgtEl>
                                          <p:spTgt spid="13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0" fill="hold">
                            <p:stCondLst>
                              <p:cond delay="8370"/>
                            </p:stCondLst>
                            <p:childTnLst>
                              <p:par>
                                <p:cTn id="332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2" dur="10" fill="hold"/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23" dur="10" fill="hold"/>
                                        <p:tgtEl>
                                          <p:spTgt spid="13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24" dur="10" fill="hold"/>
                                        <p:tgtEl>
                                          <p:spTgt spid="13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5" dur="10" fill="hold"/>
                                        <p:tgtEl>
                                          <p:spTgt spid="13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6" fill="hold">
                            <p:stCondLst>
                              <p:cond delay="8380"/>
                            </p:stCondLst>
                            <p:childTnLst>
                              <p:par>
                                <p:cTn id="332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8" dur="10" fill="hold"/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29" dur="10" fill="hold"/>
                                        <p:tgtEl>
                                          <p:spTgt spid="13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30" dur="10" fill="hold"/>
                                        <p:tgtEl>
                                          <p:spTgt spid="13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1" dur="10" fill="hold"/>
                                        <p:tgtEl>
                                          <p:spTgt spid="13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2" fill="hold">
                            <p:stCondLst>
                              <p:cond delay="8390"/>
                            </p:stCondLst>
                            <p:childTnLst>
                              <p:par>
                                <p:cTn id="333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34" dur="10" fill="hold"/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35" dur="10" fill="hold"/>
                                        <p:tgtEl>
                                          <p:spTgt spid="13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36" dur="10" fill="hold"/>
                                        <p:tgtEl>
                                          <p:spTgt spid="13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7" dur="10" fill="hold"/>
                                        <p:tgtEl>
                                          <p:spTgt spid="13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8" fill="hold">
                            <p:stCondLst>
                              <p:cond delay="8400"/>
                            </p:stCondLst>
                            <p:childTnLst>
                              <p:par>
                                <p:cTn id="333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0" dur="10" fill="hold"/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41" dur="10" fill="hold"/>
                                        <p:tgtEl>
                                          <p:spTgt spid="13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42" dur="10" fill="hold"/>
                                        <p:tgtEl>
                                          <p:spTgt spid="13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43" dur="10" fill="hold"/>
                                        <p:tgtEl>
                                          <p:spTgt spid="13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4" fill="hold">
                            <p:stCondLst>
                              <p:cond delay="8410"/>
                            </p:stCondLst>
                            <p:childTnLst>
                              <p:par>
                                <p:cTn id="334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6" dur="10" fill="hold"/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47" dur="10" fill="hold"/>
                                        <p:tgtEl>
                                          <p:spTgt spid="1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48" dur="10" fill="hold"/>
                                        <p:tgtEl>
                                          <p:spTgt spid="1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49" dur="10" fill="hold"/>
                                        <p:tgtEl>
                                          <p:spTgt spid="1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0" fill="hold">
                            <p:stCondLst>
                              <p:cond delay="8420"/>
                            </p:stCondLst>
                            <p:childTnLst>
                              <p:par>
                                <p:cTn id="335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52" dur="10" fill="hold"/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53" dur="10" fill="hold"/>
                                        <p:tgtEl>
                                          <p:spTgt spid="1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54" dur="10" fill="hold"/>
                                        <p:tgtEl>
                                          <p:spTgt spid="1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55" dur="10" fill="hold"/>
                                        <p:tgtEl>
                                          <p:spTgt spid="1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6" fill="hold">
                            <p:stCondLst>
                              <p:cond delay="8430"/>
                            </p:stCondLst>
                            <p:childTnLst>
                              <p:par>
                                <p:cTn id="335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58" dur="10" fill="hold"/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59" dur="10" fill="hold"/>
                                        <p:tgtEl>
                                          <p:spTgt spid="1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60" dur="10" fill="hold"/>
                                        <p:tgtEl>
                                          <p:spTgt spid="1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61" dur="10" fill="hold"/>
                                        <p:tgtEl>
                                          <p:spTgt spid="1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2" fill="hold">
                            <p:stCondLst>
                              <p:cond delay="8440"/>
                            </p:stCondLst>
                            <p:childTnLst>
                              <p:par>
                                <p:cTn id="336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64" dur="10" fill="hold"/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65" dur="10" fill="hold"/>
                                        <p:tgtEl>
                                          <p:spTgt spid="13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66" dur="10" fill="hold"/>
                                        <p:tgtEl>
                                          <p:spTgt spid="13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67" dur="10" fill="hold"/>
                                        <p:tgtEl>
                                          <p:spTgt spid="13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8" fill="hold">
                            <p:stCondLst>
                              <p:cond delay="8450"/>
                            </p:stCondLst>
                            <p:childTnLst>
                              <p:par>
                                <p:cTn id="3369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0" dur="10" fill="hold"/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71" dur="10" fill="hold"/>
                                        <p:tgtEl>
                                          <p:spTgt spid="13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72" dur="10" fill="hold"/>
                                        <p:tgtEl>
                                          <p:spTgt spid="13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73" dur="10" fill="hold"/>
                                        <p:tgtEl>
                                          <p:spTgt spid="13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4" fill="hold">
                            <p:stCondLst>
                              <p:cond delay="8460"/>
                            </p:stCondLst>
                            <p:childTnLst>
                              <p:par>
                                <p:cTn id="337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6" dur="10" fill="hold"/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77" dur="10" fill="hold"/>
                                        <p:tgtEl>
                                          <p:spTgt spid="13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78" dur="10" fill="hold"/>
                                        <p:tgtEl>
                                          <p:spTgt spid="13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79" dur="10" fill="hold"/>
                                        <p:tgtEl>
                                          <p:spTgt spid="13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0" fill="hold">
                            <p:stCondLst>
                              <p:cond delay="8470"/>
                            </p:stCondLst>
                            <p:childTnLst>
                              <p:par>
                                <p:cTn id="3381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2" dur="10" fill="hold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83" dur="10" fill="hold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84" dur="10" fill="hold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5" dur="10" fill="hold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6" fill="hold">
                            <p:stCondLst>
                              <p:cond delay="8480"/>
                            </p:stCondLst>
                            <p:childTnLst>
                              <p:par>
                                <p:cTn id="33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9" fill="hold">
                            <p:stCondLst>
                              <p:cond delay="8480"/>
                            </p:stCondLst>
                            <p:childTnLst>
                              <p:par>
                                <p:cTn id="339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3.7037E-7 L 0.42175 0.00046 " pathEditMode="relative" rAng="0" ptsTypes="AA">
                                      <p:cBhvr>
                                        <p:cTn id="3391" dur="2000" fill="hold"/>
                                        <p:tgtEl>
                                          <p:spTgt spid="18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81" y="23"/>
                                    </p:animMotion>
                                  </p:childTnLst>
                                </p:cTn>
                              </p:par>
                              <p:par>
                                <p:cTn id="339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93" dur="2000" fill="hold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94" dur="2000" fill="hold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95" dur="2000" fill="hold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96" dur="2000" fill="hold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98" dur="2000" fill="hold"/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399" dur="2000" fill="hold"/>
                                        <p:tgtEl>
                                          <p:spTgt spid="13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00" dur="2000" fill="hold"/>
                                        <p:tgtEl>
                                          <p:spTgt spid="13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01" dur="2000" fill="hold"/>
                                        <p:tgtEl>
                                          <p:spTgt spid="13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03" dur="2000" fill="hold"/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04" dur="2000" fill="hold"/>
                                        <p:tgtEl>
                                          <p:spTgt spid="13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05" dur="2000" fill="hold"/>
                                        <p:tgtEl>
                                          <p:spTgt spid="13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06" dur="2000" fill="hold"/>
                                        <p:tgtEl>
                                          <p:spTgt spid="13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08" dur="2000" fill="hold"/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09" dur="2000" fill="hold"/>
                                        <p:tgtEl>
                                          <p:spTgt spid="13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10" dur="2000" fill="hold"/>
                                        <p:tgtEl>
                                          <p:spTgt spid="13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11" dur="2000" fill="hold"/>
                                        <p:tgtEl>
                                          <p:spTgt spid="13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13" dur="2000" fill="hold"/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14" dur="2000" fill="hold"/>
                                        <p:tgtEl>
                                          <p:spTgt spid="13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15" dur="2000" fill="hold"/>
                                        <p:tgtEl>
                                          <p:spTgt spid="13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16" dur="2000" fill="hold"/>
                                        <p:tgtEl>
                                          <p:spTgt spid="13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18" dur="2000" fill="hold"/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19" dur="2000" fill="hold"/>
                                        <p:tgtEl>
                                          <p:spTgt spid="13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20" dur="2000" fill="hold"/>
                                        <p:tgtEl>
                                          <p:spTgt spid="13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21" dur="2000" fill="hold"/>
                                        <p:tgtEl>
                                          <p:spTgt spid="13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3" dur="2000" fill="hold"/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24" dur="2000" fill="hold"/>
                                        <p:tgtEl>
                                          <p:spTgt spid="13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25" dur="2000" fill="hold"/>
                                        <p:tgtEl>
                                          <p:spTgt spid="13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26" dur="2000" fill="hold"/>
                                        <p:tgtEl>
                                          <p:spTgt spid="13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8" dur="2000" fill="hold"/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29" dur="2000" fill="hold"/>
                                        <p:tgtEl>
                                          <p:spTgt spid="13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30" dur="2000" fill="hold"/>
                                        <p:tgtEl>
                                          <p:spTgt spid="13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31" dur="2000" fill="hold"/>
                                        <p:tgtEl>
                                          <p:spTgt spid="13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3" dur="2000" fill="hold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34" dur="2000" fill="hold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35" dur="2000" fill="hold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36" dur="2000" fill="hold"/>
                                        <p:tgtEl>
                                          <p:spTgt spid="1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8" dur="200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39" dur="200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40" dur="200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1" dur="2000" fill="hold"/>
                                        <p:tgtEl>
                                          <p:spTgt spid="13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43" dur="2000" fill="hold"/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44" dur="2000" fill="hold"/>
                                        <p:tgtEl>
                                          <p:spTgt spid="13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45" dur="2000" fill="hold"/>
                                        <p:tgtEl>
                                          <p:spTgt spid="13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6" dur="2000" fill="hold"/>
                                        <p:tgtEl>
                                          <p:spTgt spid="13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48" dur="2000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49" dur="2000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50" dur="2000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1" dur="2000" fill="hold"/>
                                        <p:tgtEl>
                                          <p:spTgt spid="13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53" dur="2000" fill="hold"/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54" dur="2000" fill="hold"/>
                                        <p:tgtEl>
                                          <p:spTgt spid="13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55" dur="2000" fill="hold"/>
                                        <p:tgtEl>
                                          <p:spTgt spid="13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6" dur="2000" fill="hold"/>
                                        <p:tgtEl>
                                          <p:spTgt spid="13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58" dur="2000" fill="hold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59" dur="2000" fill="hold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60" dur="2000" fill="hold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61" dur="2000" fill="hold"/>
                                        <p:tgtEl>
                                          <p:spTgt spid="13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63" dur="2000" fill="hold"/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64" dur="2000" fill="hold"/>
                                        <p:tgtEl>
                                          <p:spTgt spid="13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65" dur="2000" fill="hold"/>
                                        <p:tgtEl>
                                          <p:spTgt spid="13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66" dur="2000" fill="hold"/>
                                        <p:tgtEl>
                                          <p:spTgt spid="13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68" dur="2000" fill="hold"/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69" dur="2000" fill="hold"/>
                                        <p:tgtEl>
                                          <p:spTgt spid="13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70" dur="2000" fill="hold"/>
                                        <p:tgtEl>
                                          <p:spTgt spid="13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71" dur="2000" fill="hold"/>
                                        <p:tgtEl>
                                          <p:spTgt spid="13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73" dur="2000" fill="hold"/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74" dur="2000" fill="hold"/>
                                        <p:tgtEl>
                                          <p:spTgt spid="13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75" dur="2000" fill="hold"/>
                                        <p:tgtEl>
                                          <p:spTgt spid="13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76" dur="2000" fill="hold"/>
                                        <p:tgtEl>
                                          <p:spTgt spid="13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78" dur="2000" fill="hold"/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79" dur="2000" fill="hold"/>
                                        <p:tgtEl>
                                          <p:spTgt spid="13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80" dur="2000" fill="hold"/>
                                        <p:tgtEl>
                                          <p:spTgt spid="13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81" dur="2000" fill="hold"/>
                                        <p:tgtEl>
                                          <p:spTgt spid="13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83" dur="2000" fill="hold"/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84" dur="2000" fill="hold"/>
                                        <p:tgtEl>
                                          <p:spTgt spid="13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85" dur="2000" fill="hold"/>
                                        <p:tgtEl>
                                          <p:spTgt spid="13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86" dur="2000" fill="hold"/>
                                        <p:tgtEl>
                                          <p:spTgt spid="13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88" dur="2000" fill="hold"/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89" dur="2000" fill="hold"/>
                                        <p:tgtEl>
                                          <p:spTgt spid="13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90" dur="2000" fill="hold"/>
                                        <p:tgtEl>
                                          <p:spTgt spid="13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91" dur="2000" fill="hold"/>
                                        <p:tgtEl>
                                          <p:spTgt spid="13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3" dur="2000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94" dur="2000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495" dur="2000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96" dur="2000" fill="hold"/>
                                        <p:tgtEl>
                                          <p:spTgt spid="13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8" dur="2000" fill="hold"/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499" dur="2000" fill="hold"/>
                                        <p:tgtEl>
                                          <p:spTgt spid="13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00" dur="2000" fill="hold"/>
                                        <p:tgtEl>
                                          <p:spTgt spid="13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1" dur="2000" fill="hold"/>
                                        <p:tgtEl>
                                          <p:spTgt spid="13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3" dur="2000" fill="hold"/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504" dur="2000" fill="hold"/>
                                        <p:tgtEl>
                                          <p:spTgt spid="13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05" dur="2000" fill="hold"/>
                                        <p:tgtEl>
                                          <p:spTgt spid="13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6" dur="2000" fill="hold"/>
                                        <p:tgtEl>
                                          <p:spTgt spid="13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8" dur="2000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509" dur="2000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10" dur="2000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11" dur="2000" fill="hold"/>
                                        <p:tgtEl>
                                          <p:spTgt spid="13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13" dur="2000" fill="hold"/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514" dur="2000" fill="hold"/>
                                        <p:tgtEl>
                                          <p:spTgt spid="13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15" dur="2000" fill="hold"/>
                                        <p:tgtEl>
                                          <p:spTgt spid="13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16" dur="2000" fill="hold"/>
                                        <p:tgtEl>
                                          <p:spTgt spid="13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18" dur="2000" fill="hold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519" dur="2000" fill="hold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20" dur="2000" fill="hold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21" dur="2000" fill="hold"/>
                                        <p:tgtEl>
                                          <p:spTgt spid="13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3" dur="2000" fill="hold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524" dur="2000" fill="hold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25" dur="2000" fill="hold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26" dur="2000" fill="hold"/>
                                        <p:tgtEl>
                                          <p:spTgt spid="13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8" dur="2000" fill="hold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529" dur="2000" fill="hold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30" dur="2000" fill="hold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31" dur="2000" fill="hold"/>
                                        <p:tgtEl>
                                          <p:spTgt spid="1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33" dur="2000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534" dur="2000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35" dur="2000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36" dur="2000" fill="hold"/>
                                        <p:tgtEl>
                                          <p:spTgt spid="13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38" dur="2000" fill="hold"/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539" dur="2000" fill="hold"/>
                                        <p:tgtEl>
                                          <p:spTgt spid="1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40" dur="2000" fill="hold"/>
                                        <p:tgtEl>
                                          <p:spTgt spid="1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41" dur="2000" fill="hold"/>
                                        <p:tgtEl>
                                          <p:spTgt spid="1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3" dur="2000" fill="hold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544" dur="2000" fill="hold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45" dur="2000" fill="hold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46" dur="2000" fill="hold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8" dur="2000" fill="hold"/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549" dur="2000" fill="hold"/>
                                        <p:tgtEl>
                                          <p:spTgt spid="1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50" dur="2000" fill="hold"/>
                                        <p:tgtEl>
                                          <p:spTgt spid="1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51" dur="2000" fill="hold"/>
                                        <p:tgtEl>
                                          <p:spTgt spid="1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2" fill="hold">
                            <p:stCondLst>
                              <p:cond delay="10480"/>
                            </p:stCondLst>
                            <p:childTnLst>
                              <p:par>
                                <p:cTn id="355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" grpId="0" animBg="1"/>
      <p:bldP spid="748" grpId="0" animBg="1"/>
      <p:bldP spid="749" grpId="0" animBg="1"/>
      <p:bldP spid="750" grpId="0" animBg="1"/>
      <p:bldP spid="751" grpId="0" animBg="1"/>
      <p:bldP spid="752" grpId="0" animBg="1"/>
      <p:bldP spid="753" grpId="0" animBg="1"/>
      <p:bldP spid="754" grpId="0" animBg="1"/>
      <p:bldP spid="755" grpId="0" animBg="1"/>
      <p:bldP spid="756" grpId="0" animBg="1"/>
      <p:bldP spid="757" grpId="0" animBg="1"/>
      <p:bldP spid="758" grpId="0" animBg="1"/>
      <p:bldP spid="759" grpId="0" animBg="1"/>
      <p:bldP spid="760" grpId="0" animBg="1"/>
      <p:bldP spid="761" grpId="0" animBg="1"/>
      <p:bldP spid="762" grpId="0" animBg="1"/>
      <p:bldP spid="763" grpId="0" animBg="1"/>
      <p:bldP spid="764" grpId="0" animBg="1"/>
      <p:bldP spid="765" grpId="0" animBg="1"/>
      <p:bldP spid="766" grpId="0" animBg="1"/>
      <p:bldP spid="767" grpId="0" animBg="1"/>
      <p:bldP spid="768" grpId="0" animBg="1"/>
      <p:bldP spid="769" grpId="0" animBg="1"/>
      <p:bldP spid="770" grpId="0" animBg="1"/>
      <p:bldP spid="771" grpId="0" animBg="1"/>
      <p:bldP spid="772" grpId="0" animBg="1"/>
      <p:bldP spid="773" grpId="0" animBg="1"/>
      <p:bldP spid="774" grpId="0" animBg="1"/>
      <p:bldP spid="775" grpId="0" animBg="1"/>
      <p:bldP spid="776" grpId="0" animBg="1"/>
      <p:bldP spid="777" grpId="0" animBg="1"/>
      <p:bldP spid="778" grpId="0" animBg="1"/>
      <p:bldP spid="779" grpId="0" animBg="1"/>
      <p:bldP spid="780" grpId="0" animBg="1"/>
      <p:bldP spid="781" grpId="0" animBg="1"/>
      <p:bldP spid="782" grpId="0" animBg="1"/>
      <p:bldP spid="783" grpId="0" animBg="1"/>
      <p:bldP spid="784" grpId="0" animBg="1"/>
      <p:bldP spid="785" grpId="0" animBg="1"/>
      <p:bldP spid="786" grpId="0" animBg="1"/>
      <p:bldP spid="787" grpId="0" animBg="1"/>
      <p:bldP spid="788" grpId="0" animBg="1"/>
      <p:bldP spid="789" grpId="0" animBg="1"/>
      <p:bldP spid="790" grpId="0" animBg="1"/>
      <p:bldP spid="791" grpId="0" animBg="1"/>
      <p:bldP spid="792" grpId="0" animBg="1"/>
      <p:bldP spid="793" grpId="0" animBg="1"/>
      <p:bldP spid="794" grpId="0" animBg="1"/>
      <p:bldP spid="795" grpId="0" animBg="1"/>
      <p:bldP spid="796" grpId="0" animBg="1"/>
      <p:bldP spid="797" grpId="0" animBg="1"/>
      <p:bldP spid="798" grpId="0" animBg="1"/>
      <p:bldP spid="799" grpId="0" animBg="1"/>
      <p:bldP spid="800" grpId="0" animBg="1"/>
      <p:bldP spid="801" grpId="0" animBg="1"/>
      <p:bldP spid="802" grpId="0" animBg="1"/>
      <p:bldP spid="803" grpId="0" animBg="1"/>
      <p:bldP spid="804" grpId="0" animBg="1"/>
      <p:bldP spid="805" grpId="0" animBg="1"/>
      <p:bldP spid="806" grpId="0" animBg="1"/>
      <p:bldP spid="807" grpId="0" animBg="1"/>
      <p:bldP spid="808" grpId="0" animBg="1"/>
      <p:bldP spid="809" grpId="0" animBg="1"/>
      <p:bldP spid="810" grpId="0" animBg="1"/>
      <p:bldP spid="811" grpId="0" animBg="1"/>
      <p:bldP spid="812" grpId="0" animBg="1"/>
      <p:bldP spid="813" grpId="0" animBg="1"/>
      <p:bldP spid="814" grpId="0" animBg="1"/>
      <p:bldP spid="815" grpId="0" animBg="1"/>
      <p:bldP spid="816" grpId="0" animBg="1"/>
      <p:bldP spid="817" grpId="0" animBg="1"/>
      <p:bldP spid="818" grpId="0" animBg="1"/>
      <p:bldP spid="819" grpId="0" animBg="1"/>
      <p:bldP spid="820" grpId="0" animBg="1"/>
      <p:bldP spid="821" grpId="0" animBg="1"/>
      <p:bldP spid="822" grpId="0" animBg="1"/>
      <p:bldP spid="823" grpId="0" animBg="1"/>
      <p:bldP spid="824" grpId="0" animBg="1"/>
      <p:bldP spid="825" grpId="0" animBg="1"/>
      <p:bldP spid="826" grpId="0" animBg="1"/>
      <p:bldP spid="827" grpId="0" animBg="1"/>
      <p:bldP spid="828" grpId="0" animBg="1"/>
      <p:bldP spid="829" grpId="0" animBg="1"/>
      <p:bldP spid="830" grpId="0" animBg="1"/>
      <p:bldP spid="831" grpId="0" animBg="1"/>
      <p:bldP spid="832" grpId="0" animBg="1"/>
      <p:bldP spid="833" grpId="0" animBg="1"/>
      <p:bldP spid="834" grpId="0" animBg="1"/>
      <p:bldP spid="835" grpId="0" animBg="1"/>
      <p:bldP spid="836" grpId="0" animBg="1"/>
      <p:bldP spid="837" grpId="0" animBg="1"/>
      <p:bldP spid="838" grpId="0" animBg="1"/>
      <p:bldP spid="839" grpId="0" animBg="1"/>
      <p:bldP spid="840" grpId="0" animBg="1"/>
      <p:bldP spid="841" grpId="0" animBg="1"/>
      <p:bldP spid="842" grpId="0" animBg="1"/>
      <p:bldP spid="843" grpId="0" animBg="1"/>
      <p:bldP spid="844" grpId="0" animBg="1"/>
      <p:bldP spid="845" grpId="0" animBg="1"/>
      <p:bldP spid="846" grpId="0" animBg="1"/>
      <p:bldP spid="847" grpId="0" animBg="1"/>
      <p:bldP spid="848" grpId="0" animBg="1"/>
      <p:bldP spid="849" grpId="0" animBg="1"/>
      <p:bldP spid="850" grpId="0" animBg="1"/>
      <p:bldP spid="851" grpId="0" animBg="1"/>
      <p:bldP spid="852" grpId="0" animBg="1"/>
      <p:bldP spid="853" grpId="0" animBg="1"/>
      <p:bldP spid="854" grpId="0" animBg="1"/>
      <p:bldP spid="855" grpId="0" animBg="1"/>
      <p:bldP spid="856" grpId="0" animBg="1"/>
      <p:bldP spid="857" grpId="0" animBg="1"/>
      <p:bldP spid="858" grpId="0" animBg="1"/>
      <p:bldP spid="859" grpId="0" animBg="1"/>
      <p:bldP spid="860" grpId="0" animBg="1"/>
      <p:bldP spid="861" grpId="0" animBg="1"/>
      <p:bldP spid="862" grpId="0" animBg="1"/>
      <p:bldP spid="863" grpId="0" animBg="1"/>
      <p:bldP spid="864" grpId="0" animBg="1"/>
      <p:bldP spid="865" grpId="0" animBg="1"/>
      <p:bldP spid="866" grpId="0" animBg="1"/>
      <p:bldP spid="867" grpId="0" animBg="1"/>
      <p:bldP spid="868" grpId="0" animBg="1"/>
      <p:bldP spid="869" grpId="0" animBg="1"/>
      <p:bldP spid="870" grpId="0" animBg="1"/>
      <p:bldP spid="871" grpId="0" animBg="1"/>
      <p:bldP spid="872" grpId="0" animBg="1"/>
      <p:bldP spid="873" grpId="0" animBg="1"/>
      <p:bldP spid="874" grpId="0" animBg="1"/>
      <p:bldP spid="875" grpId="0" animBg="1"/>
      <p:bldP spid="876" grpId="0" animBg="1"/>
      <p:bldP spid="877" grpId="0" animBg="1"/>
      <p:bldP spid="878" grpId="0" animBg="1"/>
      <p:bldP spid="879" grpId="0" animBg="1"/>
      <p:bldP spid="880" grpId="0" animBg="1"/>
      <p:bldP spid="881" grpId="0" animBg="1"/>
      <p:bldP spid="882" grpId="0" animBg="1"/>
      <p:bldP spid="883" grpId="0" animBg="1"/>
      <p:bldP spid="884" grpId="0" animBg="1"/>
      <p:bldP spid="885" grpId="0" animBg="1"/>
      <p:bldP spid="886" grpId="0" animBg="1"/>
      <p:bldP spid="887" grpId="0" animBg="1"/>
      <p:bldP spid="888" grpId="0" animBg="1"/>
      <p:bldP spid="889" grpId="0" animBg="1"/>
      <p:bldP spid="890" grpId="0" animBg="1"/>
      <p:bldP spid="891" grpId="0" animBg="1"/>
      <p:bldP spid="892" grpId="0" animBg="1"/>
      <p:bldP spid="893" grpId="0" animBg="1"/>
      <p:bldP spid="894" grpId="0" animBg="1"/>
      <p:bldP spid="895" grpId="0" animBg="1"/>
      <p:bldP spid="896" grpId="0" animBg="1"/>
      <p:bldP spid="897" grpId="0" animBg="1"/>
      <p:bldP spid="898" grpId="0" animBg="1"/>
      <p:bldP spid="899" grpId="0" animBg="1"/>
      <p:bldP spid="900" grpId="0" animBg="1"/>
      <p:bldP spid="901" grpId="0" animBg="1"/>
      <p:bldP spid="902" grpId="0" animBg="1"/>
      <p:bldP spid="903" grpId="0" animBg="1"/>
      <p:bldP spid="904" grpId="0" animBg="1"/>
      <p:bldP spid="905" grpId="0" animBg="1"/>
      <p:bldP spid="906" grpId="0" animBg="1"/>
      <p:bldP spid="907" grpId="0" animBg="1"/>
      <p:bldP spid="908" grpId="0" animBg="1"/>
      <p:bldP spid="909" grpId="0" animBg="1"/>
      <p:bldP spid="910" grpId="0" animBg="1"/>
      <p:bldP spid="911" grpId="0" animBg="1"/>
      <p:bldP spid="912" grpId="0" animBg="1"/>
      <p:bldP spid="913" grpId="0" animBg="1"/>
      <p:bldP spid="914" grpId="0" animBg="1"/>
      <p:bldP spid="915" grpId="0" animBg="1"/>
      <p:bldP spid="916" grpId="0" animBg="1"/>
      <p:bldP spid="917" grpId="0" animBg="1"/>
      <p:bldP spid="918" grpId="0" animBg="1"/>
      <p:bldP spid="919" grpId="0" animBg="1"/>
      <p:bldP spid="920" grpId="0" animBg="1"/>
      <p:bldP spid="921" grpId="0" animBg="1"/>
      <p:bldP spid="922" grpId="0" animBg="1"/>
      <p:bldP spid="923" grpId="0" animBg="1"/>
      <p:bldP spid="924" grpId="0" animBg="1"/>
      <p:bldP spid="925" grpId="0" animBg="1"/>
      <p:bldP spid="926" grpId="0" animBg="1"/>
      <p:bldP spid="927" grpId="0" animBg="1"/>
      <p:bldP spid="928" grpId="0" animBg="1"/>
      <p:bldP spid="929" grpId="0" animBg="1"/>
      <p:bldP spid="930" grpId="0" animBg="1"/>
      <p:bldP spid="931" grpId="0" animBg="1"/>
      <p:bldP spid="932" grpId="0" animBg="1"/>
      <p:bldP spid="933" grpId="0" animBg="1"/>
      <p:bldP spid="934" grpId="0" animBg="1"/>
      <p:bldP spid="935" grpId="0" animBg="1"/>
      <p:bldP spid="936" grpId="0" animBg="1"/>
      <p:bldP spid="937" grpId="0" animBg="1"/>
      <p:bldP spid="938" grpId="0" animBg="1"/>
      <p:bldP spid="939" grpId="0" animBg="1"/>
      <p:bldP spid="940" grpId="0" animBg="1"/>
      <p:bldP spid="941" grpId="0" animBg="1"/>
      <p:bldP spid="942" grpId="0" animBg="1"/>
      <p:bldP spid="943" grpId="0" animBg="1"/>
      <p:bldP spid="944" grpId="0" animBg="1"/>
      <p:bldP spid="945" grpId="0" animBg="1"/>
      <p:bldP spid="946" grpId="0" animBg="1"/>
      <p:bldP spid="947" grpId="0" animBg="1"/>
      <p:bldP spid="948" grpId="0" animBg="1"/>
      <p:bldP spid="949" grpId="0" animBg="1"/>
      <p:bldP spid="950" grpId="0" animBg="1"/>
      <p:bldP spid="951" grpId="0" animBg="1"/>
      <p:bldP spid="952" grpId="0" animBg="1"/>
      <p:bldP spid="953" grpId="0" animBg="1"/>
      <p:bldP spid="954" grpId="0" animBg="1"/>
      <p:bldP spid="955" grpId="0" animBg="1"/>
      <p:bldP spid="956" grpId="0" animBg="1"/>
      <p:bldP spid="957" grpId="0" animBg="1"/>
      <p:bldP spid="958" grpId="0" animBg="1"/>
      <p:bldP spid="959" grpId="0" animBg="1"/>
      <p:bldP spid="960" grpId="0" animBg="1"/>
      <p:bldP spid="961" grpId="0" animBg="1"/>
      <p:bldP spid="962" grpId="0" animBg="1"/>
      <p:bldP spid="963" grpId="0" animBg="1"/>
      <p:bldP spid="964" grpId="0" animBg="1"/>
      <p:bldP spid="965" grpId="0" animBg="1"/>
      <p:bldP spid="966" grpId="0" animBg="1"/>
      <p:bldP spid="967" grpId="0" animBg="1"/>
      <p:bldP spid="968" grpId="0" animBg="1"/>
      <p:bldP spid="969" grpId="0" animBg="1"/>
      <p:bldP spid="970" grpId="0" animBg="1"/>
      <p:bldP spid="971" grpId="0" animBg="1"/>
      <p:bldP spid="972" grpId="0" animBg="1"/>
      <p:bldP spid="973" grpId="0" animBg="1"/>
      <p:bldP spid="974" grpId="0" animBg="1"/>
      <p:bldP spid="975" grpId="0" animBg="1"/>
      <p:bldP spid="976" grpId="0" animBg="1"/>
      <p:bldP spid="977" grpId="0" animBg="1"/>
      <p:bldP spid="978" grpId="0" animBg="1"/>
      <p:bldP spid="979" grpId="0" animBg="1"/>
      <p:bldP spid="980" grpId="0" animBg="1"/>
      <p:bldP spid="981" grpId="0" animBg="1"/>
      <p:bldP spid="982" grpId="0" animBg="1"/>
      <p:bldP spid="983" grpId="0" animBg="1"/>
      <p:bldP spid="984" grpId="0" animBg="1"/>
      <p:bldP spid="985" grpId="0" animBg="1"/>
      <p:bldP spid="986" grpId="0" animBg="1"/>
      <p:bldP spid="987" grpId="0" animBg="1"/>
      <p:bldP spid="988" grpId="0" animBg="1"/>
      <p:bldP spid="989" grpId="0" animBg="1"/>
      <p:bldP spid="990" grpId="0" animBg="1"/>
      <p:bldP spid="991" grpId="0" animBg="1"/>
      <p:bldP spid="992" grpId="0" animBg="1"/>
      <p:bldP spid="993" grpId="0" animBg="1"/>
      <p:bldP spid="994" grpId="0" animBg="1"/>
      <p:bldP spid="995" grpId="0" animBg="1"/>
      <p:bldP spid="996" grpId="0" animBg="1"/>
      <p:bldP spid="997" grpId="0" animBg="1"/>
      <p:bldP spid="998" grpId="0" animBg="1"/>
      <p:bldP spid="999" grpId="0" animBg="1"/>
      <p:bldP spid="1000" grpId="0" animBg="1"/>
      <p:bldP spid="1001" grpId="0" animBg="1"/>
      <p:bldP spid="1002" grpId="0" animBg="1"/>
      <p:bldP spid="1003" grpId="0" animBg="1"/>
      <p:bldP spid="1004" grpId="0" animBg="1"/>
      <p:bldP spid="1005" grpId="0" animBg="1"/>
      <p:bldP spid="1006" grpId="0" animBg="1"/>
      <p:bldP spid="1007" grpId="0" animBg="1"/>
      <p:bldP spid="1008" grpId="0" animBg="1"/>
      <p:bldP spid="1009" grpId="0" animBg="1"/>
      <p:bldP spid="1010" grpId="0" animBg="1"/>
      <p:bldP spid="1011" grpId="0" animBg="1"/>
      <p:bldP spid="1012" grpId="0" animBg="1"/>
      <p:bldP spid="1013" grpId="0" animBg="1"/>
      <p:bldP spid="1014" grpId="0" animBg="1"/>
      <p:bldP spid="1015" grpId="0" animBg="1"/>
      <p:bldP spid="1016" grpId="0" animBg="1"/>
      <p:bldP spid="1017" grpId="0" animBg="1"/>
      <p:bldP spid="1018" grpId="0" animBg="1"/>
      <p:bldP spid="1019" grpId="0" animBg="1"/>
      <p:bldP spid="1020" grpId="0" animBg="1"/>
      <p:bldP spid="1021" grpId="0" animBg="1"/>
      <p:bldP spid="1022" grpId="0" animBg="1"/>
      <p:bldP spid="1023" grpId="0" animBg="1"/>
      <p:bldP spid="1024" grpId="0" animBg="1"/>
      <p:bldP spid="1025" grpId="0" animBg="1"/>
      <p:bldP spid="1026" grpId="0" animBg="1"/>
      <p:bldP spid="1027" grpId="0" animBg="1"/>
      <p:bldP spid="1028" grpId="0" animBg="1"/>
      <p:bldP spid="1029" grpId="0" animBg="1"/>
      <p:bldP spid="1030" grpId="0" animBg="1"/>
      <p:bldP spid="1031" grpId="0" animBg="1"/>
      <p:bldP spid="1032" grpId="0" animBg="1"/>
      <p:bldP spid="1033" grpId="0" animBg="1"/>
      <p:bldP spid="1034" grpId="0" animBg="1"/>
      <p:bldP spid="1035" grpId="0" animBg="1"/>
      <p:bldP spid="1036" grpId="0" animBg="1"/>
      <p:bldP spid="1037" grpId="0" animBg="1"/>
      <p:bldP spid="1038" grpId="0" animBg="1"/>
      <p:bldP spid="1039" grpId="0" animBg="1"/>
      <p:bldP spid="1040" grpId="0" animBg="1"/>
      <p:bldP spid="1041" grpId="0" animBg="1"/>
      <p:bldP spid="1042" grpId="0" animBg="1"/>
      <p:bldP spid="1043" grpId="0" animBg="1"/>
      <p:bldP spid="1044" grpId="0" animBg="1"/>
      <p:bldP spid="1045" grpId="0" animBg="1"/>
      <p:bldP spid="1046" grpId="0" animBg="1"/>
      <p:bldP spid="1047" grpId="0" animBg="1"/>
      <p:bldP spid="1048" grpId="0" animBg="1"/>
      <p:bldP spid="1049" grpId="0" animBg="1"/>
      <p:bldP spid="1050" grpId="0" animBg="1"/>
      <p:bldP spid="1051" grpId="0" animBg="1"/>
      <p:bldP spid="1052" grpId="0" animBg="1"/>
      <p:bldP spid="1053" grpId="0" animBg="1"/>
      <p:bldP spid="1054" grpId="0" animBg="1"/>
      <p:bldP spid="1055" grpId="0" animBg="1"/>
      <p:bldP spid="1056" grpId="0" animBg="1"/>
      <p:bldP spid="1057" grpId="0" animBg="1"/>
      <p:bldP spid="1058" grpId="0" animBg="1"/>
      <p:bldP spid="1059" grpId="0" animBg="1"/>
      <p:bldP spid="1060" grpId="0" animBg="1"/>
      <p:bldP spid="1061" grpId="0" animBg="1"/>
      <p:bldP spid="1062" grpId="0" animBg="1"/>
      <p:bldP spid="1063" grpId="0" animBg="1"/>
      <p:bldP spid="1064" grpId="0" animBg="1"/>
      <p:bldP spid="1065" grpId="0" animBg="1"/>
      <p:bldP spid="1066" grpId="0" animBg="1"/>
      <p:bldP spid="1067" grpId="0" animBg="1"/>
      <p:bldP spid="1068" grpId="0" animBg="1"/>
      <p:bldP spid="1069" grpId="0" animBg="1"/>
      <p:bldP spid="1070" grpId="0" animBg="1"/>
      <p:bldP spid="1071" grpId="0" animBg="1"/>
      <p:bldP spid="1072" grpId="0" animBg="1"/>
      <p:bldP spid="1073" grpId="0" animBg="1"/>
      <p:bldP spid="1074" grpId="0" animBg="1"/>
      <p:bldP spid="1075" grpId="0" animBg="1"/>
      <p:bldP spid="1076" grpId="0" animBg="1"/>
      <p:bldP spid="1077" grpId="0" animBg="1"/>
      <p:bldP spid="1078" grpId="0" animBg="1"/>
      <p:bldP spid="1079" grpId="0" animBg="1"/>
      <p:bldP spid="1080" grpId="0" animBg="1"/>
      <p:bldP spid="1081" grpId="0" animBg="1"/>
      <p:bldP spid="1082" grpId="0" animBg="1"/>
      <p:bldP spid="1083" grpId="0" animBg="1"/>
      <p:bldP spid="1084" grpId="0" animBg="1"/>
      <p:bldP spid="1085" grpId="0" animBg="1"/>
      <p:bldP spid="1086" grpId="0" animBg="1"/>
      <p:bldP spid="1087" grpId="0" animBg="1"/>
      <p:bldP spid="1088" grpId="0" animBg="1"/>
      <p:bldP spid="1089" grpId="0" animBg="1"/>
      <p:bldP spid="1090" grpId="0" animBg="1"/>
      <p:bldP spid="1091" grpId="0" animBg="1"/>
      <p:bldP spid="1092" grpId="0" animBg="1"/>
      <p:bldP spid="1093" grpId="0" animBg="1"/>
      <p:bldP spid="1094" grpId="0" animBg="1"/>
      <p:bldP spid="1095" grpId="0" animBg="1"/>
      <p:bldP spid="1096" grpId="0" animBg="1"/>
      <p:bldP spid="1097" grpId="0" animBg="1"/>
      <p:bldP spid="1098" grpId="0" animBg="1"/>
      <p:bldP spid="1099" grpId="0" animBg="1"/>
      <p:bldP spid="1100" grpId="0" animBg="1"/>
      <p:bldP spid="1101" grpId="0" animBg="1"/>
      <p:bldP spid="1102" grpId="0" animBg="1"/>
      <p:bldP spid="1103" grpId="0" animBg="1"/>
      <p:bldP spid="1104" grpId="0" animBg="1"/>
      <p:bldP spid="1105" grpId="0" animBg="1"/>
      <p:bldP spid="1106" grpId="0" animBg="1"/>
      <p:bldP spid="1107" grpId="0" animBg="1"/>
      <p:bldP spid="1108" grpId="0" animBg="1"/>
      <p:bldP spid="1109" grpId="0" animBg="1"/>
      <p:bldP spid="1110" grpId="0" animBg="1"/>
      <p:bldP spid="1111" grpId="0" animBg="1"/>
      <p:bldP spid="1112" grpId="0" animBg="1"/>
      <p:bldP spid="1113" grpId="0" animBg="1"/>
      <p:bldP spid="1114" grpId="0" animBg="1"/>
      <p:bldP spid="1115" grpId="0" animBg="1"/>
      <p:bldP spid="1116" grpId="0" animBg="1"/>
      <p:bldP spid="1117" grpId="0" animBg="1"/>
      <p:bldP spid="1118" grpId="0" animBg="1"/>
      <p:bldP spid="1119" grpId="0" animBg="1"/>
      <p:bldP spid="1120" grpId="0" animBg="1"/>
      <p:bldP spid="1121" grpId="0" animBg="1"/>
      <p:bldP spid="1122" grpId="0" animBg="1"/>
      <p:bldP spid="1123" grpId="0" animBg="1"/>
      <p:bldP spid="1124" grpId="0" animBg="1"/>
      <p:bldP spid="1125" grpId="0" animBg="1"/>
      <p:bldP spid="1126" grpId="0" animBg="1"/>
      <p:bldP spid="1127" grpId="0" animBg="1"/>
      <p:bldP spid="1128" grpId="0" animBg="1"/>
      <p:bldP spid="1129" grpId="0" animBg="1"/>
      <p:bldP spid="1130" grpId="0" animBg="1"/>
      <p:bldP spid="1131" grpId="0" animBg="1"/>
      <p:bldP spid="1132" grpId="0" animBg="1"/>
      <p:bldP spid="1133" grpId="0" animBg="1"/>
      <p:bldP spid="1134" grpId="0" animBg="1"/>
      <p:bldP spid="1135" grpId="0" animBg="1"/>
      <p:bldP spid="1136" grpId="0" animBg="1"/>
      <p:bldP spid="1137" grpId="0" animBg="1"/>
      <p:bldP spid="1138" grpId="0" animBg="1"/>
      <p:bldP spid="1139" grpId="0" animBg="1"/>
      <p:bldP spid="1140" grpId="0" animBg="1"/>
      <p:bldP spid="1141" grpId="0" animBg="1"/>
      <p:bldP spid="1142" grpId="0" animBg="1"/>
      <p:bldP spid="1143" grpId="0" animBg="1"/>
      <p:bldP spid="1144" grpId="0" animBg="1"/>
      <p:bldP spid="1145" grpId="0" animBg="1"/>
      <p:bldP spid="1146" grpId="0" animBg="1"/>
      <p:bldP spid="1147" grpId="0" animBg="1"/>
      <p:bldP spid="1148" grpId="0" animBg="1"/>
      <p:bldP spid="1149" grpId="0" animBg="1"/>
      <p:bldP spid="1150" grpId="0" animBg="1"/>
      <p:bldP spid="1151" grpId="0" animBg="1"/>
      <p:bldP spid="1152" grpId="0" animBg="1"/>
      <p:bldP spid="1153" grpId="0" animBg="1"/>
      <p:bldP spid="1154" grpId="0" animBg="1"/>
      <p:bldP spid="1155" grpId="0" animBg="1"/>
      <p:bldP spid="1156" grpId="0" animBg="1"/>
      <p:bldP spid="1157" grpId="0" animBg="1"/>
      <p:bldP spid="1158" grpId="0" animBg="1"/>
      <p:bldP spid="1159" grpId="0" animBg="1"/>
      <p:bldP spid="1160" grpId="0" animBg="1"/>
      <p:bldP spid="1161" grpId="0" animBg="1"/>
      <p:bldP spid="1162" grpId="0" animBg="1"/>
      <p:bldP spid="1163" grpId="0" animBg="1"/>
      <p:bldP spid="1164" grpId="0" animBg="1"/>
      <p:bldP spid="1165" grpId="0" animBg="1"/>
      <p:bldP spid="1166" grpId="0" animBg="1"/>
      <p:bldP spid="1167" grpId="0" animBg="1"/>
      <p:bldP spid="1168" grpId="0" animBg="1"/>
      <p:bldP spid="1169" grpId="0" animBg="1"/>
      <p:bldP spid="1170" grpId="0" animBg="1"/>
      <p:bldP spid="1171" grpId="0" animBg="1"/>
      <p:bldP spid="1172" grpId="0" animBg="1"/>
      <p:bldP spid="1173" grpId="0" animBg="1"/>
      <p:bldP spid="1174" grpId="0" animBg="1"/>
      <p:bldP spid="1175" grpId="0" animBg="1"/>
      <p:bldP spid="1176" grpId="0" animBg="1"/>
      <p:bldP spid="1177" grpId="0" animBg="1"/>
      <p:bldP spid="1178" grpId="0" animBg="1"/>
      <p:bldP spid="1179" grpId="0" animBg="1"/>
      <p:bldP spid="1180" grpId="0" animBg="1"/>
      <p:bldP spid="1181" grpId="0" animBg="1"/>
      <p:bldP spid="1182" grpId="0" animBg="1"/>
      <p:bldP spid="1183" grpId="0" animBg="1"/>
      <p:bldP spid="1184" grpId="0" animBg="1"/>
      <p:bldP spid="1185" grpId="0" animBg="1"/>
      <p:bldP spid="1186" grpId="0" animBg="1"/>
      <p:bldP spid="1187" grpId="0" animBg="1"/>
      <p:bldP spid="1188" grpId="0" animBg="1"/>
      <p:bldP spid="1189" grpId="0" animBg="1"/>
      <p:bldP spid="1190" grpId="0" animBg="1"/>
      <p:bldP spid="1191" grpId="0" animBg="1"/>
      <p:bldP spid="1192" grpId="0" animBg="1"/>
      <p:bldP spid="1193" grpId="0" animBg="1"/>
      <p:bldP spid="1194" grpId="0" animBg="1"/>
      <p:bldP spid="1195" grpId="0" animBg="1"/>
      <p:bldP spid="1196" grpId="0" animBg="1"/>
      <p:bldP spid="1197" grpId="0" animBg="1"/>
      <p:bldP spid="1198" grpId="0" animBg="1"/>
      <p:bldP spid="1199" grpId="0" animBg="1"/>
      <p:bldP spid="1200" grpId="0" animBg="1"/>
      <p:bldP spid="1201" grpId="0" animBg="1"/>
      <p:bldP spid="1202" grpId="0" animBg="1"/>
      <p:bldP spid="1203" grpId="0" animBg="1"/>
      <p:bldP spid="1204" grpId="0" animBg="1"/>
      <p:bldP spid="1205" grpId="0" animBg="1"/>
      <p:bldP spid="1206" grpId="0" animBg="1"/>
      <p:bldP spid="1207" grpId="0" animBg="1"/>
      <p:bldP spid="1208" grpId="0" animBg="1"/>
      <p:bldP spid="1209" grpId="0" animBg="1"/>
      <p:bldP spid="1210" grpId="0" animBg="1"/>
      <p:bldP spid="1211" grpId="0" animBg="1"/>
      <p:bldP spid="1212" grpId="0" animBg="1"/>
      <p:bldP spid="1213" grpId="0" animBg="1"/>
      <p:bldP spid="1214" grpId="0" animBg="1"/>
      <p:bldP spid="1215" grpId="0" animBg="1"/>
      <p:bldP spid="1216" grpId="0" animBg="1"/>
      <p:bldP spid="1217" grpId="0" animBg="1"/>
      <p:bldP spid="1218" grpId="0" animBg="1"/>
      <p:bldP spid="1219" grpId="0" animBg="1"/>
      <p:bldP spid="1220" grpId="0" animBg="1"/>
      <p:bldP spid="1221" grpId="0" animBg="1"/>
      <p:bldP spid="1222" grpId="0" animBg="1"/>
      <p:bldP spid="1223" grpId="0" animBg="1"/>
      <p:bldP spid="1224" grpId="0" animBg="1"/>
      <p:bldP spid="1225" grpId="0" animBg="1"/>
      <p:bldP spid="1226" grpId="0" animBg="1"/>
      <p:bldP spid="1227" grpId="0" animBg="1"/>
      <p:bldP spid="1228" grpId="0" animBg="1"/>
      <p:bldP spid="1229" grpId="0" animBg="1"/>
      <p:bldP spid="1230" grpId="0" animBg="1"/>
      <p:bldP spid="1231" grpId="0" animBg="1"/>
      <p:bldP spid="1232" grpId="0" animBg="1"/>
      <p:bldP spid="1233" grpId="0" animBg="1"/>
      <p:bldP spid="1234" grpId="0" animBg="1"/>
      <p:bldP spid="1235" grpId="0" animBg="1"/>
      <p:bldP spid="1236" grpId="0" animBg="1"/>
      <p:bldP spid="1237" grpId="0" animBg="1"/>
      <p:bldP spid="1238" grpId="0" animBg="1"/>
      <p:bldP spid="1239" grpId="0" animBg="1"/>
      <p:bldP spid="1240" grpId="0" animBg="1"/>
      <p:bldP spid="1241" grpId="0" animBg="1"/>
      <p:bldP spid="1242" grpId="0" animBg="1"/>
      <p:bldP spid="1243" grpId="0" animBg="1"/>
      <p:bldP spid="1244" grpId="0" animBg="1"/>
      <p:bldP spid="1245" grpId="0" animBg="1"/>
      <p:bldP spid="1246" grpId="0" animBg="1"/>
      <p:bldP spid="1247" grpId="0" animBg="1"/>
      <p:bldP spid="1248" grpId="0" animBg="1"/>
      <p:bldP spid="1249" grpId="0" animBg="1"/>
      <p:bldP spid="1250" grpId="0" animBg="1"/>
      <p:bldP spid="1251" grpId="0" animBg="1"/>
      <p:bldP spid="1252" grpId="0" animBg="1"/>
      <p:bldP spid="1253" grpId="0" animBg="1"/>
      <p:bldP spid="1254" grpId="0" animBg="1"/>
      <p:bldP spid="1255" grpId="0" animBg="1"/>
      <p:bldP spid="1256" grpId="0" animBg="1"/>
      <p:bldP spid="1257" grpId="0" animBg="1"/>
      <p:bldP spid="1258" grpId="0" animBg="1"/>
      <p:bldP spid="1259" grpId="0" animBg="1"/>
      <p:bldP spid="1260" grpId="0" animBg="1"/>
      <p:bldP spid="1261" grpId="0" animBg="1"/>
      <p:bldP spid="1262" grpId="0" animBg="1"/>
      <p:bldP spid="1263" grpId="0" animBg="1"/>
      <p:bldP spid="1264" grpId="0" animBg="1"/>
      <p:bldP spid="1265" grpId="0" animBg="1"/>
      <p:bldP spid="1266" grpId="0" animBg="1"/>
      <p:bldP spid="1267" grpId="0" animBg="1"/>
      <p:bldP spid="1268" grpId="0" animBg="1"/>
      <p:bldP spid="1269" grpId="0" animBg="1"/>
      <p:bldP spid="1270" grpId="0" animBg="1"/>
      <p:bldP spid="1271" grpId="0" animBg="1"/>
      <p:bldP spid="1272" grpId="0" animBg="1"/>
      <p:bldP spid="1273" grpId="0" animBg="1"/>
      <p:bldP spid="1274" grpId="0" animBg="1"/>
      <p:bldP spid="1275" grpId="0" animBg="1"/>
      <p:bldP spid="1276" grpId="0" animBg="1"/>
      <p:bldP spid="1277" grpId="0" animBg="1"/>
      <p:bldP spid="1278" grpId="0" animBg="1"/>
      <p:bldP spid="1279" grpId="0" animBg="1"/>
      <p:bldP spid="1280" grpId="0" animBg="1"/>
      <p:bldP spid="1281" grpId="0" animBg="1"/>
      <p:bldP spid="1282" grpId="0" animBg="1"/>
      <p:bldP spid="1283" grpId="0" animBg="1"/>
      <p:bldP spid="1284" grpId="0" animBg="1"/>
      <p:bldP spid="1285" grpId="0" animBg="1"/>
      <p:bldP spid="1286" grpId="0" animBg="1"/>
      <p:bldP spid="1287" grpId="0" animBg="1"/>
      <p:bldP spid="1288" grpId="0" animBg="1"/>
      <p:bldP spid="1289" grpId="0" animBg="1"/>
      <p:bldP spid="1290" grpId="0" animBg="1"/>
      <p:bldP spid="1291" grpId="0" animBg="1"/>
      <p:bldP spid="1292" grpId="0" animBg="1"/>
      <p:bldP spid="1293" grpId="0" animBg="1"/>
      <p:bldP spid="1294" grpId="0" animBg="1"/>
      <p:bldP spid="1295" grpId="0" animBg="1"/>
      <p:bldP spid="1296" grpId="0" animBg="1"/>
      <p:bldP spid="1297" grpId="0" animBg="1"/>
      <p:bldP spid="1298" grpId="0" animBg="1"/>
      <p:bldP spid="1299" grpId="0" animBg="1"/>
      <p:bldP spid="1300" grpId="0" animBg="1"/>
      <p:bldP spid="1301" grpId="0" animBg="1"/>
      <p:bldP spid="1302" grpId="0" animBg="1"/>
      <p:bldP spid="1303" grpId="0" animBg="1"/>
      <p:bldP spid="1304" grpId="0" animBg="1"/>
      <p:bldP spid="1305" grpId="0" animBg="1"/>
      <p:bldP spid="1306" grpId="0" animBg="1"/>
      <p:bldP spid="1307" grpId="0" animBg="1"/>
      <p:bldP spid="1308" grpId="0" animBg="1"/>
      <p:bldP spid="1309" grpId="0" animBg="1"/>
      <p:bldP spid="1310" grpId="0" animBg="1"/>
      <p:bldP spid="1311" grpId="0" animBg="1"/>
      <p:bldP spid="1312" grpId="0" animBg="1"/>
      <p:bldP spid="1313" grpId="0" animBg="1"/>
      <p:bldP spid="1314" grpId="0" animBg="1"/>
      <p:bldP spid="1315" grpId="0" animBg="1"/>
      <p:bldP spid="1316" grpId="0" animBg="1"/>
      <p:bldP spid="1317" grpId="0" animBg="1"/>
      <p:bldP spid="1318" grpId="0" animBg="1"/>
      <p:bldP spid="1319" grpId="0" animBg="1"/>
      <p:bldP spid="1320" grpId="0" animBg="1"/>
      <p:bldP spid="1321" grpId="0" animBg="1"/>
      <p:bldP spid="1322" grpId="0" animBg="1"/>
      <p:bldP spid="1323" grpId="0" animBg="1"/>
      <p:bldP spid="1324" grpId="0" animBg="1"/>
      <p:bldP spid="1325" grpId="0" animBg="1"/>
      <p:bldP spid="1326" grpId="0" animBg="1"/>
      <p:bldP spid="1327" grpId="0" animBg="1"/>
      <p:bldP spid="1328" grpId="0" animBg="1"/>
      <p:bldP spid="1329" grpId="0" animBg="1"/>
      <p:bldP spid="1330" grpId="0" animBg="1"/>
      <p:bldP spid="1331" grpId="0" animBg="1"/>
      <p:bldP spid="1332" grpId="0" animBg="1"/>
      <p:bldP spid="1333" grpId="0" animBg="1"/>
      <p:bldP spid="1334" grpId="0" animBg="1"/>
      <p:bldP spid="1335" grpId="0" animBg="1"/>
      <p:bldP spid="1336" grpId="0" animBg="1"/>
      <p:bldP spid="1337" grpId="0" animBg="1"/>
      <p:bldP spid="1338" grpId="0" animBg="1"/>
      <p:bldP spid="1339" grpId="0" animBg="1"/>
      <p:bldP spid="1340" grpId="0" animBg="1"/>
      <p:bldP spid="1341" grpId="0" animBg="1"/>
      <p:bldP spid="1342" grpId="0" animBg="1"/>
      <p:bldP spid="1343" grpId="0" animBg="1"/>
      <p:bldP spid="1344" grpId="0" animBg="1"/>
      <p:bldP spid="1345" grpId="0" animBg="1"/>
      <p:bldP spid="1346" grpId="0" animBg="1"/>
      <p:bldP spid="1347" grpId="0" animBg="1"/>
      <p:bldP spid="1348" grpId="0" animBg="1"/>
      <p:bldP spid="1349" grpId="0" animBg="1"/>
      <p:bldP spid="1350" grpId="0" animBg="1"/>
      <p:bldP spid="1351" grpId="0" animBg="1"/>
      <p:bldP spid="1352" grpId="0" animBg="1"/>
      <p:bldP spid="1353" grpId="0" animBg="1"/>
      <p:bldP spid="135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0950D-3AB6-4AE0-B8C9-665C3F368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894"/>
            <a:ext cx="10515600" cy="512460"/>
          </a:xfrm>
        </p:spPr>
        <p:txBody>
          <a:bodyPr/>
          <a:lstStyle/>
          <a:p>
            <a:pPr marL="0" indent="0">
              <a:buNone/>
            </a:pPr>
            <a:r>
              <a:rPr lang="ro-RO" dirty="0"/>
              <a:t>Notații</a:t>
            </a:r>
            <a:r>
              <a:rPr lang="en-US" dirty="0"/>
              <a:t> - </a:t>
            </a:r>
            <a:r>
              <a:rPr lang="ro-RO" dirty="0"/>
              <a:t>dimensiuni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CBFB96-9215-4586-8632-5A9527D57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147" y="1385479"/>
            <a:ext cx="1676400" cy="25431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85187F-F73F-9037-76AA-9B75D070A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806" y="854138"/>
            <a:ext cx="63627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899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D86396-BD1D-48F4-8002-62760BFFB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894"/>
            <a:ext cx="10515600" cy="1089034"/>
          </a:xfrm>
        </p:spPr>
        <p:txBody>
          <a:bodyPr/>
          <a:lstStyle/>
          <a:p>
            <a:pPr marL="0" indent="0">
              <a:buNone/>
            </a:pPr>
            <a:r>
              <a:rPr lang="ro-RO" dirty="0"/>
              <a:t>Notații – acces elemente</a:t>
            </a:r>
          </a:p>
          <a:p>
            <a:pPr marL="0" indent="0">
              <a:buNone/>
            </a:pPr>
            <a:r>
              <a:rPr lang="ro-RO" sz="2000" dirty="0">
                <a:solidFill>
                  <a:srgbClr val="FF00FF"/>
                </a:solidFill>
              </a:rPr>
              <a:t>R</a:t>
            </a:r>
            <a:r>
              <a:rPr lang="ro-RO" sz="2000" dirty="0"/>
              <a:t> – imagine inițială (similar imagine rezultat)		</a:t>
            </a:r>
            <a:r>
              <a:rPr lang="ro-RO" sz="2000" dirty="0">
                <a:solidFill>
                  <a:srgbClr val="FF00FF"/>
                </a:solidFill>
              </a:rPr>
              <a:t>f</a:t>
            </a:r>
            <a:r>
              <a:rPr lang="ro-RO" sz="2000" dirty="0"/>
              <a:t> – imagine extinsă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7AF115-D6C8-5F55-509B-688AFAEE0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486" y="814199"/>
            <a:ext cx="7439025" cy="4352925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A4810C58-7F12-C263-7B95-913727A8A6E0}"/>
              </a:ext>
            </a:extLst>
          </p:cNvPr>
          <p:cNvGrpSpPr/>
          <p:nvPr/>
        </p:nvGrpSpPr>
        <p:grpSpPr>
          <a:xfrm>
            <a:off x="133004" y="5441416"/>
            <a:ext cx="4041328" cy="1295400"/>
            <a:chOff x="133004" y="5441416"/>
            <a:chExt cx="4041328" cy="129540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ED29662-B01A-EE02-1199-3764B2517851}"/>
                </a:ext>
              </a:extLst>
            </p:cNvPr>
            <p:cNvSpPr txBox="1"/>
            <p:nvPr/>
          </p:nvSpPr>
          <p:spPr>
            <a:xfrm>
              <a:off x="133004" y="5716030"/>
              <a:ext cx="1280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b="1" dirty="0"/>
                <a:t>Parcurgere imagine</a:t>
              </a:r>
              <a:endParaRPr lang="en-US" b="1" dirty="0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3F4256A-9CE8-8B04-B75F-DE2C09DB2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2532" y="5441416"/>
              <a:ext cx="2971800" cy="12954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3717ED-0CF3-6EE3-29C1-EAAA22B272B9}"/>
              </a:ext>
            </a:extLst>
          </p:cNvPr>
          <p:cNvGrpSpPr/>
          <p:nvPr/>
        </p:nvGrpSpPr>
        <p:grpSpPr>
          <a:xfrm>
            <a:off x="4458003" y="5396257"/>
            <a:ext cx="3819220" cy="1285875"/>
            <a:chOff x="4458003" y="5396257"/>
            <a:chExt cx="3819220" cy="128587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1384010-5CCE-D94E-CE24-C7436A29EC9D}"/>
                </a:ext>
              </a:extLst>
            </p:cNvPr>
            <p:cNvSpPr txBox="1"/>
            <p:nvPr/>
          </p:nvSpPr>
          <p:spPr>
            <a:xfrm>
              <a:off x="4458003" y="5441416"/>
              <a:ext cx="128016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b="1" dirty="0"/>
                <a:t>Parcurgere zonă acoperită de mască</a:t>
              </a:r>
              <a:endParaRPr lang="en-US" b="1" dirty="0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FB37454-2540-4CC4-9D01-BE9EA86A3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5998" y="5396257"/>
              <a:ext cx="2181225" cy="1285875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C7E7ED-814C-EB44-80F6-0230408C18DA}"/>
              </a:ext>
            </a:extLst>
          </p:cNvPr>
          <p:cNvGrpSpPr/>
          <p:nvPr/>
        </p:nvGrpSpPr>
        <p:grpSpPr>
          <a:xfrm>
            <a:off x="8277223" y="5400648"/>
            <a:ext cx="3461385" cy="1285875"/>
            <a:chOff x="8277223" y="5400648"/>
            <a:chExt cx="3461385" cy="128587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48FA52-C372-23B0-970A-023135E23EB5}"/>
                </a:ext>
              </a:extLst>
            </p:cNvPr>
            <p:cNvSpPr txBox="1"/>
            <p:nvPr/>
          </p:nvSpPr>
          <p:spPr>
            <a:xfrm>
              <a:off x="8277223" y="5854529"/>
              <a:ext cx="128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b="1" dirty="0"/>
                <a:t>sau</a:t>
              </a:r>
              <a:endParaRPr lang="en-US" b="1" dirty="0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CE6BD49-0670-C067-9B1A-5267F88A3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57383" y="5400648"/>
              <a:ext cx="2181225" cy="12858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401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8D7DD-4645-4646-83AD-4D5033155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504825"/>
          </a:xfrm>
        </p:spPr>
        <p:txBody>
          <a:bodyPr/>
          <a:lstStyle/>
          <a:p>
            <a:r>
              <a:rPr lang="ro-RO" dirty="0"/>
              <a:t>Mod de combinare a valorilor pixelilor cu valorile din mască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9D94D9-FC5E-48AA-A9E7-C4E51C8E59BC}"/>
              </a:ext>
            </a:extLst>
          </p:cNvPr>
          <p:cNvSpPr txBox="1">
            <a:spLocks/>
          </p:cNvSpPr>
          <p:nvPr/>
        </p:nvSpPr>
        <p:spPr>
          <a:xfrm>
            <a:off x="812222" y="4086065"/>
            <a:ext cx="10515600" cy="27078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/>
              <a:t>Valori din mască – filtre spațiale (corelație)</a:t>
            </a:r>
          </a:p>
          <a:p>
            <a:pPr lvl="1"/>
            <a:r>
              <a:rPr lang="ro-RO" dirty="0"/>
              <a:t>de nivelare: medie, medie ponderată</a:t>
            </a:r>
          </a:p>
          <a:p>
            <a:pPr lvl="1"/>
            <a:r>
              <a:rPr lang="ro-RO" dirty="0"/>
              <a:t>Laplace – evidențiere tranziții de intensitate luminoasă</a:t>
            </a:r>
          </a:p>
          <a:p>
            <a:pPr lvl="1"/>
            <a:r>
              <a:rPr lang="ro-RO" dirty="0"/>
              <a:t>Roberts</a:t>
            </a:r>
          </a:p>
          <a:p>
            <a:pPr lvl="1"/>
            <a:r>
              <a:rPr lang="ro-RO" dirty="0" err="1"/>
              <a:t>Prewitt</a:t>
            </a:r>
            <a:endParaRPr lang="ro-RO" dirty="0"/>
          </a:p>
          <a:p>
            <a:pPr lvl="1"/>
            <a:r>
              <a:rPr lang="ro-RO" dirty="0" err="1"/>
              <a:t>Sobel</a:t>
            </a:r>
            <a:endParaRPr lang="en-US" dirty="0"/>
          </a:p>
          <a:p>
            <a:r>
              <a:rPr lang="ro-RO" dirty="0"/>
              <a:t>Variații – </a:t>
            </a:r>
            <a:r>
              <a:rPr lang="ro-RO" dirty="0" err="1"/>
              <a:t>unsharp</a:t>
            </a:r>
            <a:r>
              <a:rPr lang="ro-RO" dirty="0"/>
              <a:t> </a:t>
            </a:r>
            <a:r>
              <a:rPr lang="ro-RO" dirty="0" err="1"/>
              <a:t>masking</a:t>
            </a:r>
            <a:r>
              <a:rPr lang="ro-RO" dirty="0"/>
              <a:t> etc.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F3089E-5846-4E41-9BA5-8074F3400CD7}"/>
              </a:ext>
            </a:extLst>
          </p:cNvPr>
          <p:cNvSpPr txBox="1"/>
          <p:nvPr/>
        </p:nvSpPr>
        <p:spPr>
          <a:xfrm>
            <a:off x="6218388" y="436080"/>
            <a:ext cx="4348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ro-RO" sz="2000" dirty="0"/>
              <a:t>Convoluție - poziții </a:t>
            </a:r>
            <a:r>
              <a:rPr lang="en-US" sz="2000" dirty="0"/>
              <a:t>opus</a:t>
            </a:r>
            <a:r>
              <a:rPr lang="ro-RO" sz="2000" dirty="0"/>
              <a:t>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EF2958-12A8-4628-9E4B-BBFFE99CCCA1}"/>
              </a:ext>
            </a:extLst>
          </p:cNvPr>
          <p:cNvSpPr txBox="1"/>
          <p:nvPr/>
        </p:nvSpPr>
        <p:spPr>
          <a:xfrm>
            <a:off x="812222" y="436080"/>
            <a:ext cx="4348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ro-RO" sz="2000" b="1" dirty="0"/>
              <a:t>Corelație – aceleași poziții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59FC3D-1D84-4C58-9DC6-F3D09C77FF01}"/>
              </a:ext>
            </a:extLst>
          </p:cNvPr>
          <p:cNvSpPr/>
          <p:nvPr/>
        </p:nvSpPr>
        <p:spPr>
          <a:xfrm>
            <a:off x="1775112" y="1370000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1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6520E-7D07-4E14-992D-5CFF161531AE}"/>
              </a:ext>
            </a:extLst>
          </p:cNvPr>
          <p:cNvSpPr/>
          <p:nvPr/>
        </p:nvSpPr>
        <p:spPr>
          <a:xfrm>
            <a:off x="1941367" y="1370000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2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2F1527-914D-4E28-92BD-38F671492D69}"/>
              </a:ext>
            </a:extLst>
          </p:cNvPr>
          <p:cNvSpPr/>
          <p:nvPr/>
        </p:nvSpPr>
        <p:spPr>
          <a:xfrm>
            <a:off x="2107622" y="1370000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3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6D0FF2-ABB5-494E-A9D9-75271244B68B}"/>
              </a:ext>
            </a:extLst>
          </p:cNvPr>
          <p:cNvSpPr/>
          <p:nvPr/>
        </p:nvSpPr>
        <p:spPr>
          <a:xfrm>
            <a:off x="1775112" y="1536255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4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92E7D3-81D3-4D81-A215-2BEA54828BB2}"/>
              </a:ext>
            </a:extLst>
          </p:cNvPr>
          <p:cNvSpPr/>
          <p:nvPr/>
        </p:nvSpPr>
        <p:spPr>
          <a:xfrm>
            <a:off x="2107622" y="1536255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6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EDDD53-2D91-4A41-B983-2CB3EC3E6322}"/>
              </a:ext>
            </a:extLst>
          </p:cNvPr>
          <p:cNvSpPr/>
          <p:nvPr/>
        </p:nvSpPr>
        <p:spPr>
          <a:xfrm>
            <a:off x="1775112" y="1702510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7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ABFDB2-DD39-4786-9837-2E7FA290278B}"/>
              </a:ext>
            </a:extLst>
          </p:cNvPr>
          <p:cNvSpPr/>
          <p:nvPr/>
        </p:nvSpPr>
        <p:spPr>
          <a:xfrm>
            <a:off x="1941367" y="1702510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8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4678E2-1538-4143-9F92-EDE1AD58C8E0}"/>
              </a:ext>
            </a:extLst>
          </p:cNvPr>
          <p:cNvSpPr/>
          <p:nvPr/>
        </p:nvSpPr>
        <p:spPr>
          <a:xfrm>
            <a:off x="2107622" y="1702510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9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C5BD47-EC18-46A4-8061-60DB4591DB17}"/>
              </a:ext>
            </a:extLst>
          </p:cNvPr>
          <p:cNvSpPr/>
          <p:nvPr/>
        </p:nvSpPr>
        <p:spPr>
          <a:xfrm>
            <a:off x="1941367" y="1536255"/>
            <a:ext cx="166255" cy="166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5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7BEB44-D826-4577-9817-F004EE4A1895}"/>
              </a:ext>
            </a:extLst>
          </p:cNvPr>
          <p:cNvSpPr/>
          <p:nvPr/>
        </p:nvSpPr>
        <p:spPr>
          <a:xfrm>
            <a:off x="3055792" y="136999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AE00E3-52C7-411F-B253-BC18B3DE07AB}"/>
              </a:ext>
            </a:extLst>
          </p:cNvPr>
          <p:cNvSpPr/>
          <p:nvPr/>
        </p:nvSpPr>
        <p:spPr>
          <a:xfrm>
            <a:off x="3222047" y="136999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6D0DD3-BEF9-42BB-8B6F-39AD8A87DF96}"/>
              </a:ext>
            </a:extLst>
          </p:cNvPr>
          <p:cNvSpPr/>
          <p:nvPr/>
        </p:nvSpPr>
        <p:spPr>
          <a:xfrm>
            <a:off x="3222047" y="1536254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6FA88C-71EE-4578-A70B-A9EF0FB746D3}"/>
              </a:ext>
            </a:extLst>
          </p:cNvPr>
          <p:cNvSpPr/>
          <p:nvPr/>
        </p:nvSpPr>
        <p:spPr>
          <a:xfrm>
            <a:off x="3055792" y="170250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A25CDB-41A6-441A-8AA8-1F964B207C7A}"/>
              </a:ext>
            </a:extLst>
          </p:cNvPr>
          <p:cNvSpPr/>
          <p:nvPr/>
        </p:nvSpPr>
        <p:spPr>
          <a:xfrm>
            <a:off x="3222047" y="170250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3CCD27-7A8D-4572-AEC2-1BC62148069C}"/>
              </a:ext>
            </a:extLst>
          </p:cNvPr>
          <p:cNvSpPr/>
          <p:nvPr/>
        </p:nvSpPr>
        <p:spPr>
          <a:xfrm>
            <a:off x="3055792" y="1536254"/>
            <a:ext cx="166255" cy="166255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5F2A296-05DA-4BCF-8233-647C84CDA619}"/>
              </a:ext>
            </a:extLst>
          </p:cNvPr>
          <p:cNvSpPr/>
          <p:nvPr/>
        </p:nvSpPr>
        <p:spPr>
          <a:xfrm>
            <a:off x="3222047" y="103748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C905C22-C5A8-412B-A9A3-B508D6FAB29B}"/>
              </a:ext>
            </a:extLst>
          </p:cNvPr>
          <p:cNvSpPr/>
          <p:nvPr/>
        </p:nvSpPr>
        <p:spPr>
          <a:xfrm>
            <a:off x="3055792" y="1203744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ED50710-D82F-4EA6-BB3D-086656F56B2D}"/>
              </a:ext>
            </a:extLst>
          </p:cNvPr>
          <p:cNvSpPr/>
          <p:nvPr/>
        </p:nvSpPr>
        <p:spPr>
          <a:xfrm>
            <a:off x="3222047" y="1203744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19E22D4-23FD-4145-AF18-49DBDDB63AC3}"/>
              </a:ext>
            </a:extLst>
          </p:cNvPr>
          <p:cNvSpPr/>
          <p:nvPr/>
        </p:nvSpPr>
        <p:spPr>
          <a:xfrm>
            <a:off x="3055792" y="1037489"/>
            <a:ext cx="166255" cy="166255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469A947-8779-4246-B78A-6CE9AEEEFFC8}"/>
              </a:ext>
            </a:extLst>
          </p:cNvPr>
          <p:cNvSpPr/>
          <p:nvPr/>
        </p:nvSpPr>
        <p:spPr>
          <a:xfrm>
            <a:off x="3055792" y="1873740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0924FEE-E9E6-48C9-A120-27AA17F45BAF}"/>
              </a:ext>
            </a:extLst>
          </p:cNvPr>
          <p:cNvSpPr/>
          <p:nvPr/>
        </p:nvSpPr>
        <p:spPr>
          <a:xfrm>
            <a:off x="3222047" y="1873740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2FDCC99-5821-4AEA-BCD3-98F4E3FCEECB}"/>
              </a:ext>
            </a:extLst>
          </p:cNvPr>
          <p:cNvSpPr/>
          <p:nvPr/>
        </p:nvSpPr>
        <p:spPr>
          <a:xfrm>
            <a:off x="3222047" y="2039995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C372A3D-E95F-4D11-9044-427594068673}"/>
              </a:ext>
            </a:extLst>
          </p:cNvPr>
          <p:cNvSpPr/>
          <p:nvPr/>
        </p:nvSpPr>
        <p:spPr>
          <a:xfrm>
            <a:off x="3055792" y="2039995"/>
            <a:ext cx="166255" cy="166255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9EDEAC9-4598-4938-A792-018ED375F13F}"/>
              </a:ext>
            </a:extLst>
          </p:cNvPr>
          <p:cNvSpPr/>
          <p:nvPr/>
        </p:nvSpPr>
        <p:spPr>
          <a:xfrm>
            <a:off x="3388302" y="1369999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1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809DCA6-43F5-464E-A97B-C6E0FDB6929C}"/>
              </a:ext>
            </a:extLst>
          </p:cNvPr>
          <p:cNvSpPr/>
          <p:nvPr/>
        </p:nvSpPr>
        <p:spPr>
          <a:xfrm>
            <a:off x="3554557" y="1369999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2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39150CB-EC4B-4184-8781-0A2F39260B3E}"/>
              </a:ext>
            </a:extLst>
          </p:cNvPr>
          <p:cNvSpPr/>
          <p:nvPr/>
        </p:nvSpPr>
        <p:spPr>
          <a:xfrm>
            <a:off x="3720812" y="1369999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3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894F915-7909-4D12-B3AE-91E0EFF9793F}"/>
              </a:ext>
            </a:extLst>
          </p:cNvPr>
          <p:cNvSpPr/>
          <p:nvPr/>
        </p:nvSpPr>
        <p:spPr>
          <a:xfrm>
            <a:off x="3388302" y="1536254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4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ACF661A-1AC3-4AA4-8B35-1CF8050F37AF}"/>
              </a:ext>
            </a:extLst>
          </p:cNvPr>
          <p:cNvSpPr/>
          <p:nvPr/>
        </p:nvSpPr>
        <p:spPr>
          <a:xfrm>
            <a:off x="3720812" y="1536254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6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416FDD1-DDBA-43CA-80FA-19361F990F3A}"/>
              </a:ext>
            </a:extLst>
          </p:cNvPr>
          <p:cNvSpPr/>
          <p:nvPr/>
        </p:nvSpPr>
        <p:spPr>
          <a:xfrm>
            <a:off x="3388302" y="1702509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7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3B0E39E-A9FB-4161-AC0D-27C999B8D606}"/>
              </a:ext>
            </a:extLst>
          </p:cNvPr>
          <p:cNvSpPr/>
          <p:nvPr/>
        </p:nvSpPr>
        <p:spPr>
          <a:xfrm>
            <a:off x="3554557" y="1702509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8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2D1BD90-121A-4167-90B5-DE006FFFBEF9}"/>
              </a:ext>
            </a:extLst>
          </p:cNvPr>
          <p:cNvSpPr/>
          <p:nvPr/>
        </p:nvSpPr>
        <p:spPr>
          <a:xfrm>
            <a:off x="3720812" y="1702509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9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9DDE3A5-F2E5-4869-9300-6D0CB47155D4}"/>
              </a:ext>
            </a:extLst>
          </p:cNvPr>
          <p:cNvSpPr/>
          <p:nvPr/>
        </p:nvSpPr>
        <p:spPr>
          <a:xfrm>
            <a:off x="3554557" y="1536254"/>
            <a:ext cx="166255" cy="166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5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AB22F7D-62DF-4C9F-8961-521E288D8FF3}"/>
              </a:ext>
            </a:extLst>
          </p:cNvPr>
          <p:cNvSpPr/>
          <p:nvPr/>
        </p:nvSpPr>
        <p:spPr>
          <a:xfrm>
            <a:off x="3388302" y="103748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C21753C7-14D2-4BEB-8BD9-96140B2F37D0}"/>
              </a:ext>
            </a:extLst>
          </p:cNvPr>
          <p:cNvSpPr/>
          <p:nvPr/>
        </p:nvSpPr>
        <p:spPr>
          <a:xfrm>
            <a:off x="3720812" y="103748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2DFC48D-1A4F-4B4B-8776-4FB3D7120374}"/>
              </a:ext>
            </a:extLst>
          </p:cNvPr>
          <p:cNvSpPr/>
          <p:nvPr/>
        </p:nvSpPr>
        <p:spPr>
          <a:xfrm>
            <a:off x="3388302" y="1203744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AFF880F-3DC0-402E-A0E4-6AB163BF2154}"/>
              </a:ext>
            </a:extLst>
          </p:cNvPr>
          <p:cNvSpPr/>
          <p:nvPr/>
        </p:nvSpPr>
        <p:spPr>
          <a:xfrm>
            <a:off x="3554557" y="1203744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8DA3D58-A4DD-453A-98AB-BEF0BB1B1BBE}"/>
              </a:ext>
            </a:extLst>
          </p:cNvPr>
          <p:cNvSpPr/>
          <p:nvPr/>
        </p:nvSpPr>
        <p:spPr>
          <a:xfrm>
            <a:off x="3720812" y="1203744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4654245-9936-43E3-A3F0-3A290F445E7D}"/>
              </a:ext>
            </a:extLst>
          </p:cNvPr>
          <p:cNvSpPr/>
          <p:nvPr/>
        </p:nvSpPr>
        <p:spPr>
          <a:xfrm>
            <a:off x="3554557" y="1037489"/>
            <a:ext cx="166255" cy="166255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683D6E0-20E6-4193-8B62-7D1A1E355406}"/>
              </a:ext>
            </a:extLst>
          </p:cNvPr>
          <p:cNvSpPr/>
          <p:nvPr/>
        </p:nvSpPr>
        <p:spPr>
          <a:xfrm>
            <a:off x="3388302" y="1873740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173AEFE-3F35-4C80-9951-69AA3F1B52C1}"/>
              </a:ext>
            </a:extLst>
          </p:cNvPr>
          <p:cNvSpPr/>
          <p:nvPr/>
        </p:nvSpPr>
        <p:spPr>
          <a:xfrm>
            <a:off x="3554557" y="1873740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D96170C-3772-40BA-85FA-3FAD77F3631A}"/>
              </a:ext>
            </a:extLst>
          </p:cNvPr>
          <p:cNvSpPr/>
          <p:nvPr/>
        </p:nvSpPr>
        <p:spPr>
          <a:xfrm>
            <a:off x="3720812" y="1873740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2080C46-1405-437B-A143-666324619226}"/>
              </a:ext>
            </a:extLst>
          </p:cNvPr>
          <p:cNvSpPr/>
          <p:nvPr/>
        </p:nvSpPr>
        <p:spPr>
          <a:xfrm>
            <a:off x="3388302" y="2039995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CC83A26-8B8C-479B-85B4-049D3718D9FD}"/>
              </a:ext>
            </a:extLst>
          </p:cNvPr>
          <p:cNvSpPr/>
          <p:nvPr/>
        </p:nvSpPr>
        <p:spPr>
          <a:xfrm>
            <a:off x="3720812" y="2039995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59B55D5-1C94-4ABB-8238-A9EB378CF476}"/>
              </a:ext>
            </a:extLst>
          </p:cNvPr>
          <p:cNvSpPr/>
          <p:nvPr/>
        </p:nvSpPr>
        <p:spPr>
          <a:xfrm>
            <a:off x="3554557" y="2039995"/>
            <a:ext cx="166255" cy="166255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D74AC52-0B96-4316-B213-93A278E14F91}"/>
              </a:ext>
            </a:extLst>
          </p:cNvPr>
          <p:cNvSpPr/>
          <p:nvPr/>
        </p:nvSpPr>
        <p:spPr>
          <a:xfrm>
            <a:off x="3887067" y="136999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1D01F53-8265-4E91-89D2-33C2E242322B}"/>
              </a:ext>
            </a:extLst>
          </p:cNvPr>
          <p:cNvSpPr/>
          <p:nvPr/>
        </p:nvSpPr>
        <p:spPr>
          <a:xfrm>
            <a:off x="4053322" y="136999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A94E4B7A-6AF1-4DC2-9A4A-ABF11EA72FC9}"/>
              </a:ext>
            </a:extLst>
          </p:cNvPr>
          <p:cNvSpPr/>
          <p:nvPr/>
        </p:nvSpPr>
        <p:spPr>
          <a:xfrm>
            <a:off x="3887067" y="1536254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AC41A33-24B1-4E5F-A51F-B2469DC8DF8A}"/>
              </a:ext>
            </a:extLst>
          </p:cNvPr>
          <p:cNvSpPr/>
          <p:nvPr/>
        </p:nvSpPr>
        <p:spPr>
          <a:xfrm>
            <a:off x="3887067" y="170250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420DD9B-CF57-489C-AFE9-DBC2B6B4000F}"/>
              </a:ext>
            </a:extLst>
          </p:cNvPr>
          <p:cNvSpPr/>
          <p:nvPr/>
        </p:nvSpPr>
        <p:spPr>
          <a:xfrm>
            <a:off x="4053322" y="170250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8A2F0BD-5061-4457-B5A5-AF6F3EAACCAF}"/>
              </a:ext>
            </a:extLst>
          </p:cNvPr>
          <p:cNvSpPr/>
          <p:nvPr/>
        </p:nvSpPr>
        <p:spPr>
          <a:xfrm>
            <a:off x="4053322" y="1536254"/>
            <a:ext cx="166255" cy="166255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15D31C8-CF2D-44F7-A70F-A87B8B9E6724}"/>
              </a:ext>
            </a:extLst>
          </p:cNvPr>
          <p:cNvSpPr/>
          <p:nvPr/>
        </p:nvSpPr>
        <p:spPr>
          <a:xfrm>
            <a:off x="3887067" y="103748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3DB11CB-DC59-44C0-9FDF-5175F286ACB5}"/>
              </a:ext>
            </a:extLst>
          </p:cNvPr>
          <p:cNvSpPr/>
          <p:nvPr/>
        </p:nvSpPr>
        <p:spPr>
          <a:xfrm>
            <a:off x="3887067" y="1203744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E204ACDE-C2A8-4E63-A5EC-E6F7B708D328}"/>
              </a:ext>
            </a:extLst>
          </p:cNvPr>
          <p:cNvSpPr/>
          <p:nvPr/>
        </p:nvSpPr>
        <p:spPr>
          <a:xfrm>
            <a:off x="4053322" y="1203744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767D15E-E788-4A1F-A45B-78018DBD0204}"/>
              </a:ext>
            </a:extLst>
          </p:cNvPr>
          <p:cNvSpPr/>
          <p:nvPr/>
        </p:nvSpPr>
        <p:spPr>
          <a:xfrm>
            <a:off x="4053322" y="1037489"/>
            <a:ext cx="166255" cy="166255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57D27FB-477D-4CB4-AF47-AAF5B41E4819}"/>
              </a:ext>
            </a:extLst>
          </p:cNvPr>
          <p:cNvSpPr/>
          <p:nvPr/>
        </p:nvSpPr>
        <p:spPr>
          <a:xfrm>
            <a:off x="3887067" y="1873740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A6B3AA57-2B12-49BA-94E9-6A05BC00E1B1}"/>
              </a:ext>
            </a:extLst>
          </p:cNvPr>
          <p:cNvSpPr/>
          <p:nvPr/>
        </p:nvSpPr>
        <p:spPr>
          <a:xfrm>
            <a:off x="4053322" y="1873740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EC4F4E6A-82A5-42CD-A7C8-3BD38CE472CC}"/>
              </a:ext>
            </a:extLst>
          </p:cNvPr>
          <p:cNvSpPr/>
          <p:nvPr/>
        </p:nvSpPr>
        <p:spPr>
          <a:xfrm>
            <a:off x="3887067" y="2039995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D3C840E5-4AA4-443C-BD1F-BA0644D88189}"/>
              </a:ext>
            </a:extLst>
          </p:cNvPr>
          <p:cNvSpPr/>
          <p:nvPr/>
        </p:nvSpPr>
        <p:spPr>
          <a:xfrm>
            <a:off x="4053322" y="2039995"/>
            <a:ext cx="166255" cy="166255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010F6A84-91BC-41A6-95EF-461AA7525BBF}"/>
              </a:ext>
            </a:extLst>
          </p:cNvPr>
          <p:cNvSpPr/>
          <p:nvPr/>
        </p:nvSpPr>
        <p:spPr>
          <a:xfrm>
            <a:off x="3055791" y="1037489"/>
            <a:ext cx="1163785" cy="1168762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F1C476E-ABA7-4190-9B5A-37B6B7E554E1}"/>
              </a:ext>
            </a:extLst>
          </p:cNvPr>
          <p:cNvSpPr txBox="1"/>
          <p:nvPr/>
        </p:nvSpPr>
        <p:spPr>
          <a:xfrm>
            <a:off x="812222" y="2428500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ro-RO" sz="1400" dirty="0"/>
              <a:t>Valoare nouă=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339F8F81-9A4E-4E6C-8F01-E860887E7509}"/>
              </a:ext>
            </a:extLst>
          </p:cNvPr>
          <p:cNvSpPr txBox="1"/>
          <p:nvPr/>
        </p:nvSpPr>
        <p:spPr>
          <a:xfrm>
            <a:off x="1976003" y="2428499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1*</a:t>
            </a:r>
            <a:r>
              <a:rPr lang="ro-RO" sz="1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B2BE37A-032D-47D5-89B6-E45AF8C61B5F}"/>
              </a:ext>
            </a:extLst>
          </p:cNvPr>
          <p:cNvSpPr txBox="1"/>
          <p:nvPr/>
        </p:nvSpPr>
        <p:spPr>
          <a:xfrm>
            <a:off x="2329870" y="2428499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2*</a:t>
            </a:r>
            <a:r>
              <a:rPr lang="ro-RO" sz="1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ED26FC5-DF59-4780-9BDC-4F88FE6E0B3D}"/>
              </a:ext>
            </a:extLst>
          </p:cNvPr>
          <p:cNvSpPr txBox="1"/>
          <p:nvPr/>
        </p:nvSpPr>
        <p:spPr>
          <a:xfrm>
            <a:off x="2256411" y="2428499"/>
            <a:ext cx="146919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+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67FD36CB-3731-4148-936F-2E27C0248F7E}"/>
              </a:ext>
            </a:extLst>
          </p:cNvPr>
          <p:cNvSpPr txBox="1"/>
          <p:nvPr/>
        </p:nvSpPr>
        <p:spPr>
          <a:xfrm>
            <a:off x="2683738" y="2428499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3*</a:t>
            </a:r>
            <a:r>
              <a:rPr lang="ro-RO" sz="1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FEAA13D7-2498-46E2-B36C-43D3F567BFBB}"/>
              </a:ext>
            </a:extLst>
          </p:cNvPr>
          <p:cNvSpPr txBox="1"/>
          <p:nvPr/>
        </p:nvSpPr>
        <p:spPr>
          <a:xfrm>
            <a:off x="2610279" y="2428499"/>
            <a:ext cx="146919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+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BF36411C-609F-45E8-9498-F35C7972AED1}"/>
              </a:ext>
            </a:extLst>
          </p:cNvPr>
          <p:cNvSpPr txBox="1"/>
          <p:nvPr/>
        </p:nvSpPr>
        <p:spPr>
          <a:xfrm>
            <a:off x="3037606" y="2428499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4*</a:t>
            </a:r>
            <a:r>
              <a:rPr lang="ro-RO" sz="14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08C0932E-AEAA-4813-92A5-A0C5904B7266}"/>
              </a:ext>
            </a:extLst>
          </p:cNvPr>
          <p:cNvSpPr txBox="1"/>
          <p:nvPr/>
        </p:nvSpPr>
        <p:spPr>
          <a:xfrm>
            <a:off x="2964147" y="2428499"/>
            <a:ext cx="146919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+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3538A28B-A684-4A7B-AC0F-03F7AD965002}"/>
              </a:ext>
            </a:extLst>
          </p:cNvPr>
          <p:cNvSpPr txBox="1"/>
          <p:nvPr/>
        </p:nvSpPr>
        <p:spPr>
          <a:xfrm>
            <a:off x="3391474" y="2428499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5*</a:t>
            </a:r>
            <a:r>
              <a:rPr lang="ro-RO" sz="1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4A91EC4-9B06-41CF-B8DA-335AF8DBB1A6}"/>
              </a:ext>
            </a:extLst>
          </p:cNvPr>
          <p:cNvSpPr txBox="1"/>
          <p:nvPr/>
        </p:nvSpPr>
        <p:spPr>
          <a:xfrm>
            <a:off x="3318015" y="2428499"/>
            <a:ext cx="146919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+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645B4C0-D4DA-437C-B674-54B90778A581}"/>
              </a:ext>
            </a:extLst>
          </p:cNvPr>
          <p:cNvSpPr txBox="1"/>
          <p:nvPr/>
        </p:nvSpPr>
        <p:spPr>
          <a:xfrm>
            <a:off x="3745342" y="2428499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6*</a:t>
            </a:r>
            <a:r>
              <a:rPr lang="ro-RO" sz="14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6D9BAEBE-7793-4A1B-B36B-B399B724887E}"/>
              </a:ext>
            </a:extLst>
          </p:cNvPr>
          <p:cNvSpPr txBox="1"/>
          <p:nvPr/>
        </p:nvSpPr>
        <p:spPr>
          <a:xfrm>
            <a:off x="3671883" y="2428499"/>
            <a:ext cx="146919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+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17BEF3CB-97E4-4389-B7A9-498AD3C3AFD9}"/>
              </a:ext>
            </a:extLst>
          </p:cNvPr>
          <p:cNvSpPr txBox="1"/>
          <p:nvPr/>
        </p:nvSpPr>
        <p:spPr>
          <a:xfrm>
            <a:off x="4099210" y="2428499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7*</a:t>
            </a:r>
            <a:r>
              <a:rPr lang="ro-RO" sz="14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1D105963-0E97-4F08-A20B-C712629556F7}"/>
              </a:ext>
            </a:extLst>
          </p:cNvPr>
          <p:cNvSpPr txBox="1"/>
          <p:nvPr/>
        </p:nvSpPr>
        <p:spPr>
          <a:xfrm>
            <a:off x="4025751" y="2428499"/>
            <a:ext cx="146919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+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1E52C7E1-B19D-4016-AADC-4EA7181B9C52}"/>
              </a:ext>
            </a:extLst>
          </p:cNvPr>
          <p:cNvSpPr txBox="1"/>
          <p:nvPr/>
        </p:nvSpPr>
        <p:spPr>
          <a:xfrm>
            <a:off x="4453078" y="2428499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8*</a:t>
            </a:r>
            <a:r>
              <a:rPr lang="ro-RO" sz="14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8D80C401-E1FE-4DB2-949C-9EA0D96F57EE}"/>
              </a:ext>
            </a:extLst>
          </p:cNvPr>
          <p:cNvSpPr txBox="1"/>
          <p:nvPr/>
        </p:nvSpPr>
        <p:spPr>
          <a:xfrm>
            <a:off x="4379619" y="2428499"/>
            <a:ext cx="146919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+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BE040F01-CA99-4FB0-B048-62A3E23BF7A0}"/>
              </a:ext>
            </a:extLst>
          </p:cNvPr>
          <p:cNvSpPr txBox="1"/>
          <p:nvPr/>
        </p:nvSpPr>
        <p:spPr>
          <a:xfrm>
            <a:off x="4806946" y="2428499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9*</a:t>
            </a:r>
            <a:r>
              <a:rPr lang="ro-RO" sz="1400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332821C0-21D0-4AE0-96AB-40FFE1CF9FD5}"/>
              </a:ext>
            </a:extLst>
          </p:cNvPr>
          <p:cNvSpPr txBox="1"/>
          <p:nvPr/>
        </p:nvSpPr>
        <p:spPr>
          <a:xfrm>
            <a:off x="4733487" y="2428499"/>
            <a:ext cx="146919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+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9D6E6C0D-D521-4548-A388-36BA361DB2D0}"/>
              </a:ext>
            </a:extLst>
          </p:cNvPr>
          <p:cNvSpPr/>
          <p:nvPr/>
        </p:nvSpPr>
        <p:spPr>
          <a:xfrm>
            <a:off x="7181278" y="1369999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1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8CC04183-3842-48FF-BE30-A5FD90832A20}"/>
              </a:ext>
            </a:extLst>
          </p:cNvPr>
          <p:cNvSpPr/>
          <p:nvPr/>
        </p:nvSpPr>
        <p:spPr>
          <a:xfrm>
            <a:off x="7347533" y="1369999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2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47370AFC-42F4-4DBB-ABE6-929369EF4935}"/>
              </a:ext>
            </a:extLst>
          </p:cNvPr>
          <p:cNvSpPr/>
          <p:nvPr/>
        </p:nvSpPr>
        <p:spPr>
          <a:xfrm>
            <a:off x="7513788" y="1369999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3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21D076AB-6979-4D3E-BAC8-EF68382DE326}"/>
              </a:ext>
            </a:extLst>
          </p:cNvPr>
          <p:cNvSpPr/>
          <p:nvPr/>
        </p:nvSpPr>
        <p:spPr>
          <a:xfrm>
            <a:off x="7181278" y="1536254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4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DAEE0505-D2AD-4A89-9E46-E62139C61DD1}"/>
              </a:ext>
            </a:extLst>
          </p:cNvPr>
          <p:cNvSpPr/>
          <p:nvPr/>
        </p:nvSpPr>
        <p:spPr>
          <a:xfrm>
            <a:off x="7513788" y="1536254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6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5852DBE7-F45D-4970-B317-96A5DE845ABF}"/>
              </a:ext>
            </a:extLst>
          </p:cNvPr>
          <p:cNvSpPr/>
          <p:nvPr/>
        </p:nvSpPr>
        <p:spPr>
          <a:xfrm>
            <a:off x="7181278" y="1702509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7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A97F8DAD-006A-4D1F-980E-D84038716DB4}"/>
              </a:ext>
            </a:extLst>
          </p:cNvPr>
          <p:cNvSpPr/>
          <p:nvPr/>
        </p:nvSpPr>
        <p:spPr>
          <a:xfrm>
            <a:off x="7347533" y="1702509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8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4179C002-F181-402E-A117-9E20FBFFC66B}"/>
              </a:ext>
            </a:extLst>
          </p:cNvPr>
          <p:cNvSpPr/>
          <p:nvPr/>
        </p:nvSpPr>
        <p:spPr>
          <a:xfrm>
            <a:off x="7513788" y="1702509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9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559181A2-7472-4B67-81D6-A7E01E11E2AB}"/>
              </a:ext>
            </a:extLst>
          </p:cNvPr>
          <p:cNvSpPr/>
          <p:nvPr/>
        </p:nvSpPr>
        <p:spPr>
          <a:xfrm>
            <a:off x="7347533" y="1536254"/>
            <a:ext cx="166255" cy="166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chemeClr val="tx1"/>
                </a:solidFill>
              </a:rPr>
              <a:t>5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751AAC7F-9863-4523-925D-008372FF3699}"/>
              </a:ext>
            </a:extLst>
          </p:cNvPr>
          <p:cNvSpPr/>
          <p:nvPr/>
        </p:nvSpPr>
        <p:spPr>
          <a:xfrm>
            <a:off x="8461958" y="1369998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02068667-AC48-412D-9AED-D163A04BB8FD}"/>
              </a:ext>
            </a:extLst>
          </p:cNvPr>
          <p:cNvSpPr/>
          <p:nvPr/>
        </p:nvSpPr>
        <p:spPr>
          <a:xfrm>
            <a:off x="8628213" y="1369998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EF0256AF-D7E3-4DF7-85B1-F22DEA976BBD}"/>
              </a:ext>
            </a:extLst>
          </p:cNvPr>
          <p:cNvSpPr/>
          <p:nvPr/>
        </p:nvSpPr>
        <p:spPr>
          <a:xfrm>
            <a:off x="8628213" y="1536253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9021F08D-6AB3-4DBC-AE97-FC5EA59D61F4}"/>
              </a:ext>
            </a:extLst>
          </p:cNvPr>
          <p:cNvSpPr/>
          <p:nvPr/>
        </p:nvSpPr>
        <p:spPr>
          <a:xfrm>
            <a:off x="8461958" y="1702508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9866754D-7DD1-4498-9F0A-DB38BA3DC4CC}"/>
              </a:ext>
            </a:extLst>
          </p:cNvPr>
          <p:cNvSpPr/>
          <p:nvPr/>
        </p:nvSpPr>
        <p:spPr>
          <a:xfrm>
            <a:off x="8628213" y="1702508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F5E95ACE-EB6A-402C-9EB4-F3ABC2C1F8DF}"/>
              </a:ext>
            </a:extLst>
          </p:cNvPr>
          <p:cNvSpPr/>
          <p:nvPr/>
        </p:nvSpPr>
        <p:spPr>
          <a:xfrm>
            <a:off x="8461958" y="1536253"/>
            <a:ext cx="166255" cy="166255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F2549E71-10A1-416A-8528-754FFB133E59}"/>
              </a:ext>
            </a:extLst>
          </p:cNvPr>
          <p:cNvSpPr/>
          <p:nvPr/>
        </p:nvSpPr>
        <p:spPr>
          <a:xfrm>
            <a:off x="8628213" y="1037488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36639E02-6F14-47F0-854D-3ACD96DADDAA}"/>
              </a:ext>
            </a:extLst>
          </p:cNvPr>
          <p:cNvSpPr/>
          <p:nvPr/>
        </p:nvSpPr>
        <p:spPr>
          <a:xfrm>
            <a:off x="8461958" y="1203743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60A2FD8B-2A43-444C-989F-A81C254ABBEC}"/>
              </a:ext>
            </a:extLst>
          </p:cNvPr>
          <p:cNvSpPr/>
          <p:nvPr/>
        </p:nvSpPr>
        <p:spPr>
          <a:xfrm>
            <a:off x="8628213" y="1203743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6D76A2D5-D3EF-4328-BF7E-CF3B4851CEED}"/>
              </a:ext>
            </a:extLst>
          </p:cNvPr>
          <p:cNvSpPr/>
          <p:nvPr/>
        </p:nvSpPr>
        <p:spPr>
          <a:xfrm>
            <a:off x="8461958" y="1037488"/>
            <a:ext cx="166255" cy="166255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9171CBC4-6371-4BE9-B590-C431FCFE7954}"/>
              </a:ext>
            </a:extLst>
          </p:cNvPr>
          <p:cNvSpPr/>
          <p:nvPr/>
        </p:nvSpPr>
        <p:spPr>
          <a:xfrm>
            <a:off x="8461958" y="187373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E2A06A83-873E-4298-93D1-4FA93FC427E7}"/>
              </a:ext>
            </a:extLst>
          </p:cNvPr>
          <p:cNvSpPr/>
          <p:nvPr/>
        </p:nvSpPr>
        <p:spPr>
          <a:xfrm>
            <a:off x="8628213" y="187373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5AA9D811-584A-4C9D-B1EB-22102B2363AB}"/>
              </a:ext>
            </a:extLst>
          </p:cNvPr>
          <p:cNvSpPr/>
          <p:nvPr/>
        </p:nvSpPr>
        <p:spPr>
          <a:xfrm>
            <a:off x="8628213" y="2039994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725A849E-2A65-419A-BDB3-A8E5D3185133}"/>
              </a:ext>
            </a:extLst>
          </p:cNvPr>
          <p:cNvSpPr/>
          <p:nvPr/>
        </p:nvSpPr>
        <p:spPr>
          <a:xfrm>
            <a:off x="8461958" y="2039994"/>
            <a:ext cx="166255" cy="166255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1437F7F8-F90B-4C24-ACF2-1DD6EA1BBDD1}"/>
              </a:ext>
            </a:extLst>
          </p:cNvPr>
          <p:cNvSpPr/>
          <p:nvPr/>
        </p:nvSpPr>
        <p:spPr>
          <a:xfrm>
            <a:off x="8794468" y="1369998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1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D5161ABD-6CFA-48A9-AA05-02D9B5B917DA}"/>
              </a:ext>
            </a:extLst>
          </p:cNvPr>
          <p:cNvSpPr/>
          <p:nvPr/>
        </p:nvSpPr>
        <p:spPr>
          <a:xfrm>
            <a:off x="8960723" y="1369998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2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E81DF93E-4BFC-4D19-86AE-19AB9E851CCA}"/>
              </a:ext>
            </a:extLst>
          </p:cNvPr>
          <p:cNvSpPr/>
          <p:nvPr/>
        </p:nvSpPr>
        <p:spPr>
          <a:xfrm>
            <a:off x="9126978" y="1369998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3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AF7345D9-F5BF-44A7-A788-DA730D0A7E12}"/>
              </a:ext>
            </a:extLst>
          </p:cNvPr>
          <p:cNvSpPr/>
          <p:nvPr/>
        </p:nvSpPr>
        <p:spPr>
          <a:xfrm>
            <a:off x="8794468" y="1536253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4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801D4FBF-44B1-4632-9753-21AB8F1FFA60}"/>
              </a:ext>
            </a:extLst>
          </p:cNvPr>
          <p:cNvSpPr/>
          <p:nvPr/>
        </p:nvSpPr>
        <p:spPr>
          <a:xfrm>
            <a:off x="9126978" y="1536253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6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1739D8AC-A9F2-4AC1-AC87-83E6FEDB5D08}"/>
              </a:ext>
            </a:extLst>
          </p:cNvPr>
          <p:cNvSpPr/>
          <p:nvPr/>
        </p:nvSpPr>
        <p:spPr>
          <a:xfrm>
            <a:off x="8794468" y="1702508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7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1CBA6B11-41DA-48F3-B1F2-65517025875F}"/>
              </a:ext>
            </a:extLst>
          </p:cNvPr>
          <p:cNvSpPr/>
          <p:nvPr/>
        </p:nvSpPr>
        <p:spPr>
          <a:xfrm>
            <a:off x="8960723" y="1702508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8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D0C0C14F-6BEF-4D13-9B2F-E0285C696660}"/>
              </a:ext>
            </a:extLst>
          </p:cNvPr>
          <p:cNvSpPr/>
          <p:nvPr/>
        </p:nvSpPr>
        <p:spPr>
          <a:xfrm>
            <a:off x="9126978" y="1702508"/>
            <a:ext cx="166255" cy="166255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9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DD99C98A-36A9-43F9-807C-6033F81E56AC}"/>
              </a:ext>
            </a:extLst>
          </p:cNvPr>
          <p:cNvSpPr/>
          <p:nvPr/>
        </p:nvSpPr>
        <p:spPr>
          <a:xfrm>
            <a:off x="8960723" y="1536253"/>
            <a:ext cx="166255" cy="1662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>
                <a:solidFill>
                  <a:srgbClr val="FF0000"/>
                </a:solidFill>
              </a:rPr>
              <a:t>5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7832291A-50CA-4C14-8C80-50ECACC0E65D}"/>
              </a:ext>
            </a:extLst>
          </p:cNvPr>
          <p:cNvSpPr/>
          <p:nvPr/>
        </p:nvSpPr>
        <p:spPr>
          <a:xfrm>
            <a:off x="8794468" y="1037488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6858B3EF-6555-4365-8754-4E9C2A28F843}"/>
              </a:ext>
            </a:extLst>
          </p:cNvPr>
          <p:cNvSpPr/>
          <p:nvPr/>
        </p:nvSpPr>
        <p:spPr>
          <a:xfrm>
            <a:off x="9126978" y="1037488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023A9317-0C1F-454E-9C7E-0C043268CD91}"/>
              </a:ext>
            </a:extLst>
          </p:cNvPr>
          <p:cNvSpPr/>
          <p:nvPr/>
        </p:nvSpPr>
        <p:spPr>
          <a:xfrm>
            <a:off x="8794468" y="1203743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2090CF9B-D3B4-4498-A31D-3CA69B2EEB35}"/>
              </a:ext>
            </a:extLst>
          </p:cNvPr>
          <p:cNvSpPr/>
          <p:nvPr/>
        </p:nvSpPr>
        <p:spPr>
          <a:xfrm>
            <a:off x="8960723" y="1203743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6FDB3549-E5E9-449A-B3A3-725CD9788654}"/>
              </a:ext>
            </a:extLst>
          </p:cNvPr>
          <p:cNvSpPr/>
          <p:nvPr/>
        </p:nvSpPr>
        <p:spPr>
          <a:xfrm>
            <a:off x="9126978" y="1203743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F773A749-8973-4C5E-8334-6B0ADAC2D765}"/>
              </a:ext>
            </a:extLst>
          </p:cNvPr>
          <p:cNvSpPr/>
          <p:nvPr/>
        </p:nvSpPr>
        <p:spPr>
          <a:xfrm>
            <a:off x="8960723" y="1037488"/>
            <a:ext cx="166255" cy="166255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7808E942-0C2D-4BD5-A71A-AFAC1E141E19}"/>
              </a:ext>
            </a:extLst>
          </p:cNvPr>
          <p:cNvSpPr/>
          <p:nvPr/>
        </p:nvSpPr>
        <p:spPr>
          <a:xfrm>
            <a:off x="8794468" y="187373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C0E551A7-2E7D-4D66-84A7-B19D9A7798ED}"/>
              </a:ext>
            </a:extLst>
          </p:cNvPr>
          <p:cNvSpPr/>
          <p:nvPr/>
        </p:nvSpPr>
        <p:spPr>
          <a:xfrm>
            <a:off x="8960723" y="187373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FA5B8E9C-2214-429F-A5A2-3E87B4CEDF09}"/>
              </a:ext>
            </a:extLst>
          </p:cNvPr>
          <p:cNvSpPr/>
          <p:nvPr/>
        </p:nvSpPr>
        <p:spPr>
          <a:xfrm>
            <a:off x="9126978" y="187373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F74FD0B3-253C-4519-A8FB-4E6BCA35B0CC}"/>
              </a:ext>
            </a:extLst>
          </p:cNvPr>
          <p:cNvSpPr/>
          <p:nvPr/>
        </p:nvSpPr>
        <p:spPr>
          <a:xfrm>
            <a:off x="8794468" y="2039994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049E640D-8A88-417C-AD57-0114CE6EA053}"/>
              </a:ext>
            </a:extLst>
          </p:cNvPr>
          <p:cNvSpPr/>
          <p:nvPr/>
        </p:nvSpPr>
        <p:spPr>
          <a:xfrm>
            <a:off x="9126978" y="2039994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6C3978BD-A096-430F-88B5-382518FCD005}"/>
              </a:ext>
            </a:extLst>
          </p:cNvPr>
          <p:cNvSpPr/>
          <p:nvPr/>
        </p:nvSpPr>
        <p:spPr>
          <a:xfrm>
            <a:off x="8960723" y="2039994"/>
            <a:ext cx="166255" cy="166255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C6A1A22B-129A-4C45-8E56-88091ADD4756}"/>
              </a:ext>
            </a:extLst>
          </p:cNvPr>
          <p:cNvSpPr/>
          <p:nvPr/>
        </p:nvSpPr>
        <p:spPr>
          <a:xfrm>
            <a:off x="9293233" y="1369998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CF8CE0BD-8C89-4A17-A55B-308790282A3A}"/>
              </a:ext>
            </a:extLst>
          </p:cNvPr>
          <p:cNvSpPr/>
          <p:nvPr/>
        </p:nvSpPr>
        <p:spPr>
          <a:xfrm>
            <a:off x="9459488" y="1369998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391471AA-2901-4AE1-A620-94D69FAA51E2}"/>
              </a:ext>
            </a:extLst>
          </p:cNvPr>
          <p:cNvSpPr/>
          <p:nvPr/>
        </p:nvSpPr>
        <p:spPr>
          <a:xfrm>
            <a:off x="9293233" y="1536253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1ABE3AB9-6389-4965-A352-8A019E8437B2}"/>
              </a:ext>
            </a:extLst>
          </p:cNvPr>
          <p:cNvSpPr/>
          <p:nvPr/>
        </p:nvSpPr>
        <p:spPr>
          <a:xfrm>
            <a:off x="9293233" y="1702508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2287A326-916E-4B08-AE2E-4346294CA4C5}"/>
              </a:ext>
            </a:extLst>
          </p:cNvPr>
          <p:cNvSpPr/>
          <p:nvPr/>
        </p:nvSpPr>
        <p:spPr>
          <a:xfrm>
            <a:off x="9459488" y="1702508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2049AADE-67C7-4BDB-8E02-C3950F1D0833}"/>
              </a:ext>
            </a:extLst>
          </p:cNvPr>
          <p:cNvSpPr/>
          <p:nvPr/>
        </p:nvSpPr>
        <p:spPr>
          <a:xfrm>
            <a:off x="9459488" y="1536253"/>
            <a:ext cx="166255" cy="166255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AAD99F94-10F6-426F-A10D-85FD07576268}"/>
              </a:ext>
            </a:extLst>
          </p:cNvPr>
          <p:cNvSpPr/>
          <p:nvPr/>
        </p:nvSpPr>
        <p:spPr>
          <a:xfrm>
            <a:off x="9293233" y="1037488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26B8C2DB-0C3C-4C3C-B9A3-ECF9DE4968C1}"/>
              </a:ext>
            </a:extLst>
          </p:cNvPr>
          <p:cNvSpPr/>
          <p:nvPr/>
        </p:nvSpPr>
        <p:spPr>
          <a:xfrm>
            <a:off x="9293233" y="1203743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5FFB18B5-DA0D-45B5-B874-A81FC8743BF2}"/>
              </a:ext>
            </a:extLst>
          </p:cNvPr>
          <p:cNvSpPr/>
          <p:nvPr/>
        </p:nvSpPr>
        <p:spPr>
          <a:xfrm>
            <a:off x="9459488" y="1203743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E8CEAE83-3553-4250-BF0F-C98FFA9430DE}"/>
              </a:ext>
            </a:extLst>
          </p:cNvPr>
          <p:cNvSpPr/>
          <p:nvPr/>
        </p:nvSpPr>
        <p:spPr>
          <a:xfrm>
            <a:off x="9459488" y="1037488"/>
            <a:ext cx="166255" cy="166255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A3C8FB82-DF98-4E2F-9E7F-662E9ADDC4D3}"/>
              </a:ext>
            </a:extLst>
          </p:cNvPr>
          <p:cNvSpPr/>
          <p:nvPr/>
        </p:nvSpPr>
        <p:spPr>
          <a:xfrm>
            <a:off x="9293233" y="187373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1D8F638D-39CA-41C6-8272-1127EFC4CD32}"/>
              </a:ext>
            </a:extLst>
          </p:cNvPr>
          <p:cNvSpPr/>
          <p:nvPr/>
        </p:nvSpPr>
        <p:spPr>
          <a:xfrm>
            <a:off x="9459488" y="1873739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4603349B-3328-485E-9F5E-710ABDCD5B80}"/>
              </a:ext>
            </a:extLst>
          </p:cNvPr>
          <p:cNvSpPr/>
          <p:nvPr/>
        </p:nvSpPr>
        <p:spPr>
          <a:xfrm>
            <a:off x="9293233" y="2039994"/>
            <a:ext cx="166255" cy="16625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87DC3C05-0E06-42A3-A576-65406479E0CB}"/>
              </a:ext>
            </a:extLst>
          </p:cNvPr>
          <p:cNvSpPr/>
          <p:nvPr/>
        </p:nvSpPr>
        <p:spPr>
          <a:xfrm>
            <a:off x="9459488" y="2039994"/>
            <a:ext cx="166255" cy="166255"/>
          </a:xfrm>
          <a:prstGeom prst="rect">
            <a:avLst/>
          </a:prstGeom>
          <a:noFill/>
          <a:ln w="1270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B9C2E0E9-FED9-48A3-B349-D2B6AD9F31CB}"/>
              </a:ext>
            </a:extLst>
          </p:cNvPr>
          <p:cNvSpPr/>
          <p:nvPr/>
        </p:nvSpPr>
        <p:spPr>
          <a:xfrm>
            <a:off x="8461957" y="1037488"/>
            <a:ext cx="1163785" cy="1168762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FB974DDC-3E11-47EE-8391-C1E5F4AFC54B}"/>
              </a:ext>
            </a:extLst>
          </p:cNvPr>
          <p:cNvSpPr txBox="1"/>
          <p:nvPr/>
        </p:nvSpPr>
        <p:spPr>
          <a:xfrm>
            <a:off x="6218388" y="2428499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ro-RO" sz="1400" dirty="0"/>
              <a:t>Valoare nouă=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4763676B-93C5-40AB-87E8-8CDC5A19F8F4}"/>
              </a:ext>
            </a:extLst>
          </p:cNvPr>
          <p:cNvSpPr txBox="1"/>
          <p:nvPr/>
        </p:nvSpPr>
        <p:spPr>
          <a:xfrm>
            <a:off x="7382169" y="2428498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1*</a:t>
            </a:r>
            <a:r>
              <a:rPr lang="ro-RO" sz="1400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F7618D84-09CF-4E52-B195-9B89DB340FD2}"/>
              </a:ext>
            </a:extLst>
          </p:cNvPr>
          <p:cNvSpPr txBox="1"/>
          <p:nvPr/>
        </p:nvSpPr>
        <p:spPr>
          <a:xfrm>
            <a:off x="7736036" y="2428498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2*</a:t>
            </a:r>
            <a:r>
              <a:rPr lang="ro-RO" sz="14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E6976614-4D36-4B2F-9165-1F60C75B7B40}"/>
              </a:ext>
            </a:extLst>
          </p:cNvPr>
          <p:cNvSpPr txBox="1"/>
          <p:nvPr/>
        </p:nvSpPr>
        <p:spPr>
          <a:xfrm>
            <a:off x="7662577" y="2428498"/>
            <a:ext cx="146919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+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4B9B9932-9DA0-4B2E-B67A-FF02C5AEFA78}"/>
              </a:ext>
            </a:extLst>
          </p:cNvPr>
          <p:cNvSpPr txBox="1"/>
          <p:nvPr/>
        </p:nvSpPr>
        <p:spPr>
          <a:xfrm>
            <a:off x="8089904" y="2428498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3*</a:t>
            </a:r>
            <a:r>
              <a:rPr lang="ro-RO" sz="14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0337C7E0-2466-46B0-A27B-CB6E10B8DCA0}"/>
              </a:ext>
            </a:extLst>
          </p:cNvPr>
          <p:cNvSpPr txBox="1"/>
          <p:nvPr/>
        </p:nvSpPr>
        <p:spPr>
          <a:xfrm>
            <a:off x="8016445" y="2428498"/>
            <a:ext cx="146919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+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15DCFFA9-D326-46F5-ACD7-F6AB97366D48}"/>
              </a:ext>
            </a:extLst>
          </p:cNvPr>
          <p:cNvSpPr txBox="1"/>
          <p:nvPr/>
        </p:nvSpPr>
        <p:spPr>
          <a:xfrm>
            <a:off x="8443772" y="2428498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4*</a:t>
            </a:r>
            <a:r>
              <a:rPr lang="ro-RO" sz="14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1C168E26-8A4D-448A-8EE6-5747DBE0A5A1}"/>
              </a:ext>
            </a:extLst>
          </p:cNvPr>
          <p:cNvSpPr txBox="1"/>
          <p:nvPr/>
        </p:nvSpPr>
        <p:spPr>
          <a:xfrm>
            <a:off x="8370313" y="2428498"/>
            <a:ext cx="146919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+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25630545-643A-4F14-BB93-404DB89A1AFC}"/>
              </a:ext>
            </a:extLst>
          </p:cNvPr>
          <p:cNvSpPr txBox="1"/>
          <p:nvPr/>
        </p:nvSpPr>
        <p:spPr>
          <a:xfrm>
            <a:off x="8797640" y="2428498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5*</a:t>
            </a:r>
            <a:r>
              <a:rPr lang="ro-RO" sz="1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16AA2575-0751-479D-BDDB-EA99C72C368A}"/>
              </a:ext>
            </a:extLst>
          </p:cNvPr>
          <p:cNvSpPr txBox="1"/>
          <p:nvPr/>
        </p:nvSpPr>
        <p:spPr>
          <a:xfrm>
            <a:off x="8724181" y="2428498"/>
            <a:ext cx="146919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+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2AEE96C1-B4AA-4DEC-AAF8-EBFFCD5D27A9}"/>
              </a:ext>
            </a:extLst>
          </p:cNvPr>
          <p:cNvSpPr txBox="1"/>
          <p:nvPr/>
        </p:nvSpPr>
        <p:spPr>
          <a:xfrm>
            <a:off x="9151508" y="2428498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6*</a:t>
            </a:r>
            <a:r>
              <a:rPr lang="ro-RO" sz="14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4B6E6076-4A82-46BD-806F-CF49F5C05F57}"/>
              </a:ext>
            </a:extLst>
          </p:cNvPr>
          <p:cNvSpPr txBox="1"/>
          <p:nvPr/>
        </p:nvSpPr>
        <p:spPr>
          <a:xfrm>
            <a:off x="9078049" y="2428498"/>
            <a:ext cx="146919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+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D6C42AEE-7C61-49AC-81CB-67BE325695B9}"/>
              </a:ext>
            </a:extLst>
          </p:cNvPr>
          <p:cNvSpPr txBox="1"/>
          <p:nvPr/>
        </p:nvSpPr>
        <p:spPr>
          <a:xfrm>
            <a:off x="9505376" y="2428498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7*</a:t>
            </a:r>
            <a:r>
              <a:rPr lang="ro-RO" sz="1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8E07EEF2-D206-4F4D-B688-E191DF17F75D}"/>
              </a:ext>
            </a:extLst>
          </p:cNvPr>
          <p:cNvSpPr txBox="1"/>
          <p:nvPr/>
        </p:nvSpPr>
        <p:spPr>
          <a:xfrm>
            <a:off x="9431917" y="2428498"/>
            <a:ext cx="146919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+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D79E3AC2-3EF5-4695-9870-4CFF48011F3A}"/>
              </a:ext>
            </a:extLst>
          </p:cNvPr>
          <p:cNvSpPr txBox="1"/>
          <p:nvPr/>
        </p:nvSpPr>
        <p:spPr>
          <a:xfrm>
            <a:off x="9859244" y="2428498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8*</a:t>
            </a:r>
            <a:r>
              <a:rPr lang="ro-RO" sz="1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F28897D0-FB05-4826-AD4E-AF2E3BABC969}"/>
              </a:ext>
            </a:extLst>
          </p:cNvPr>
          <p:cNvSpPr txBox="1"/>
          <p:nvPr/>
        </p:nvSpPr>
        <p:spPr>
          <a:xfrm>
            <a:off x="9785785" y="2428498"/>
            <a:ext cx="146919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+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E2CFA04A-4BE9-4EAA-87D7-7F06CBE08C29}"/>
              </a:ext>
            </a:extLst>
          </p:cNvPr>
          <p:cNvSpPr txBox="1"/>
          <p:nvPr/>
        </p:nvSpPr>
        <p:spPr>
          <a:xfrm>
            <a:off x="10213112" y="2428498"/>
            <a:ext cx="353868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9*</a:t>
            </a:r>
            <a:r>
              <a:rPr lang="ro-RO" sz="1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907E237D-F769-45F4-BC04-8884FA5EB82E}"/>
              </a:ext>
            </a:extLst>
          </p:cNvPr>
          <p:cNvSpPr txBox="1"/>
          <p:nvPr/>
        </p:nvSpPr>
        <p:spPr>
          <a:xfrm>
            <a:off x="10139653" y="2428498"/>
            <a:ext cx="146919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lvl="1" algn="ctr"/>
            <a:r>
              <a:rPr lang="ro-RO" sz="1400" dirty="0"/>
              <a:t>+</a:t>
            </a:r>
            <a:endParaRPr lang="ro-RO" sz="1400" dirty="0">
              <a:solidFill>
                <a:srgbClr val="FF0000"/>
              </a:solidFill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42D66EA4-B01A-4D8E-9F35-50690673FAC3}"/>
              </a:ext>
            </a:extLst>
          </p:cNvPr>
          <p:cNvSpPr txBox="1"/>
          <p:nvPr/>
        </p:nvSpPr>
        <p:spPr>
          <a:xfrm>
            <a:off x="1375207" y="956212"/>
            <a:ext cx="1289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ro-RO" sz="1400" dirty="0"/>
              <a:t>Mască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6B464EFC-10A7-4263-A542-4E14F3CC2FEF}"/>
              </a:ext>
            </a:extLst>
          </p:cNvPr>
          <p:cNvSpPr txBox="1"/>
          <p:nvPr/>
        </p:nvSpPr>
        <p:spPr>
          <a:xfrm>
            <a:off x="3035447" y="791088"/>
            <a:ext cx="1137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ro-RO" sz="1400" dirty="0"/>
              <a:t>Imagine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31AAB109-81BE-46B8-9A9F-4C9C0A82D5A9}"/>
              </a:ext>
            </a:extLst>
          </p:cNvPr>
          <p:cNvSpPr txBox="1"/>
          <p:nvPr/>
        </p:nvSpPr>
        <p:spPr>
          <a:xfrm>
            <a:off x="6762752" y="948640"/>
            <a:ext cx="1289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ro-RO" sz="1400" dirty="0"/>
              <a:t>Mască</a:t>
            </a: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56F8C505-1A9F-46C5-B95C-DB6AF8646015}"/>
              </a:ext>
            </a:extLst>
          </p:cNvPr>
          <p:cNvSpPr txBox="1"/>
          <p:nvPr/>
        </p:nvSpPr>
        <p:spPr>
          <a:xfrm>
            <a:off x="8422992" y="783516"/>
            <a:ext cx="1137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ro-RO" sz="1400" dirty="0"/>
              <a:t>Imagine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57E5A12A-6D4D-42A3-A5F8-7A147181ACF8}"/>
                  </a:ext>
                </a:extLst>
              </p:cNvPr>
              <p:cNvSpPr txBox="1"/>
              <p:nvPr/>
            </p:nvSpPr>
            <p:spPr>
              <a:xfrm>
                <a:off x="791155" y="2826328"/>
                <a:ext cx="4900344" cy="870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57E5A12A-6D4D-42A3-A5F8-7A147181A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55" y="2826328"/>
                <a:ext cx="4900344" cy="8704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0B1515EA-C817-436D-AC25-70E9E5D01653}"/>
                  </a:ext>
                </a:extLst>
              </p:cNvPr>
              <p:cNvSpPr txBox="1"/>
              <p:nvPr/>
            </p:nvSpPr>
            <p:spPr>
              <a:xfrm>
                <a:off x="5863541" y="2826328"/>
                <a:ext cx="5647644" cy="870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ro-RO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o-RO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0B1515EA-C817-436D-AC25-70E9E5D01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541" y="2826328"/>
                <a:ext cx="5647644" cy="8704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6D5521E-19EB-39D2-B876-B41ECFEC06E3}"/>
              </a:ext>
            </a:extLst>
          </p:cNvPr>
          <p:cNvSpPr txBox="1"/>
          <p:nvPr/>
        </p:nvSpPr>
        <p:spPr>
          <a:xfrm>
            <a:off x="9224969" y="3758684"/>
            <a:ext cx="2490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=1:m, j=1:n</a:t>
            </a:r>
          </a:p>
          <a:p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s=1:m1, t=1:n1</a:t>
            </a:r>
          </a:p>
          <a:p>
            <a:r>
              <a:rPr lang="en-US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w(</a:t>
            </a:r>
            <a:r>
              <a:rPr lang="en-US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s,t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pt-BR" sz="1200" b="0" i="0" u="none" strike="noStrike" baseline="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f(i+m1-s, j+n1-t);</a:t>
            </a:r>
          </a:p>
        </p:txBody>
      </p:sp>
    </p:spTree>
    <p:extLst>
      <p:ext uri="{BB962C8B-B14F-4D97-AF65-F5344CB8AC3E}">
        <p14:creationId xmlns:p14="http://schemas.microsoft.com/office/powerpoint/2010/main" val="191303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9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1" dur="2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3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5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7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9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1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9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2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8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7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0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3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2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5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8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1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5" dur="20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6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7" dur="20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0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14" dur="20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5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16" dur="20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9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2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6" dur="20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7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8" dur="20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1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4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38" dur="2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9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40" dur="20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3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6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50" dur="2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1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52" dur="20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5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8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62" dur="2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3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64" dur="2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7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0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74" dur="2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5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76" dur="2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9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2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6" dur="20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7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8" dur="2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1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4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8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98" dur="20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9" presetID="8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00" dur="20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3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6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>
                            <p:stCondLst>
                              <p:cond delay="500"/>
                            </p:stCondLst>
                            <p:childTnLst>
                              <p:par>
                                <p:cTn id="4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1500"/>
                            </p:stCondLst>
                            <p:childTnLst>
                              <p:par>
                                <p:cTn id="4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fill="hold">
                            <p:stCondLst>
                              <p:cond delay="2000"/>
                            </p:stCondLst>
                            <p:childTnLst>
                              <p:par>
                                <p:cTn id="4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3" fill="hold">
                            <p:stCondLst>
                              <p:cond delay="2500"/>
                            </p:stCondLst>
                            <p:childTnLst>
                              <p:par>
                                <p:cTn id="4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227" grpId="0"/>
      <p:bldP spid="229" grpId="0"/>
      <p:bldP spid="230" grpId="0"/>
      <p:bldP spid="231" grpId="0"/>
      <p:bldP spid="232" grpId="0"/>
      <p:bldP spid="233" grpId="0"/>
      <p:bldP spid="234" grpId="0"/>
      <p:bldP spid="235" grpId="0"/>
      <p:bldP spid="236" grpId="0"/>
      <p:bldP spid="237" grpId="0"/>
      <p:bldP spid="238" grpId="0"/>
      <p:bldP spid="239" grpId="0"/>
      <p:bldP spid="240" grpId="0"/>
      <p:bldP spid="241" grpId="0"/>
      <p:bldP spid="242" grpId="0"/>
      <p:bldP spid="243" grpId="0"/>
      <p:bldP spid="244" grpId="0"/>
      <p:bldP spid="263" grpId="0" animBg="1"/>
      <p:bldP spid="263" grpId="1" animBg="1"/>
      <p:bldP spid="264" grpId="0" animBg="1"/>
      <p:bldP spid="264" grpId="1" animBg="1"/>
      <p:bldP spid="265" grpId="0" animBg="1"/>
      <p:bldP spid="265" grpId="1" animBg="1"/>
      <p:bldP spid="266" grpId="0" animBg="1"/>
      <p:bldP spid="266" grpId="1" animBg="1"/>
      <p:bldP spid="267" grpId="0" animBg="1"/>
      <p:bldP spid="267" grpId="1" animBg="1"/>
      <p:bldP spid="268" grpId="0" animBg="1"/>
      <p:bldP spid="268" grpId="1" animBg="1"/>
      <p:bldP spid="269" grpId="0" animBg="1"/>
      <p:bldP spid="269" grpId="1" animBg="1"/>
      <p:bldP spid="270" grpId="0" animBg="1"/>
      <p:bldP spid="270" grpId="1" animBg="1"/>
      <p:bldP spid="271" grpId="0" animBg="1"/>
      <p:bldP spid="271" grpId="1" animBg="1"/>
      <p:bldP spid="272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  <p:bldP spid="279" grpId="0" animBg="1"/>
      <p:bldP spid="280" grpId="0" animBg="1"/>
      <p:bldP spid="281" grpId="0" animBg="1"/>
      <p:bldP spid="282" grpId="0" animBg="1"/>
      <p:bldP spid="283" grpId="0" animBg="1"/>
      <p:bldP spid="284" grpId="0" animBg="1"/>
      <p:bldP spid="285" grpId="0" animBg="1"/>
      <p:bldP spid="286" grpId="0" animBg="1"/>
      <p:bldP spid="286" grpId="1" animBg="1"/>
      <p:bldP spid="287" grpId="0" animBg="1"/>
      <p:bldP spid="287" grpId="1" animBg="1"/>
      <p:bldP spid="288" grpId="0" animBg="1"/>
      <p:bldP spid="288" grpId="1" animBg="1"/>
      <p:bldP spid="289" grpId="0" animBg="1"/>
      <p:bldP spid="289" grpId="1" animBg="1"/>
      <p:bldP spid="290" grpId="0" animBg="1"/>
      <p:bldP spid="290" grpId="1" animBg="1"/>
      <p:bldP spid="291" grpId="0" animBg="1"/>
      <p:bldP spid="291" grpId="1" animBg="1"/>
      <p:bldP spid="292" grpId="0" animBg="1"/>
      <p:bldP spid="292" grpId="1" animBg="1"/>
      <p:bldP spid="293" grpId="0" animBg="1"/>
      <p:bldP spid="293" grpId="1" animBg="1"/>
      <p:bldP spid="294" grpId="0" animBg="1"/>
      <p:bldP spid="294" grpId="1" animBg="1"/>
      <p:bldP spid="295" grpId="0" animBg="1"/>
      <p:bldP spid="296" grpId="0" animBg="1"/>
      <p:bldP spid="297" grpId="0" animBg="1"/>
      <p:bldP spid="298" grpId="0" animBg="1"/>
      <p:bldP spid="299" grpId="0" animBg="1"/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  <p:bldP spid="310" grpId="0" animBg="1"/>
      <p:bldP spid="311" grpId="0" animBg="1"/>
      <p:bldP spid="312" grpId="0" animBg="1"/>
      <p:bldP spid="313" grpId="0" animBg="1"/>
      <p:bldP spid="314" grpId="0" animBg="1"/>
      <p:bldP spid="315" grpId="0" animBg="1"/>
      <p:bldP spid="316" grpId="0" animBg="1"/>
      <p:bldP spid="317" grpId="0" animBg="1"/>
      <p:bldP spid="318" grpId="0" animBg="1"/>
      <p:bldP spid="319" grpId="0" animBg="1"/>
      <p:bldP spid="320" grpId="0" animBg="1"/>
      <p:bldP spid="321" grpId="0" animBg="1"/>
      <p:bldP spid="322" grpId="0"/>
      <p:bldP spid="323" grpId="0"/>
      <p:bldP spid="324" grpId="0"/>
      <p:bldP spid="325" grpId="0"/>
      <p:bldP spid="326" grpId="0"/>
      <p:bldP spid="327" grpId="0"/>
      <p:bldP spid="328" grpId="0"/>
      <p:bldP spid="329" grpId="0"/>
      <p:bldP spid="330" grpId="0"/>
      <p:bldP spid="331" grpId="0"/>
      <p:bldP spid="332" grpId="0"/>
      <p:bldP spid="333" grpId="0"/>
      <p:bldP spid="334" grpId="0"/>
      <p:bldP spid="335" grpId="0"/>
      <p:bldP spid="336" grpId="0"/>
      <p:bldP spid="337" grpId="0"/>
      <p:bldP spid="338" grpId="0"/>
      <p:bldP spid="339" grpId="0"/>
      <p:bldP spid="342" grpId="0"/>
      <p:bldP spid="343" grpId="0"/>
      <p:bldP spid="168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276</Words>
  <Application>Microsoft Office PowerPoint</Application>
  <PresentationFormat>Widescreen</PresentationFormat>
  <Paragraphs>111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</dc:creator>
  <cp:lastModifiedBy>X</cp:lastModifiedBy>
  <cp:revision>45</cp:revision>
  <dcterms:created xsi:type="dcterms:W3CDTF">2020-11-02T15:05:05Z</dcterms:created>
  <dcterms:modified xsi:type="dcterms:W3CDTF">2025-11-03T08:25:28Z</dcterms:modified>
</cp:coreProperties>
</file>